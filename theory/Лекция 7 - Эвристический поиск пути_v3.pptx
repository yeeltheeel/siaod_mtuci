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302" r:id="rId13"/>
    <p:sldId id="303" r:id="rId14"/>
    <p:sldId id="304"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12192000" cy="6858000"/>
  <p:embeddedFontLst>
    <p:embeddedFont>
      <p:font typeface="Calibri" panose="020F0502020204030204" pitchFamily="34" charset="0"/>
      <p:regular r:id="rId68"/>
      <p:bold r:id="rId69"/>
      <p:italic r:id="rId70"/>
      <p:boldItalic r:id="rId71"/>
    </p:embeddedFont>
    <p:embeddedFont>
      <p:font typeface="Montserrat" pitchFamily="2" charset="-52"/>
      <p:regular r:id="rId72"/>
      <p:bold r:id="rId73"/>
      <p:italic r:id="rId74"/>
      <p:boldItalic r:id="rId75"/>
    </p:embeddedFont>
    <p:embeddedFont>
      <p:font typeface="Montserrat SemiBold" pitchFamily="2" charset="-52"/>
      <p:bold r:id="rId76"/>
      <p:boldItalic r:id="rId77"/>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 styleId="{616DA210-FB5B-4158-B5E0-FEB733F419BA}" styleName="Светлый стиль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816" autoAdjust="0"/>
  </p:normalViewPr>
  <p:slideViewPr>
    <p:cSldViewPr snapToGrid="0" showGuides="1">
      <p:cViewPr varScale="1">
        <p:scale>
          <a:sx n="71" d="100"/>
          <a:sy n="71" d="100"/>
        </p:scale>
        <p:origin x="858" y="66"/>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7.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FDF331-AEE9-4187-8642-DBB3BDF28E90}" type="datetimeFigureOut">
              <a:rPr lang="ru-RU" smtClean="0"/>
              <a:t>21.10.2026</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8093857-F793-4960-89DF-D50C2129606D}" type="slidenum">
              <a:rPr lang="ru-RU" smtClean="0"/>
              <a:t>‹#›</a:t>
            </a:fld>
            <a:endParaRPr lang="ru-RU"/>
          </a:p>
        </p:txBody>
      </p:sp>
    </p:spTree>
    <p:extLst>
      <p:ext uri="{BB962C8B-B14F-4D97-AF65-F5344CB8AC3E}">
        <p14:creationId xmlns:p14="http://schemas.microsoft.com/office/powerpoint/2010/main" val="1370318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t>ОБЪЯСНИТЬ</a:t>
            </a:r>
          </a:p>
          <a:p>
            <a:r>
              <a:t>Представьте тему: как использовать знание о цели при поиске пути. Напомните связь с графами, приоритетной очередью и Дейкстрой.</a:t>
            </a:r>
          </a:p>
          <a:p>
            <a:endParaRPr/>
          </a:p>
          <a:p>
            <a:r>
              <a:t>АКЦЕНТ</a:t>
            </a:r>
          </a:p>
          <a:p>
            <a:r>
              <a:t>Сначала сравниваем способы выбора кандидата, затем разбираем A* по отдельным операциям.</a:t>
            </a:r>
          </a:p>
          <a:p>
            <a:endParaRPr/>
          </a:p>
          <a:p>
            <a:r>
              <a:t>ВОПРОС АУДИТОРИИ</a:t>
            </a:r>
          </a:p>
          <a:p>
            <a:r>
              <a:t>Какую информацию о цели не использует Дейкстра?</a:t>
            </a:r>
          </a:p>
          <a:p>
            <a:endParaRPr/>
          </a:p>
          <a:p>
            <a:r>
              <a:t>КЛИКИ</a:t>
            </a:r>
          </a:p>
          <a:p>
            <a:r>
              <a:t>Отдельных анимационных щелчков нет. Следующий щелчок переключает слайд.</a:t>
            </a:r>
          </a:p>
          <a:p>
            <a:endParaRPr/>
          </a:p>
          <a:p>
            <a:r>
              <a:t>ТИПИЧНАЯ ОШИБКА</a:t>
            </a:r>
          </a:p>
          <a:p>
            <a:r>
              <a:t>Не обещать, что A* всегда быстрее Дейкстры.</a:t>
            </a:r>
          </a:p>
          <a:p>
            <a:endParaRPr/>
          </a:p>
          <a:p>
            <a:r>
              <a:t>ПЕРЕХОД</a:t>
            </a:r>
          </a:p>
          <a:p>
            <a:r>
              <a:t>Перейдите к связи с предыдущими лекциями.</a:t>
            </a:r>
          </a:p>
        </p:txBody>
      </p:sp>
      <p:sp>
        <p:nvSpPr>
          <p:cNvPr id="4" name="Номер слайда 3"/>
          <p:cNvSpPr>
            <a:spLocks noGrp="1"/>
          </p:cNvSpPr>
          <p:nvPr>
            <p:ph type="sldNum" sz="quarter" idx="5"/>
          </p:nvPr>
        </p:nvSpPr>
        <p:spPr/>
        <p:txBody>
          <a:bodyPr/>
          <a:lstStyle/>
          <a:p>
            <a:fld id="{28093857-F793-4960-89DF-D50C2129606D}" type="slidenum">
              <a:rPr lang="ru-RU" smtClean="0"/>
              <a:t>1</a:t>
            </a:fld>
            <a:endParaRPr lang="ru-RU"/>
          </a:p>
        </p:txBody>
      </p:sp>
    </p:spTree>
    <p:extLst>
      <p:ext uri="{BB962C8B-B14F-4D97-AF65-F5344CB8AC3E}">
        <p14:creationId xmlns:p14="http://schemas.microsoft.com/office/powerpoint/2010/main" val="3976764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Обозначьте шесть блоков: постановка задачи; эвристические функции и их вычисление; Greedy; A*; свойства эвристик; Word Ladder и сравнение. Напомните, что оптимальность зависит от выбранной стоимости.</a:t>
            </a:r>
          </a:p>
          <a:p>
            <a:endParaRPr lang="ru-RU"/>
          </a:p>
          <a:p>
            <a:r>
              <a:rPr lang="ru-RU"/>
              <a:t>АКЦЕНТ</a:t>
            </a:r>
          </a:p>
          <a:p>
            <a:r>
              <a:rPr lang="ru-RU"/>
              <a:t>Одна учебная мысль: Где мы остановились</a:t>
            </a:r>
          </a:p>
          <a:p>
            <a:endParaRPr lang="ru-RU"/>
          </a:p>
          <a:p>
            <a:r>
              <a:rPr lang="ru-RU"/>
              <a:t>ВОПРОС АУДИТОРИИ</a:t>
            </a:r>
          </a:p>
          <a:p>
            <a:r>
              <a:rPr lang="ru-RU"/>
              <a:t>Как Дейкстра выбирает следующую вершину?</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 путать кратчайший по числу шагов и минимальный по стоимости путь.</a:t>
            </a:r>
          </a:p>
          <a:p>
            <a:endParaRPr lang="ru-RU"/>
          </a:p>
          <a:p>
            <a:r>
              <a:rPr lang="ru-RU"/>
              <a:t>ПЕРЕХОД</a:t>
            </a:r>
          </a:p>
          <a:p>
            <a:r>
              <a:rPr lang="ru-RU"/>
              <a:t>Начните с модели: какие состояния и допустимые действия образуют граф?</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Соедините разные приложения общей моделью. Ребро описывает действие, а вес — выбранную цену: время, деньги или число операций.</a:t>
            </a:r>
          </a:p>
          <a:p>
            <a:endParaRPr/>
          </a:p>
          <a:p>
            <a:r>
              <a:t>АКЦЕНТ</a:t>
            </a:r>
          </a:p>
          <a:p>
            <a:r>
              <a:t>Одна учебная мысль: Поиск пути в разных задачах</a:t>
            </a:r>
          </a:p>
          <a:p>
            <a:endParaRPr/>
          </a:p>
          <a:p>
            <a:r>
              <a:t>ВОПРОС АУДИТОРИИ</a:t>
            </a:r>
          </a:p>
          <a:p>
            <a:r>
              <a:t>Что будет вершиной в задаче преобразования слова?</a:t>
            </a:r>
          </a:p>
          <a:p>
            <a:endParaRPr/>
          </a:p>
          <a:p>
            <a:r>
              <a:t>КЛИКИ</a:t>
            </a:r>
          </a:p>
          <a:p>
            <a:r>
              <a:t>Отдельных анимационных щелчков нет. Следующий щелчок переключает слайд.</a:t>
            </a:r>
          </a:p>
          <a:p>
            <a:endParaRPr/>
          </a:p>
          <a:p>
            <a:r>
              <a:t>ТИПИЧНАЯ ОШИБКА</a:t>
            </a:r>
          </a:p>
          <a:p>
            <a:r>
              <a:t>Не ограничивать пространство состояний географическими координатами.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Покажите увеличенный фрагмент реальной общей карты. Координаты в левом верхнем углу начинаются с нуля. В дальнейших экспериментах ключей нет.</a:t>
            </a:r>
          </a:p>
          <a:p>
            <a:endParaRPr/>
          </a:p>
          <a:p>
            <a:r>
              <a:t>АКЦЕНТ</a:t>
            </a:r>
          </a:p>
          <a:p>
            <a:r>
              <a:t>Одна учебная мысль: Состояние и допустимый переход</a:t>
            </a:r>
          </a:p>
          <a:p>
            <a:endParaRPr/>
          </a:p>
          <a:p>
            <a:r>
              <a:t>ВОПРОС АУДИТОРИИ</a:t>
            </a:r>
          </a:p>
          <a:p>
            <a:r>
              <a:t>Будут ли (x,y,False) и (x,y,True) одним состоянием?</a:t>
            </a:r>
          </a:p>
          <a:p>
            <a:endParaRPr/>
          </a:p>
          <a:p>
            <a:r>
              <a:t>КЛИКИ</a:t>
            </a:r>
          </a:p>
          <a:p>
            <a:r>
              <a:t>Отдельных анимационных щелчков нет. Следующий щелчок переключает слайд.</a:t>
            </a:r>
          </a:p>
          <a:p>
            <a:endParaRPr/>
          </a:p>
          <a:p>
            <a:r>
              <a:t>ТИПИЧНАЯ ОШИБКА</a:t>
            </a:r>
          </a:p>
          <a:p>
            <a:r>
              <a:t>Два одинаковых положения могут быть разными состояниями, если различаются доступные действия.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Впервые покажите полную карту. Зафиксируйте S=(1,5), G=(13,5), препятствия и веса. Все основные сравнения используют эти же данные.</a:t>
            </a:r>
          </a:p>
          <a:p>
            <a:endParaRPr/>
          </a:p>
          <a:p>
            <a:r>
              <a:t>АКЦЕНТ</a:t>
            </a:r>
          </a:p>
          <a:p>
            <a:r>
              <a:t>Одна учебная мысль: Общая карта и цена входа</a:t>
            </a:r>
          </a:p>
          <a:p>
            <a:endParaRPr/>
          </a:p>
          <a:p>
            <a:r>
              <a:t>ВОПРОС АУДИТОРИИ</a:t>
            </a:r>
          </a:p>
          <a:p>
            <a:r>
              <a:t>Сколько стоит первый переход вправо из S?</a:t>
            </a:r>
          </a:p>
          <a:p>
            <a:endParaRPr/>
          </a:p>
          <a:p>
            <a:r>
              <a:t>КЛИКИ</a:t>
            </a:r>
          </a:p>
          <a:p>
            <a:r>
              <a:t>Отдельных анимационных щелчков нет. Следующий щелчок переключает слайд.</a:t>
            </a:r>
          </a:p>
          <a:p>
            <a:endParaRPr/>
          </a:p>
          <a:p>
            <a:r>
              <a:t>ТИПИЧНАЯ ОШИБКА</a:t>
            </a:r>
          </a:p>
          <a:p>
            <a:r>
              <a:t>Стоимость клетки старта не прибавляется. Диагональные переходы запрещены.</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Оба перехода геометрически допустимы, но их цены различаются. Поэтому фактически веса задают ориентированные рёбра.</a:t>
            </a:r>
          </a:p>
          <a:p>
            <a:endParaRPr/>
          </a:p>
          <a:p>
            <a:r>
              <a:t>АКЦЕНТ</a:t>
            </a:r>
          </a:p>
          <a:p>
            <a:r>
              <a:t>Одна учебная мысль: Почему направление перехода важно</a:t>
            </a:r>
          </a:p>
          <a:p>
            <a:endParaRPr/>
          </a:p>
          <a:p>
            <a:r>
              <a:t>ВОПРОС АУДИТОРИИ</a:t>
            </a:r>
          </a:p>
          <a:p>
            <a:r>
              <a:t>Почему обратный переход дешевле?</a:t>
            </a:r>
          </a:p>
          <a:p>
            <a:endParaRPr/>
          </a:p>
          <a:p>
            <a:r>
              <a:t>КЛИКИ</a:t>
            </a:r>
          </a:p>
          <a:p>
            <a:r>
              <a:t>1. Показать движение из поля в болото: платим 3.</a:t>
            </a:r>
          </a:p>
          <a:p>
            <a:r>
              <a:t>2. Показать обратное направление: вход в поле стоит 1.</a:t>
            </a:r>
          </a:p>
          <a:p>
            <a:endParaRPr/>
          </a:p>
          <a:p>
            <a:r>
              <a:t>ТИПИЧНАЯ ОШИБКА</a:t>
            </a:r>
          </a:p>
          <a:p>
            <a:r>
              <a:t>Симметричная смежность клеток не означает симметричные веса.</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Розовая линия проходит через восемь болотных клеток, оранжевая идёт по полю. Стоимости рассчитаны по ценам входа.</a:t>
            </a:r>
          </a:p>
          <a:p>
            <a:endParaRPr/>
          </a:p>
          <a:p>
            <a:r>
              <a:t>АКЦЕНТ</a:t>
            </a:r>
          </a:p>
          <a:p>
            <a:r>
              <a:t>Одна учебная мысль: Меньше шагов или меньше стоимость?</a:t>
            </a:r>
          </a:p>
          <a:p>
            <a:endParaRPr/>
          </a:p>
          <a:p>
            <a:r>
              <a:t>ВОПРОС АУДИТОРИИ</a:t>
            </a:r>
          </a:p>
          <a:p>
            <a:r>
              <a:t>Какой из маршрутов предпочтёт BFS?</a:t>
            </a:r>
          </a:p>
          <a:p>
            <a:endParaRPr/>
          </a:p>
          <a:p>
            <a:r>
              <a:t>КЛИКИ</a:t>
            </a:r>
          </a:p>
          <a:p>
            <a:r>
              <a:t>1. Раскрыть число шагов и стоимость прямого маршрута: 12 и 28.</a:t>
            </a:r>
          </a:p>
          <a:p>
            <a:r>
              <a:t>2. Раскрыть результат Дейкстры: 16 шагов, цена 16. Оба результата вычислены, а не нарисованы вручную.</a:t>
            </a:r>
          </a:p>
          <a:p>
            <a:endParaRPr/>
          </a:p>
          <a:p>
            <a:r>
              <a:t>ТИПИЧНАЯ ОШИБКА</a:t>
            </a:r>
          </a:p>
          <a:p>
            <a:r>
              <a:t>Не подменять сумму весов количеством рёбер.</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Используйте простой невзвешенный граф, чтобы отделить слои от стоимости местности. Затем верните студентов к карте.</a:t>
            </a:r>
          </a:p>
          <a:p>
            <a:endParaRPr/>
          </a:p>
          <a:p>
            <a:r>
              <a:t>АКЦЕНТ</a:t>
            </a:r>
          </a:p>
          <a:p>
            <a:r>
              <a:t>Одна учебная мысль: BFS выбирает по слоям</a:t>
            </a:r>
          </a:p>
          <a:p>
            <a:endParaRPr/>
          </a:p>
          <a:p>
            <a:r>
              <a:t>ВОПРОС АУДИТОРИИ</a:t>
            </a:r>
          </a:p>
          <a:p>
            <a:r>
              <a:t>Что изменится, если одно ребро будет стоить 10?</a:t>
            </a:r>
          </a:p>
          <a:p>
            <a:endParaRPr/>
          </a:p>
          <a:p>
            <a:r>
              <a:t>КЛИКИ</a:t>
            </a:r>
          </a:p>
          <a:p>
            <a:r>
              <a:t>1. Открыть слой 0: расстояние в числе рёбер равно 0.</a:t>
            </a:r>
          </a:p>
          <a:p>
            <a:r>
              <a:t>2. Открыть слой 1: расстояние в числе рёбер равно 1.</a:t>
            </a:r>
          </a:p>
          <a:p>
            <a:r>
              <a:t>3. Открыть слой 2: расстояние в числе рёбер равно 2.</a:t>
            </a:r>
          </a:p>
          <a:p>
            <a:r>
              <a:t>4. Открыть слой 3: расстояние в числе рёбер равно 3.</a:t>
            </a:r>
          </a:p>
          <a:p>
            <a:endParaRPr/>
          </a:p>
          <a:p>
            <a:r>
              <a:t>ТИПИЧНАЯ ОШИБКА</a:t>
            </a:r>
          </a:p>
          <a:p>
            <a:r>
              <a:t>BFS не анализирует числовые веса.</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Это отдельный небольшой учебный граф. Воспроизведите методический приём пятой лекции: одно ребро, один расчёт, одно обновление.</a:t>
            </a:r>
          </a:p>
          <a:p>
            <a:endParaRPr/>
          </a:p>
          <a:p>
            <a:r>
              <a:t>АКЦЕНТ</a:t>
            </a:r>
          </a:p>
          <a:p>
            <a:r>
              <a:t>Одна учебная мысль: Дейкстра: улучшаем известную оценку</a:t>
            </a:r>
          </a:p>
          <a:p>
            <a:endParaRPr/>
          </a:p>
          <a:p>
            <a:r>
              <a:t>ВОПРОС АУДИТОРИИ</a:t>
            </a:r>
          </a:p>
          <a:p>
            <a:r>
              <a:t>Нужно ли менять parent[A]?</a:t>
            </a:r>
          </a:p>
          <a:p>
            <a:endParaRPr/>
          </a:p>
          <a:p>
            <a:r>
              <a:t>КЛИКИ</a:t>
            </a:r>
          </a:p>
          <a:p>
            <a:r>
              <a:t>1. Посчитать новую стоимость через B: 3+2=5.</a:t>
            </a:r>
          </a:p>
          <a:p>
            <a:r>
              <a:t>2. Сравнить новую оценку со старой 7, обновить g(A) до 5 и приоритет A.</a:t>
            </a:r>
          </a:p>
          <a:p>
            <a:endParaRPr/>
          </a:p>
          <a:p>
            <a:r>
              <a:t>ТИПИЧНАЯ ОШИБКА</a:t>
            </a:r>
          </a:p>
          <a:p>
            <a:r>
              <a:t>Рассмотрение ребра ещё не означает обязательного улучшения.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Покажите широкий фронт. Обработанной считаем вершину, для которой начали разворачивать соседей. Извлечение G завершает поиск без развёртывания, поэтому G в счётчик не входит.</a:t>
            </a:r>
          </a:p>
          <a:p>
            <a:endParaRPr lang="ru-RU"/>
          </a:p>
          <a:p>
            <a:r>
              <a:rPr lang="ru-RU"/>
              <a:t>АКЦЕНТ</a:t>
            </a:r>
          </a:p>
          <a:p>
            <a:r>
              <a:rPr lang="ru-RU"/>
              <a:t>Одна учебная мысль: Дейкстра не использует положение цели</a:t>
            </a:r>
          </a:p>
          <a:p>
            <a:endParaRPr lang="ru-RU"/>
          </a:p>
          <a:p>
            <a:r>
              <a:rPr lang="ru-RU"/>
              <a:t>ВОПРОС АУДИТОРИИ</a:t>
            </a:r>
          </a:p>
          <a:p>
            <a:r>
              <a:rPr lang="ru-RU"/>
              <a:t>Мы знаем, где находится цель. Как использовать это знание при поиске пути?</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118 — число развёртываний, а не длина маршрута.</a:t>
            </a:r>
          </a:p>
          <a:p>
            <a:endParaRPr lang="ru-RU"/>
          </a:p>
          <a:p>
            <a:r>
              <a:rPr lang="ru-RU"/>
              <a:t>ПЕРЕХОД</a:t>
            </a:r>
          </a:p>
          <a:p>
            <a:r>
              <a:rPr lang="ru-RU"/>
              <a:t>Выслушайте предложения, затем введите h(n) как оценку оставшейся стоимости. Сначала научимся вычислять её, затем использовать в алгоритмах.</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h(n) оценивает минимальную оставшуюся стоимость до G. Для её вычисления не требуется заранее строить маршрут. Сейчас разберём две геометрические функции. Истинную стоимость h* и гарантии оптимальности обсудим после работы A*.</a:t>
            </a:r>
          </a:p>
          <a:p>
            <a:endParaRPr lang="ru-RU"/>
          </a:p>
          <a:p>
            <a:r>
              <a:rPr lang="ru-RU"/>
              <a:t>АКЦЕНТ</a:t>
            </a:r>
          </a:p>
          <a:p>
            <a:r>
              <a:rPr lang="ru-RU"/>
              <a:t>Одна учебная мысль: Эвристика оценивает оставшуюся стоимость</a:t>
            </a:r>
          </a:p>
          <a:p>
            <a:endParaRPr lang="ru-RU"/>
          </a:p>
          <a:p>
            <a:r>
              <a:rPr lang="ru-RU"/>
              <a:t>ВОПРОС АУДИТОРИИ</a:t>
            </a:r>
          </a:p>
          <a:p>
            <a:r>
              <a:rPr lang="ru-RU"/>
              <a:t>Нужно ли знать весь маршрут, чтобы приблизительно оценить, насколько далеко до цели?</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 путать геометрическую оценку с реальной стоимостью маршрута.</a:t>
            </a:r>
          </a:p>
          <a:p>
            <a:endParaRPr lang="ru-RU"/>
          </a:p>
          <a:p>
            <a:r>
              <a:rPr lang="ru-RU"/>
              <a:t>ПЕРЕХОД</a:t>
            </a:r>
          </a:p>
          <a:p>
            <a:r>
              <a:rPr lang="ru-RU"/>
              <a:t>На карте разрешены четыре направления. Введём Manhattan и вычислим её по координатам.</a:t>
            </a:r>
          </a:p>
          <a:p>
            <a:endParaRPr lang="ru-RU"/>
          </a:p>
          <a:p>
            <a:r>
              <a:rPr lang="ru-RU"/>
              <a:t>МЕТОДИЧЕСКИЙ ИСТОЧНИК</a:t>
            </a:r>
          </a:p>
          <a:p>
            <a:r>
              <a:rPr lang="ru-RU"/>
              <a:t>https://inst.eecs.berkeley.edu/~cs188/textbook/search/informed.html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Это фрагмент общей карты: n=(9,3), G=(13,5). Manhattan складывает модули разностей координат. При движении вверх, вниз, влево и вправо горизонтальное и вертикальное расстояния преодолеваются отдельными шагами. Сначала вычислите обе разности, затем сумму. Типы клеток и стены оценка не учитывает; маршрут ещё не построен.</a:t>
            </a:r>
          </a:p>
          <a:p>
            <a:endParaRPr lang="ru-RU"/>
          </a:p>
          <a:p>
            <a:r>
              <a:rPr lang="ru-RU"/>
              <a:t>АКЦЕНТ</a:t>
            </a:r>
          </a:p>
          <a:p>
            <a:r>
              <a:rPr lang="ru-RU"/>
              <a:t>Одна учебная мысль: Манхэттенское расстояние</a:t>
            </a:r>
          </a:p>
          <a:p>
            <a:endParaRPr lang="ru-RU"/>
          </a:p>
          <a:p>
            <a:r>
              <a:rPr lang="ru-RU"/>
              <a:t>ВОПРОС АУДИТОРИИ</a:t>
            </a:r>
          </a:p>
          <a:p>
            <a:r>
              <a:rPr lang="ru-RU"/>
              <a:t>Сколько шагов по горизонтали и вертикали отделяют n от G, если временно не учитывать препятствия?</a:t>
            </a:r>
          </a:p>
          <a:p>
            <a:endParaRPr lang="ru-RU"/>
          </a:p>
          <a:p>
            <a:r>
              <a:rPr lang="ru-RU"/>
              <a:t>КЛИКИ</a:t>
            </a:r>
          </a:p>
          <a:p>
            <a:r>
              <a:rPr lang="ru-RU"/>
              <a:t>1. Показать горизонтальный отрезок и вычисление |13−9|=4.</a:t>
            </a:r>
          </a:p>
          <a:p>
            <a:r>
              <a:rPr lang="ru-RU"/>
              <a:t>2. Добавить вертикальный отрезок и вычисление |5−3|=2.</a:t>
            </a:r>
          </a:p>
          <a:p>
            <a:r>
              <a:rPr lang="ru-RU"/>
              <a:t>3. Раскрыть сумму h=4+2=6. Пунктир показывает геометрическую оценку, а не найденный разрешённый маршрут.</a:t>
            </a:r>
          </a:p>
          <a:p>
            <a:endParaRPr lang="ru-RU"/>
          </a:p>
          <a:p>
            <a:r>
              <a:rPr lang="ru-RU"/>
              <a:t>ТИПИЧНАЯ ОШИБКА</a:t>
            </a:r>
          </a:p>
          <a:p>
            <a:r>
              <a:rPr lang="ru-RU"/>
              <a:t>Не считать диагональ допустимым перемещением.</a:t>
            </a:r>
          </a:p>
          <a:p>
            <a:endParaRPr lang="ru-RU"/>
          </a:p>
          <a:p>
            <a:r>
              <a:rPr lang="ru-RU"/>
              <a:t>ПЕРЕХОД</a:t>
            </a:r>
          </a:p>
          <a:p>
            <a:r>
              <a:rPr lang="ru-RU"/>
              <a:t>Для тех же точек рассмотрим расстояние по прямой. Сравниваем способы оценки, не меняя правила движения.</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Сохраняем n=(9,3) и G=(13,5). По теореме Пифагора расстояние по прямой равно √(4²+2²)=√20≈4,47. Мы меняем способ оценки, а не набор допустимых действий. Прямая может проходить через стены и дорогую местность, поэтому она не является готовым маршрутом.</a:t>
            </a:r>
          </a:p>
          <a:p>
            <a:endParaRPr lang="ru-RU"/>
          </a:p>
          <a:p>
            <a:r>
              <a:rPr lang="ru-RU"/>
              <a:t>АКЦЕНТ</a:t>
            </a:r>
          </a:p>
          <a:p>
            <a:r>
              <a:rPr lang="ru-RU"/>
              <a:t>Одна учебная мысль: Евклидово расстояние</a:t>
            </a:r>
          </a:p>
          <a:p>
            <a:endParaRPr lang="ru-RU"/>
          </a:p>
          <a:p>
            <a:r>
              <a:rPr lang="ru-RU"/>
              <a:t>ВОПРОС АУДИТОРИИ</a:t>
            </a:r>
          </a:p>
          <a:p>
            <a:r>
              <a:rPr lang="ru-RU"/>
              <a:t>Почему отрезок не длиннее ломаной по осям?</a:t>
            </a:r>
          </a:p>
          <a:p>
            <a:endParaRPr lang="ru-RU"/>
          </a:p>
          <a:p>
            <a:r>
              <a:rPr lang="ru-RU"/>
              <a:t>КЛИКИ</a:t>
            </a:r>
          </a:p>
          <a:p>
            <a:r>
              <a:rPr lang="ru-RU"/>
              <a:t>1. Показать отрезок по прямой и вычислить корень из двадцати.</a:t>
            </a:r>
          </a:p>
          <a:p>
            <a:endParaRPr lang="ru-RU"/>
          </a:p>
          <a:p>
            <a:r>
              <a:rPr lang="ru-RU"/>
              <a:t>ТИПИЧНАЯ ОШИБКА</a:t>
            </a:r>
          </a:p>
          <a:p>
            <a:r>
              <a:rPr lang="ru-RU"/>
              <a:t>Евклидова оценка не разрешает диагональные шаги.</a:t>
            </a:r>
          </a:p>
          <a:p>
            <a:endParaRPr lang="ru-RU"/>
          </a:p>
          <a:p>
            <a:r>
              <a:rPr lang="ru-RU"/>
              <a:t>ПЕРЕХОД</a:t>
            </a:r>
          </a:p>
          <a:p>
            <a:r>
              <a:rPr lang="ru-RU"/>
              <a:t>Теперь сопоставим обе оценки на одной схеме и свяжем их с правилами движения.</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На одной схеме показаны обе оценки для той же пары точек. Manhattan даёт 6 по осям, Euclidean — √20≈4,47 по прямой. Для четырёх направлений Manhattan учитывает геометрию разрешённых шагов точнее. Если разрешить иные движения или изменить их цену, способ оценки нужно пересмотреть. Здесь достаточно этой интуиции; допустимость, согласованность и h* вводятся после A*.</a:t>
            </a:r>
          </a:p>
          <a:p>
            <a:endParaRPr lang="ru-RU"/>
          </a:p>
          <a:p>
            <a:r>
              <a:rPr lang="ru-RU"/>
              <a:t>АКЦЕНТ</a:t>
            </a:r>
          </a:p>
          <a:p>
            <a:r>
              <a:rPr lang="ru-RU"/>
              <a:t>Способ оценки связан с моделью движения. Меньшее геометрическое расстояние не является готовым маршрутом.</a:t>
            </a:r>
          </a:p>
          <a:p>
            <a:endParaRPr lang="ru-RU"/>
          </a:p>
          <a:p>
            <a:r>
              <a:rPr lang="ru-RU"/>
              <a:t>ВОПРОС АУДИТОРИИ</a:t>
            </a:r>
          </a:p>
          <a:p>
            <a:r>
              <a:rPr lang="ru-RU"/>
              <a:t>Что изменится в выборе оценки, если разрешить диагональное движение? Нужно ли знать цену диагонального шага?</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 менять правила движения только потому, что на схеме проведён отрезок по прямой.</a:t>
            </a:r>
          </a:p>
          <a:p>
            <a:endParaRPr lang="ru-RU"/>
          </a:p>
          <a:p>
            <a:r>
              <a:rPr lang="ru-RU"/>
              <a:t>ПЕРЕХОД</a:t>
            </a:r>
          </a:p>
          <a:p>
            <a:r>
              <a:rPr lang="ru-RU"/>
              <a:t>Предложите самостоятельно вычислить обе оценки для другой пары точек. Ответы открывайте только после попытки аудитории.</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Самостоятельное упражнение использует другую пару координат, не меняя старт, цель и данные основной карты. Дайте аудитории время вычислить обе оценки. Модули разностей равны 6 и 4. Manhattan=10, Euclidean=√52≈7,21.</a:t>
            </a:r>
          </a:p>
          <a:p>
            <a:endParaRPr lang="ru-RU"/>
          </a:p>
          <a:p>
            <a:r>
              <a:rPr lang="ru-RU"/>
              <a:t>АКЦЕНТ</a:t>
            </a:r>
          </a:p>
          <a:p>
            <a:r>
              <a:rPr lang="ru-RU"/>
              <a:t>Студенты самостоятельно вычисляют h до её использования в Greedy и A*.</a:t>
            </a:r>
          </a:p>
          <a:p>
            <a:endParaRPr lang="ru-RU"/>
          </a:p>
          <a:p>
            <a:r>
              <a:rPr lang="ru-RU"/>
              <a:t>ВОПРОС АУДИТОРИИ</a:t>
            </a:r>
          </a:p>
          <a:p>
            <a:r>
              <a:rPr lang="ru-RU"/>
              <a:t>Для n=(2,3) и G=(8,7) чему равны Manhattan и Euclidean? Объясните каждое вычисление.</a:t>
            </a:r>
          </a:p>
          <a:p>
            <a:endParaRPr lang="ru-RU"/>
          </a:p>
          <a:p>
            <a:r>
              <a:rPr lang="ru-RU"/>
              <a:t>КЛИКИ</a:t>
            </a:r>
          </a:p>
          <a:p>
            <a:r>
              <a:rPr lang="ru-RU"/>
              <a:t>1. После ответов показать модули разностей: |8−2|=6 и |7−3|=4.</a:t>
            </a:r>
          </a:p>
          <a:p>
            <a:r>
              <a:rPr lang="ru-RU"/>
              <a:t>2. Раскрыть Manhattan: 6+4=10.</a:t>
            </a:r>
          </a:p>
          <a:p>
            <a:r>
              <a:rPr lang="ru-RU"/>
              <a:t>3. Раскрыть Euclidean: √(6²+4²)=√52≈7,21. Перед щелчком спросить, почему результат меньше 10.</a:t>
            </a:r>
          </a:p>
          <a:p>
            <a:endParaRPr lang="ru-RU"/>
          </a:p>
          <a:p>
            <a:r>
              <a:rPr lang="ru-RU"/>
              <a:t>ТИПИЧНАЯ ОШИБКА</a:t>
            </a:r>
          </a:p>
          <a:p>
            <a:r>
              <a:rPr lang="ru-RU"/>
              <a:t>В Euclidean извлекают корень из суммы квадратов, а не складывают координаты или их квадраты без корня.</a:t>
            </a:r>
          </a:p>
          <a:p>
            <a:endParaRPr lang="ru-RU"/>
          </a:p>
          <a:p>
            <a:r>
              <a:rPr lang="ru-RU"/>
              <a:t>ПЕРЕХОД</a:t>
            </a:r>
          </a:p>
          <a:p>
            <a:r>
              <a:rPr lang="ru-RU"/>
              <a:t>h уже умеем вычислять. Вернёмся к основной карте и посмотрим, как Greedy использует её для выбора из OPEN.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Это реальные кандидаты ранней части поиска, сравниваем по h. OPEN означает обнаруженные, но ещё не обработанные состояния. CLOSED содержит состояния, для которых уже проверили соседей. current — вершина, извлечённая из OPEN для обработки.</a:t>
            </a:r>
          </a:p>
          <a:p>
            <a:endParaRPr lang="ru-RU"/>
          </a:p>
          <a:p>
            <a:r>
              <a:rPr lang="ru-RU"/>
              <a:t>АКЦЕНТ</a:t>
            </a:r>
          </a:p>
          <a:p>
            <a:r>
              <a:rPr lang="ru-RU"/>
              <a:t>Одна учебная мысль: Жадный выбор: минимальное h</a:t>
            </a:r>
          </a:p>
          <a:p>
            <a:endParaRPr lang="ru-RU"/>
          </a:p>
          <a:p>
            <a:r>
              <a:rPr lang="ru-RU"/>
              <a:t>ВОПРОС АУДИТОРИИ</a:t>
            </a:r>
          </a:p>
          <a:p>
            <a:r>
              <a:rPr lang="ru-RU"/>
              <a:t>Какая цена входа не повлияла на решение?</a:t>
            </a:r>
          </a:p>
          <a:p>
            <a:endParaRPr lang="ru-RU"/>
          </a:p>
          <a:p>
            <a:r>
              <a:rPr lang="ru-RU"/>
              <a:t>КЛИКИ</a:t>
            </a:r>
          </a:p>
          <a:p>
            <a:r>
              <a:rPr lang="ru-RU"/>
              <a:t>1. Открыть ответ: h=9 минимально. Цена входа в болото 3 не участвует в выборе.</a:t>
            </a:r>
          </a:p>
          <a:p>
            <a:endParaRPr lang="ru-RU"/>
          </a:p>
          <a:p>
            <a:r>
              <a:rPr lang="ru-RU"/>
              <a:t>ТИПИЧНАЯ ОШИБКА</a:t>
            </a:r>
          </a:p>
          <a:p>
            <a:r>
              <a:rPr lang="ru-RU"/>
              <a:t>Не путать Greedy Best-First Search с Breadth-First Search.</a:t>
            </a:r>
          </a:p>
          <a:p>
            <a:endParaRPr lang="ru-RU"/>
          </a:p>
          <a:p>
            <a:r>
              <a:rPr lang="ru-RU"/>
              <a:t>ПЕРЕХОД</a:t>
            </a:r>
          </a:p>
          <a:p>
            <a:r>
              <a:rPr lang="ru-RU"/>
              <a:t>Правило Greedy известно: минимум h. Проследим его работу с начального состояния S, сохраняя те же карту и порядок соседей.</a:t>
            </a:r>
          </a:p>
          <a:p>
            <a:endParaRPr lang="ru-RU"/>
          </a:p>
          <a:p>
            <a:r>
              <a:rPr lang="ru-RU"/>
              <a:t>МЕТОДИЧЕСКИЙ ИСТОЧНИК</a:t>
            </a:r>
          </a:p>
          <a:p>
            <a:r>
              <a:rPr lang="ru-RU"/>
              <a:t>https://inst.eecs.berkeley.edu/~cs188/textbook/search/informed.html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Задайте начальное состояние Greedy. h(S)=12, так как цель на 12 столбцов правее.</a:t>
            </a:r>
          </a:p>
          <a:p>
            <a:endParaRPr/>
          </a:p>
          <a:p>
            <a:r>
              <a:t>АКЦЕНТ</a:t>
            </a:r>
          </a:p>
          <a:p>
            <a:r>
              <a:t>Одна учебная мысль: Greedy: начальное состояние</a:t>
            </a:r>
          </a:p>
          <a:p>
            <a:endParaRPr/>
          </a:p>
          <a:p>
            <a:r>
              <a:t>ВОПРОС АУДИТОРИИ</a:t>
            </a:r>
          </a:p>
          <a:p>
            <a:r>
              <a:t>Почему S выбирается первой?</a:t>
            </a:r>
          </a:p>
          <a:p>
            <a:endParaRPr/>
          </a:p>
          <a:p>
            <a:r>
              <a:t>КЛИКИ</a:t>
            </a:r>
          </a:p>
          <a:p>
            <a:r>
              <a:t>Отдельных анимационных щелчков нет. Следующий щелчок переключает слайд.</a:t>
            </a:r>
          </a:p>
          <a:p>
            <a:endParaRPr/>
          </a:p>
          <a:p>
            <a:r>
              <a:t>ТИПИЧНАЯ ОШИБКА</a:t>
            </a:r>
          </a:p>
          <a:p>
            <a:r>
              <a:t>h оценивает остаток, а не накопленную цену.</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greedy, развёртывание №1. До щелчков видны OPEN перед выбором и состояние карты после предыдущего развёртывания. На этом слайде подробно разбирается ребро к (2,5); итоговая таблица включает также остальные соседние клетки. Greedy сохраняет первый обнаруженный путь и выбирает минимум h.</a:t>
            </a:r>
          </a:p>
          <a:p>
            <a:endParaRPr/>
          </a:p>
          <a:p>
            <a:r>
              <a:t>АКЦЕНТ</a:t>
            </a:r>
          </a:p>
          <a:p>
            <a:r>
              <a:t>Одна учебная мысль: Greedy: раскрываем соседей S</a:t>
            </a:r>
          </a:p>
          <a:p>
            <a:endParaRPr/>
          </a:p>
          <a:p>
            <a:r>
              <a:t>ВОПРОС АУДИТОРИИ</a:t>
            </a:r>
          </a:p>
          <a:p>
            <a:r>
              <a:t>Какой кандидат new_g или h получится для (2,5)?</a:t>
            </a:r>
          </a:p>
          <a:p>
            <a:endParaRPr/>
          </a:p>
          <a:p>
            <a:r>
              <a:t>КЛИКИ</a:t>
            </a:r>
          </a:p>
          <a:p>
            <a:r>
              <a:t>1. Выбрать (1,5): h=12 — минимум среди кандидатов.</a:t>
            </a:r>
          </a:p>
          <a:p>
            <a:r>
              <a:t>2. Рассмотреть ровно одно ребро (1,5) → (2,5). Цена входа в соседа равна 1. Остальные соседи будут учтены в итоговом состоянии шага.</a:t>
            </a:r>
          </a:p>
          <a:p>
            <a:r>
              <a:t>3. Посчитать h соседа: 11. Стоимость входа не входит в ключ приоритета Greedy.</a:t>
            </a:r>
          </a:p>
          <a:p>
            <a:r>
              <a:t>4. Добавляем (2,5) с h=11. Следующий минимум: (2,5).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greedy, развёртывание №2. До щелчков видны OPEN перед выбором и состояние карты после предыдущего развёртывания. На этом слайде подробно разбирается ребро к (3,5); итоговая таблица включает также остальные соседние клетки. Greedy сохраняет первый обнаруженный путь и выбирает минимум h.</a:t>
            </a:r>
          </a:p>
          <a:p>
            <a:endParaRPr/>
          </a:p>
          <a:p>
            <a:r>
              <a:t>АКЦЕНТ</a:t>
            </a:r>
          </a:p>
          <a:p>
            <a:r>
              <a:t>Одна учебная мысль: Greedy: выбираем (2,5)</a:t>
            </a:r>
          </a:p>
          <a:p>
            <a:endParaRPr/>
          </a:p>
          <a:p>
            <a:r>
              <a:t>ВОПРОС АУДИТОРИИ</a:t>
            </a:r>
          </a:p>
          <a:p>
            <a:r>
              <a:t>Какой кандидат new_g или h получится для (3,5)?</a:t>
            </a:r>
          </a:p>
          <a:p>
            <a:endParaRPr/>
          </a:p>
          <a:p>
            <a:r>
              <a:t>КЛИКИ</a:t>
            </a:r>
          </a:p>
          <a:p>
            <a:r>
              <a:t>1. Выбрать (2,5): h=11 — минимум среди кандидатов.</a:t>
            </a:r>
          </a:p>
          <a:p>
            <a:r>
              <a:t>2. Рассмотреть ровно одно ребро (2,5) → (3,5). Цена входа в соседа равна 1. Остальные соседи будут учтены в итоговом состоянии шага.</a:t>
            </a:r>
          </a:p>
          <a:p>
            <a:r>
              <a:t>3. Посчитать h соседа: 10. Стоимость входа не входит в ключ приоритета Greedy.</a:t>
            </a:r>
          </a:p>
          <a:p>
            <a:r>
              <a:t>4. Добавляем (3,5) с h=10. Следующий минимум: (3,5).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greedy, развёртывание №3. До щелчков видны OPEN перед выбором и состояние карты после предыдущего развёртывания. На этом слайде подробно разбирается ребро к (4,5); итоговая таблица включает также остальные соседние клетки. Greedy сохраняет первый обнаруженный путь и выбирает минимум h.</a:t>
            </a:r>
          </a:p>
          <a:p>
            <a:endParaRPr/>
          </a:p>
          <a:p>
            <a:r>
              <a:t>АКЦЕНТ</a:t>
            </a:r>
          </a:p>
          <a:p>
            <a:r>
              <a:t>Одна учебная мысль: Greedy: выбираем (3,5)</a:t>
            </a:r>
          </a:p>
          <a:p>
            <a:endParaRPr/>
          </a:p>
          <a:p>
            <a:r>
              <a:t>ВОПРОС АУДИТОРИИ</a:t>
            </a:r>
          </a:p>
          <a:p>
            <a:r>
              <a:t>Какой кандидат new_g или h получится для (4,5)?</a:t>
            </a:r>
          </a:p>
          <a:p>
            <a:endParaRPr/>
          </a:p>
          <a:p>
            <a:r>
              <a:t>КЛИКИ</a:t>
            </a:r>
          </a:p>
          <a:p>
            <a:r>
              <a:t>1. Выбрать (3,5): h=10 — минимум среди кандидатов.</a:t>
            </a:r>
          </a:p>
          <a:p>
            <a:r>
              <a:t>2. Рассмотреть ровно одно ребро (3,5) → (4,5). Цена входа в соседа равна 3. Остальные соседи будут учтены в итоговом состоянии шага.</a:t>
            </a:r>
          </a:p>
          <a:p>
            <a:r>
              <a:t>3. Посчитать h соседа: 9. Стоимость входа не входит в ключ приоритета Greedy.</a:t>
            </a:r>
          </a:p>
          <a:p>
            <a:r>
              <a:t>4. Добавляем (4,5) с h=9. Следующий минимум: (4,5).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greedy, развёртывание №4. До щелчков видны OPEN перед выбором и состояние карты после предыдущего развёртывания. На этом слайде подробно разбирается ребро к (5,5); итоговая таблица включает также остальные соседние клетки. Greedy сохраняет первый обнаруженный путь и выбирает минимум h.</a:t>
            </a:r>
          </a:p>
          <a:p>
            <a:endParaRPr/>
          </a:p>
          <a:p>
            <a:r>
              <a:t>АКЦЕНТ</a:t>
            </a:r>
          </a:p>
          <a:p>
            <a:r>
              <a:t>Одна учебная мысль: Greedy: вход в болото не меняет ключ</a:t>
            </a:r>
          </a:p>
          <a:p>
            <a:endParaRPr/>
          </a:p>
          <a:p>
            <a:r>
              <a:t>ВОПРОС АУДИТОРИИ</a:t>
            </a:r>
          </a:p>
          <a:p>
            <a:r>
              <a:t>Какой кандидат new_g или h получится для (5,5)?</a:t>
            </a:r>
          </a:p>
          <a:p>
            <a:endParaRPr/>
          </a:p>
          <a:p>
            <a:r>
              <a:t>КЛИКИ</a:t>
            </a:r>
          </a:p>
          <a:p>
            <a:r>
              <a:t>1. Выбрать (4,5): h=9 — минимум среди кандидатов.</a:t>
            </a:r>
          </a:p>
          <a:p>
            <a:r>
              <a:t>2. Рассмотреть ровно одно ребро (4,5) → (5,5). Цена входа в соседа равна 3. Остальные соседи будут учтены в итоговом состоянии шага.</a:t>
            </a:r>
          </a:p>
          <a:p>
            <a:r>
              <a:t>3. Посчитать h соседа: 8. Стоимость входа не входит в ключ приоритета Greedy.</a:t>
            </a:r>
          </a:p>
          <a:p>
            <a:r>
              <a:t>4. Добавляем (5,5) с h=8. Следующий минимум: (5,5).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Последовательно продолжите тот же запуск Greedy. Здесь показаны все оставшиеся развёртывания после первых четырёх подробно разобранных. Предыдущая панель исчезает на том же щелчке, на котором появляется следующая.</a:t>
            </a:r>
          </a:p>
          <a:p>
            <a:endParaRPr/>
          </a:p>
          <a:p>
            <a:r>
              <a:t>АКЦЕНТ</a:t>
            </a:r>
          </a:p>
          <a:p>
            <a:r>
              <a:t>Одна учебная мысль: Greedy: продолжаем до цели</a:t>
            </a:r>
          </a:p>
          <a:p>
            <a:endParaRPr/>
          </a:p>
          <a:p>
            <a:r>
              <a:t>ВОПРОС АУДИТОРИИ</a:t>
            </a:r>
          </a:p>
          <a:p>
            <a:r>
              <a:t>Как изменяется h текущей клетки при продвижении по прямой?</a:t>
            </a:r>
          </a:p>
          <a:p>
            <a:endParaRPr/>
          </a:p>
          <a:p>
            <a:r>
              <a:t>КЛИКИ</a:t>
            </a:r>
          </a:p>
          <a:p>
            <a:r>
              <a:t>1. Кадр 5: выбрать (5,5) по минимальному h=8; показать обновлённый фронт.</a:t>
            </a:r>
          </a:p>
          <a:p>
            <a:r>
              <a:t>2. Кадр 6: выбрать (6,5) по минимальному h=7; показать обновлённый фронт.</a:t>
            </a:r>
          </a:p>
          <a:p>
            <a:r>
              <a:t>3. Кадр 7: выбрать (7,5) по минимальному h=6; показать обновлённый фронт.</a:t>
            </a:r>
          </a:p>
          <a:p>
            <a:r>
              <a:t>4. Кадр 8: выбрать (8,5) по минимальному h=5; показать обновлённый фронт.</a:t>
            </a:r>
          </a:p>
          <a:p>
            <a:r>
              <a:t>5. Кадр 9: выбрать (9,5) по минимальному h=4; показать обновлённый фронт.</a:t>
            </a:r>
          </a:p>
          <a:p>
            <a:r>
              <a:t>6. Кадр 10: выбрать (10,5) по минимальному h=3; показать обновлённый фронт.</a:t>
            </a:r>
          </a:p>
          <a:p>
            <a:r>
              <a:t>7. Кадр 11: выбрать (11,5) по минимальному h=2; показать обновлённый фронт.</a:t>
            </a:r>
          </a:p>
          <a:p>
            <a:r>
              <a:t>8. Кадр 12: выбрать (12,5) по минимальному h=1; показать обновлённый фронт.</a:t>
            </a:r>
          </a:p>
          <a:p>
            <a:r>
              <a:t>9. Кадр 13: извлечь цель; соседей не разворачивать; показать маршрут.</a:t>
            </a:r>
          </a:p>
          <a:p>
            <a:endParaRPr/>
          </a:p>
          <a:p>
            <a:r>
              <a:t>ТИПИЧНАЯ ОШИБКА</a:t>
            </a:r>
          </a:p>
          <a:p>
            <a:r>
              <a:t>Показан фронт исследования, а не заранее записанное движение персонажа.</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Обе линии получены настоящими алгоритмами. Розовая — жадный путь, оранжевая — оптимальный.</a:t>
            </a:r>
          </a:p>
          <a:p>
            <a:endParaRPr lang="ru-RU"/>
          </a:p>
          <a:p>
            <a:r>
              <a:rPr lang="ru-RU"/>
              <a:t>АКЦЕНТ</a:t>
            </a:r>
          </a:p>
          <a:p>
            <a:r>
              <a:rPr lang="ru-RU"/>
              <a:t>Одна учебная мысль: Жадный путь и оптимальный обход</a:t>
            </a:r>
          </a:p>
          <a:p>
            <a:endParaRPr lang="ru-RU"/>
          </a:p>
          <a:p>
            <a:r>
              <a:rPr lang="ru-RU"/>
              <a:t>ВОПРОС АУДИТОРИИ</a:t>
            </a:r>
          </a:p>
          <a:p>
            <a:r>
              <a:rPr lang="ru-RU"/>
              <a:t>Какой информации не хватило жадному приоритету?</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Малое число развёртываний не является гарантией оптимальности.</a:t>
            </a:r>
          </a:p>
          <a:p>
            <a:endParaRPr lang="ru-RU"/>
          </a:p>
          <a:p>
            <a:r>
              <a:rPr lang="ru-RU"/>
              <a:t>ПЕРЕХОД</a:t>
            </a:r>
          </a:p>
          <a:p>
            <a:r>
              <a:rPr lang="ru-RU"/>
              <a:t>Спросите, какой информации не хватает Greedy. Перейдите к A*: объединим уже потраченную стоимость g с оценкой остатка 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Предложите студентам объединить две величины, прежде чем раскрыть формулу.</a:t>
            </a:r>
          </a:p>
          <a:p>
            <a:endParaRPr/>
          </a:p>
          <a:p>
            <a:r>
              <a:t>АКЦЕНТ</a:t>
            </a:r>
          </a:p>
          <a:p>
            <a:r>
              <a:t>Одна учебная мысль: Две идеи для одного приоритета</a:t>
            </a:r>
          </a:p>
          <a:p>
            <a:endParaRPr/>
          </a:p>
          <a:p>
            <a:r>
              <a:t>ВОПРОС АУДИТОРИИ</a:t>
            </a:r>
          </a:p>
          <a:p>
            <a:r>
              <a:t>Как оценить полную цену маршрута через n?</a:t>
            </a:r>
          </a:p>
          <a:p>
            <a:endParaRPr/>
          </a:p>
          <a:p>
            <a:r>
              <a:t>КЛИКИ</a:t>
            </a:r>
          </a:p>
          <a:p>
            <a:r>
              <a:t>1. Открыть сумму g+h как новый приоритет. Обе исходные идеи сохраняют смысл.</a:t>
            </a:r>
          </a:p>
          <a:p>
            <a:endParaRPr/>
          </a:p>
          <a:p>
            <a:r>
              <a:t>ТИПИЧНАЯ ОШИБКА</a:t>
            </a:r>
          </a:p>
          <a:p>
            <a:r>
              <a:t>Не складывать несопоставимые величины: h должна оценивать ту же стоимость, что и g.</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На реальном фрагменте отделите накопленную стоимость от геометрического расстояния. Значение g может улучшаться позднее.</a:t>
            </a:r>
          </a:p>
          <a:p>
            <a:endParaRPr/>
          </a:p>
          <a:p>
            <a:r>
              <a:t>АКЦЕНТ</a:t>
            </a:r>
          </a:p>
          <a:p>
            <a:r>
              <a:t>Одна учебная мысль: g(n): уже найденная цена от старта</a:t>
            </a:r>
          </a:p>
          <a:p>
            <a:endParaRPr/>
          </a:p>
          <a:p>
            <a:r>
              <a:t>ВОПРОС АУДИТОРИИ</a:t>
            </a:r>
          </a:p>
          <a:p>
            <a:r>
              <a:t>Почему здесь три шага, а g равно пяти?</a:t>
            </a:r>
          </a:p>
          <a:p>
            <a:endParaRPr/>
          </a:p>
          <a:p>
            <a:r>
              <a:t>КЛИКИ</a:t>
            </a:r>
          </a:p>
          <a:p>
            <a:r>
              <a:t>1. Раскрыть сумму цен входа: поле, поле, болото. Начальная клетка даёт 0.</a:t>
            </a:r>
          </a:p>
          <a:p>
            <a:endParaRPr/>
          </a:p>
          <a:p>
            <a:r>
              <a:t>ТИПИЧНАЯ ОШИБКА</a:t>
            </a:r>
          </a:p>
          <a:p>
            <a:r>
              <a:t>g обнаруженной вершины не обязательно окончательно.</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Коротко напомните уже вычисленное h(9,3)=6, не повторяя обучение Manhattan. Главный вопрос: что меняется при нахождении другого пути к той же клетке? g может улучшиться, а h для фиксированных n, G и модели остаётся прежней.</a:t>
            </a:r>
          </a:p>
          <a:p>
            <a:endParaRPr lang="ru-RU"/>
          </a:p>
          <a:p>
            <a:r>
              <a:rPr lang="ru-RU"/>
              <a:t>АКЦЕНТ</a:t>
            </a:r>
          </a:p>
          <a:p>
            <a:r>
              <a:rPr lang="ru-RU"/>
              <a:t>Одна учебная мысль: h(n): оценка ещё не пройденного пути</a:t>
            </a:r>
          </a:p>
          <a:p>
            <a:endParaRPr lang="ru-RU"/>
          </a:p>
          <a:p>
            <a:r>
              <a:rPr lang="ru-RU"/>
              <a:t>ВОПРОС АУДИТОРИИ</a:t>
            </a:r>
          </a:p>
          <a:p>
            <a:r>
              <a:rPr lang="ru-RU"/>
              <a:t>Если в ту же клетку пришли более дешёвым путём, изменится g, h или обе величины?</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 путать геометрическую оценку с реальной стоимостью маршрута.</a:t>
            </a:r>
          </a:p>
          <a:p>
            <a:endParaRPr lang="ru-RU"/>
          </a:p>
          <a:p>
            <a:r>
              <a:rPr lang="ru-RU"/>
              <a:t>ПЕРЕХОД</a:t>
            </a:r>
          </a:p>
          <a:p>
            <a:r>
              <a:rPr lang="ru-RU"/>
              <a:t>Теперь сложим найденную стоимость g и оценку остатка h, чтобы получить приоритет f.</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Левый пример получен на общей карте; правый нужен только для арифметики суммы. Не приписывайте 4,5,9 реальной клетке нашей карты.</a:t>
            </a:r>
          </a:p>
          <a:p>
            <a:endParaRPr/>
          </a:p>
          <a:p>
            <a:r>
              <a:t>АКЦЕНТ</a:t>
            </a:r>
          </a:p>
          <a:p>
            <a:r>
              <a:t>Одна учебная мысль: f(n): оценка полного пути через n</a:t>
            </a:r>
          </a:p>
          <a:p>
            <a:endParaRPr/>
          </a:p>
          <a:p>
            <a:r>
              <a:t>ВОПРОС АУДИТОРИИ</a:t>
            </a:r>
          </a:p>
          <a:p>
            <a:r>
              <a:t>Можно ли считать f точной полной стоимостью?</a:t>
            </a:r>
          </a:p>
          <a:p>
            <a:endParaRPr/>
          </a:p>
          <a:p>
            <a:r>
              <a:t>КЛИКИ</a:t>
            </a:r>
          </a:p>
          <a:p>
            <a:r>
              <a:t>Отдельных анимационных щелчков нет. Следующий щелчок переключает слайд.</a:t>
            </a:r>
          </a:p>
          <a:p>
            <a:endParaRPr/>
          </a:p>
          <a:p>
            <a:r>
              <a:t>ТИПИЧНАЯ ОШИБКА</a:t>
            </a:r>
          </a:p>
          <a:p>
            <a:r>
              <a:t>f — оценка стоимости через n, а не уже найденный ответ.</a:t>
            </a:r>
          </a:p>
          <a:p>
            <a:endParaRPr/>
          </a:p>
          <a:p>
            <a:r>
              <a:t>ПЕРЕХОД</a:t>
            </a:r>
          </a:p>
          <a:p>
            <a:r>
              <a:t>После ответа переходите к следующему слайду.</a:t>
            </a:r>
          </a:p>
          <a:p>
            <a:endParaRPr/>
          </a:p>
          <a:p>
            <a:r>
              <a:t>МЕТОДИЧЕСКИЙ ИСТОЧНИК</a:t>
            </a:r>
          </a:p>
          <a:p>
            <a:r>
              <a:t>https://inst.eecs.berkeley.edu/~cs188/textbook/search/informed.html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Дайте аудитории время сложить g+h. Покажите, что меньшее g само по себе не определяет выбор.</a:t>
            </a:r>
          </a:p>
          <a:p>
            <a:endParaRPr/>
          </a:p>
          <a:p>
            <a:r>
              <a:t>АКЦЕНТ</a:t>
            </a:r>
          </a:p>
          <a:p>
            <a:r>
              <a:t>Одна учебная мысль: Как A* выбирает следующую вершину?</a:t>
            </a:r>
          </a:p>
          <a:p>
            <a:endParaRPr/>
          </a:p>
          <a:p>
            <a:r>
              <a:t>ВОПРОС АУДИТОРИИ</a:t>
            </a:r>
          </a:p>
          <a:p>
            <a:r>
              <a:t>Почему (1,7) с g=2 не выбирается?</a:t>
            </a:r>
          </a:p>
          <a:p>
            <a:endParaRPr/>
          </a:p>
          <a:p>
            <a:r>
              <a:t>КЛИКИ</a:t>
            </a:r>
          </a:p>
          <a:p>
            <a:r>
              <a:t>1. Показать ответ: у первых трёх f=14, у четвёртой f=16. FIFO выбирает (4,5).</a:t>
            </a:r>
          </a:p>
          <a:p>
            <a:endParaRPr/>
          </a:p>
          <a:p>
            <a:r>
              <a:t>ТИПИЧНАЯ ОШИБКА</a:t>
            </a:r>
          </a:p>
          <a:p>
            <a:r>
              <a:t>Не сравнивать кандидатов только по g или только по h.</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Проведите границу между логическим OPEN и физическими записями кучи: старые записи могут оставаться в куче, но не должны считаться новыми обработками.</a:t>
            </a:r>
          </a:p>
          <a:p>
            <a:endParaRPr/>
          </a:p>
          <a:p>
            <a:r>
              <a:t>АКЦЕНТ</a:t>
            </a:r>
          </a:p>
          <a:p>
            <a:r>
              <a:t>Одна учебная мысль: OPEN, CLOSED и текущая вершина</a:t>
            </a:r>
          </a:p>
          <a:p>
            <a:endParaRPr/>
          </a:p>
          <a:p>
            <a:r>
              <a:t>ВОПРОС АУДИТОРИИ</a:t>
            </a:r>
          </a:p>
          <a:p>
            <a:r>
              <a:t>Почему одна вершина может иметь несколько записей в куче?</a:t>
            </a:r>
          </a:p>
          <a:p>
            <a:endParaRPr/>
          </a:p>
          <a:p>
            <a:r>
              <a:t>КЛИКИ</a:t>
            </a:r>
          </a:p>
          <a:p>
            <a:r>
              <a:t>Отдельных анимационных щелчков нет. Следующий щелчок переключает слайд.</a:t>
            </a:r>
          </a:p>
          <a:p>
            <a:endParaRPr/>
          </a:p>
          <a:p>
            <a:r>
              <a:t>ТИПИЧНАЯ ОШИБКА</a:t>
            </a:r>
          </a:p>
          <a:p>
            <a:r>
              <a:t>Не считать устаревшую запись новым развёртыванием.</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Числа соответствуют последующему реальному улучшению клетки (4,6) через (3,6). Пока показываем только саму операцию.</a:t>
            </a:r>
          </a:p>
          <a:p>
            <a:endParaRPr/>
          </a:p>
          <a:p>
            <a:r>
              <a:t>АКЦЕНТ</a:t>
            </a:r>
          </a:p>
          <a:p>
            <a:r>
              <a:t>Одна учебная мысль: Улучшение стоимости пути</a:t>
            </a:r>
          </a:p>
          <a:p>
            <a:endParaRPr/>
          </a:p>
          <a:p>
            <a:r>
              <a:t>ВОПРОС АУДИТОРИИ</a:t>
            </a:r>
          </a:p>
          <a:p>
            <a:r>
              <a:t>Как поступить, если new_g больше старого g?</a:t>
            </a:r>
          </a:p>
          <a:p>
            <a:endParaRPr/>
          </a:p>
          <a:p>
            <a:r>
              <a:t>КЛИКИ</a:t>
            </a:r>
          </a:p>
          <a:p>
            <a:r>
              <a:t>1. Вычислить new_g=5, сравнить с 7, обновить g, parent и приоритет.</a:t>
            </a:r>
          </a:p>
          <a:p>
            <a:endParaRPr/>
          </a:p>
          <a:p>
            <a:r>
              <a:t>ТИПИЧНАЯ ОШИБКА</a:t>
            </a:r>
          </a:p>
          <a:p>
            <a:r>
              <a:t>Обновлять только при строгом улучшении.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Разделите поиск стоимости и восстановление маршрута. parent не является списком всех соседей.</a:t>
            </a:r>
          </a:p>
          <a:p>
            <a:endParaRPr/>
          </a:p>
          <a:p>
            <a:r>
              <a:t>АКЦЕНТ</a:t>
            </a:r>
          </a:p>
          <a:p>
            <a:r>
              <a:t>Одна учебная мысль: parent хранит предшественника</a:t>
            </a:r>
          </a:p>
          <a:p>
            <a:endParaRPr/>
          </a:p>
          <a:p>
            <a:r>
              <a:t>ВОПРОС АУДИТОРИИ</a:t>
            </a:r>
          </a:p>
          <a:p>
            <a:r>
              <a:t>Почему движение по parent начинается с G?</a:t>
            </a:r>
          </a:p>
          <a:p>
            <a:endParaRPr/>
          </a:p>
          <a:p>
            <a:r>
              <a:t>КЛИКИ</a:t>
            </a:r>
          </a:p>
          <a:p>
            <a:r>
              <a:t>1. Открыть parent[u] = S. При восстановлении пойдём по этой ссылке в обратную сторону.</a:t>
            </a:r>
          </a:p>
          <a:p>
            <a:r>
              <a:t>2. Открыть parent[v] = u. При восстановлении пойдём по этой ссылке в обратную сторону.</a:t>
            </a:r>
          </a:p>
          <a:p>
            <a:r>
              <a:t>3. Открыть parent[G] = v. При восстановлении пойдём по этой ссылке в обратную сторону.</a:t>
            </a:r>
          </a:p>
          <a:p>
            <a:endParaRPr/>
          </a:p>
          <a:p>
            <a:r>
              <a:t>ТИПИЧНАЯ ОШИБКА</a:t>
            </a:r>
          </a:p>
          <a:p>
            <a:r>
              <a:t>Не забыть развернуть восстановленную последовательность.</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С этого слайда начинается один непрерывный запуск A*. Все следующие снимки взяты из этого запуска.</a:t>
            </a:r>
          </a:p>
          <a:p>
            <a:endParaRPr/>
          </a:p>
          <a:p>
            <a:r>
              <a:t>АКЦЕНТ</a:t>
            </a:r>
          </a:p>
          <a:p>
            <a:r>
              <a:t>Одна учебная мысль: A*: начальная очередь</a:t>
            </a:r>
          </a:p>
          <a:p>
            <a:endParaRPr/>
          </a:p>
          <a:p>
            <a:r>
              <a:t>ВОПРОС АУДИТОРИИ</a:t>
            </a:r>
          </a:p>
          <a:p>
            <a:r>
              <a:t>Какая вершина может быть извлечена сейчас?</a:t>
            </a:r>
          </a:p>
          <a:p>
            <a:endParaRPr/>
          </a:p>
          <a:p>
            <a:r>
              <a:t>КЛИКИ</a:t>
            </a:r>
          </a:p>
          <a:p>
            <a:r>
              <a:t>Отдельных анимационных щелчков нет. Следующий щелчок переключает слайд.</a:t>
            </a:r>
          </a:p>
          <a:p>
            <a:endParaRPr/>
          </a:p>
          <a:p>
            <a:r>
              <a:t>ТИПИЧНАЯ ОШИБКА</a:t>
            </a:r>
          </a:p>
          <a:p>
            <a:r>
              <a:t>Старт не получает цену своей клетки.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№1. До щелчков видны OPEN перед выбором и состояние карты после предыдущего развёртывания. На этом слайде подробно разбирается ребро к (2,5);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из S открываем (2,5)</a:t>
            </a:r>
          </a:p>
          <a:p>
            <a:endParaRPr/>
          </a:p>
          <a:p>
            <a:r>
              <a:t>ВОПРОС АУДИТОРИИ</a:t>
            </a:r>
          </a:p>
          <a:p>
            <a:r>
              <a:t>Какой кандидат new_g или h получится для (2,5)?</a:t>
            </a:r>
          </a:p>
          <a:p>
            <a:endParaRPr/>
          </a:p>
          <a:p>
            <a:r>
              <a:t>КЛИКИ</a:t>
            </a:r>
          </a:p>
          <a:p>
            <a:r>
              <a:t>1. Выбрать (1,5): g=0, h=12, f=12. Это минимум с учётом FIFO.</a:t>
            </a:r>
          </a:p>
          <a:p>
            <a:r>
              <a:t>2. Рассмотреть ровно одно ребро (1,5) → (2,5). Цена входа в соседа равна 1. Остальные соседи будут учтены в итоговом состоянии шага.</a:t>
            </a:r>
          </a:p>
          <a:p>
            <a:r>
              <a:t>3. Вычислить new_g: 0+1=1. Сравнить со старым g=∞.</a:t>
            </a:r>
          </a:p>
          <a:p>
            <a:r>
              <a:t>4. g(2,5): ∞ → 1 parent(2,5) = (1,5)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№2. До щелчков видны OPEN перед выбором и состояние карты после предыдущего развёртывания. На этом слайде подробно разбирается ребро к (3,5);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из (2,5) получаем (3,5)</a:t>
            </a:r>
          </a:p>
          <a:p>
            <a:endParaRPr/>
          </a:p>
          <a:p>
            <a:r>
              <a:t>ВОПРОС АУДИТОРИИ</a:t>
            </a:r>
          </a:p>
          <a:p>
            <a:r>
              <a:t>Какой кандидат new_g или h получится для (3,5)?</a:t>
            </a:r>
          </a:p>
          <a:p>
            <a:endParaRPr/>
          </a:p>
          <a:p>
            <a:r>
              <a:t>КЛИКИ</a:t>
            </a:r>
          </a:p>
          <a:p>
            <a:r>
              <a:t>1. Выбрать (2,5): g=1, h=11, f=12. Это минимум с учётом FIFO.</a:t>
            </a:r>
          </a:p>
          <a:p>
            <a:r>
              <a:t>2. Рассмотреть ровно одно ребро (2,5) → (3,5). Цена входа в соседа равна 1. Остальные соседи будут учтены в итоговом состоянии шага.</a:t>
            </a:r>
          </a:p>
          <a:p>
            <a:r>
              <a:t>3. Вычислить new_g: 1+1=2. Сравнить со старым g=∞.</a:t>
            </a:r>
          </a:p>
          <a:p>
            <a:r>
              <a:t>4. g(3,5): ∞ → 2 parent(3,5) = (2,5)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№3. До щелчков видны OPEN перед выбором и состояние карты после предыдущего развёртывания. На этом слайде подробно разбирается ребро к (4,5);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рассматриваем вход в болото</a:t>
            </a:r>
          </a:p>
          <a:p>
            <a:endParaRPr/>
          </a:p>
          <a:p>
            <a:r>
              <a:t>ВОПРОС АУДИТОРИИ</a:t>
            </a:r>
          </a:p>
          <a:p>
            <a:r>
              <a:t>Какой кандидат new_g или h получится для (4,5)?</a:t>
            </a:r>
          </a:p>
          <a:p>
            <a:endParaRPr/>
          </a:p>
          <a:p>
            <a:r>
              <a:t>КЛИКИ</a:t>
            </a:r>
          </a:p>
          <a:p>
            <a:r>
              <a:t>1. Выбрать (3,5): g=2, h=10, f=12. Это минимум с учётом FIFO.</a:t>
            </a:r>
          </a:p>
          <a:p>
            <a:r>
              <a:t>2. Рассмотреть ровно одно ребро (3,5) → (4,5). Цена входа в соседа равна 3. Остальные соседи будут учтены в итоговом состоянии шага.</a:t>
            </a:r>
          </a:p>
          <a:p>
            <a:r>
              <a:t>3. Вычислить new_g: 2+3=5. Сравнить со старым g=∞.</a:t>
            </a:r>
          </a:p>
          <a:p>
            <a:r>
              <a:t>4. g(4,5): ∞ → 5 parent(4,5) = (3,5)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№4. До щелчков видны OPEN перед выбором и состояние карты после предыдущего развёртывания. На этом слайде подробно разбирается ребро к (1,7);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Равное f: очередь выбирает (1,6)</a:t>
            </a:r>
          </a:p>
          <a:p>
            <a:endParaRPr/>
          </a:p>
          <a:p>
            <a:r>
              <a:t>ВОПРОС АУДИТОРИИ</a:t>
            </a:r>
          </a:p>
          <a:p>
            <a:r>
              <a:t>Какой кандидат new_g или h получится для (1,7)?</a:t>
            </a:r>
          </a:p>
          <a:p>
            <a:endParaRPr/>
          </a:p>
          <a:p>
            <a:r>
              <a:t>КЛИКИ</a:t>
            </a:r>
          </a:p>
          <a:p>
            <a:r>
              <a:t>1. Выбрать (1,6): g=1, h=13, f=14. Это минимум с учётом FIFO.</a:t>
            </a:r>
          </a:p>
          <a:p>
            <a:r>
              <a:t>2. Рассмотреть ровно одно ребро (1,6) → (1,7). Цена входа в соседа равна 1. Остальные соседи будут учтены в итоговом состоянии шага.</a:t>
            </a:r>
          </a:p>
          <a:p>
            <a:r>
              <a:t>3. Вычислить new_g: 1+1=2. Сравнить со старым g=∞.</a:t>
            </a:r>
          </a:p>
          <a:p>
            <a:r>
              <a:t>4. g(1,7): ∞ → 2 parent(1,7) = (1,6)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Кратко покажите промежуточные развёртывания 4–8 без пропуска вычисленного порядка. На предыдущем слайде шаг 4 разобран по ребру, здесь видна вся последовательность до следующего существенного выбора.</a:t>
            </a:r>
          </a:p>
          <a:p>
            <a:endParaRPr/>
          </a:p>
          <a:p>
            <a:r>
              <a:t>АКЦЕНТ</a:t>
            </a:r>
          </a:p>
          <a:p>
            <a:r>
              <a:t>Одна учебная мысль: A*: обрабатываем остальные кандидаты с f=14</a:t>
            </a:r>
          </a:p>
          <a:p>
            <a:endParaRPr/>
          </a:p>
          <a:p>
            <a:r>
              <a:t>ВОПРОС АУДИТОРИИ</a:t>
            </a:r>
          </a:p>
          <a:p>
            <a:r>
              <a:t>Почему A* не всегда движется прямо к цели?</a:t>
            </a:r>
          </a:p>
          <a:p>
            <a:endParaRPr/>
          </a:p>
          <a:p>
            <a:r>
              <a:t>КЛИКИ</a:t>
            </a:r>
          </a:p>
          <a:p>
            <a:r>
              <a:t>Отдельных анимационных щелчков нет. Следующий щелчок переключает слайд.</a:t>
            </a:r>
          </a:p>
          <a:p>
            <a:endParaRPr/>
          </a:p>
          <a:p>
            <a:r>
              <a:t>ТИПИЧНАЯ ОШИБКА</a:t>
            </a:r>
          </a:p>
          <a:p>
            <a:r>
              <a:t>Равное f не означает равенство g и h по отдельности.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Выбор current=(4,5) по минимальному f=14. Ребро и его релаксация будут подробно раскрыты на следующем слайде.</a:t>
            </a:r>
          </a:p>
          <a:p>
            <a:endParaRPr/>
          </a:p>
          <a:p>
            <a:r>
              <a:t>АКЦЕНТ</a:t>
            </a:r>
          </a:p>
          <a:p>
            <a:r>
              <a:t>Одна учебная мысль: A*: выбираем болотную клетку (4,5)</a:t>
            </a:r>
          </a:p>
          <a:p>
            <a:endParaRPr/>
          </a:p>
          <a:p>
            <a:r>
              <a:t>ВОПРОС АУДИТОРИИ</a:t>
            </a:r>
          </a:p>
          <a:p>
            <a:r>
              <a:t>Почему выбрана именно эта вершина?</a:t>
            </a:r>
          </a:p>
          <a:p>
            <a:endParaRPr/>
          </a:p>
          <a:p>
            <a:r>
              <a:t>КЛИКИ</a:t>
            </a:r>
          </a:p>
          <a:p>
            <a:r>
              <a:t>1. Выбрать (4,5): g=5, h=9, f=14. Это минимум с учётом FIFO.</a:t>
            </a:r>
          </a:p>
          <a:p>
            <a:endParaRPr/>
          </a:p>
          <a:p>
            <a:r>
              <a:t>ТИПИЧНАЯ ОШИБКА</a:t>
            </a:r>
          </a:p>
          <a:p>
            <a:r>
              <a:t>Не принимать выбор вершины за обработку всех её соседей.</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№9. До щелчков видны OPEN перед выбором и состояние карты после предыдущего развёртывания. На этом слайде подробно разбирается ребро к (5,5);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дорогой сосед получает f=16</a:t>
            </a:r>
          </a:p>
          <a:p>
            <a:endParaRPr/>
          </a:p>
          <a:p>
            <a:r>
              <a:t>ВОПРОС АУДИТОРИИ</a:t>
            </a:r>
          </a:p>
          <a:p>
            <a:r>
              <a:t>Какой кандидат new_g или h получится для (5,5)?</a:t>
            </a:r>
          </a:p>
          <a:p>
            <a:endParaRPr/>
          </a:p>
          <a:p>
            <a:r>
              <a:t>КЛИКИ</a:t>
            </a:r>
          </a:p>
          <a:p>
            <a:r>
              <a:t>1. Выбрать (4,5): g=5, h=9, f=14. Это минимум с учётом FIFO.</a:t>
            </a:r>
          </a:p>
          <a:p>
            <a:r>
              <a:t>2. Рассмотреть ровно одно ребро (4,5) → (5,5). Цена входа в соседа равна 3. Остальные соседи будут учтены в итоговом состоянии шага.</a:t>
            </a:r>
          </a:p>
          <a:p>
            <a:r>
              <a:t>3. Вычислить new_g: 5+3=8. Сравнить со старым g=∞.</a:t>
            </a:r>
          </a:p>
          <a:p>
            <a:r>
              <a:t>4. g(5,5): ∞ → 8 parent(5,5) = (4,5)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№10. До щелчков видны OPEN перед выбором и состояние карты после предыдущего развёртывания. На этом слайде подробно разбирается ребро к (3,7);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следующим выбирается (3,6)</a:t>
            </a:r>
          </a:p>
          <a:p>
            <a:endParaRPr/>
          </a:p>
          <a:p>
            <a:r>
              <a:t>ВОПРОС АУДИТОРИИ</a:t>
            </a:r>
          </a:p>
          <a:p>
            <a:r>
              <a:t>Какой кандидат new_g или h получится для (3,7)?</a:t>
            </a:r>
          </a:p>
          <a:p>
            <a:endParaRPr/>
          </a:p>
          <a:p>
            <a:r>
              <a:t>КЛИКИ</a:t>
            </a:r>
          </a:p>
          <a:p>
            <a:r>
              <a:t>1. Выбрать (3,6): g=3, h=11, f=14. Это минимум с учётом FIFO.</a:t>
            </a:r>
          </a:p>
          <a:p>
            <a:r>
              <a:t>2. Рассмотреть ровно одно ребро (3,6) → (3,7). Цена входа в соседа равна 1. Остальные соседи будут учтены в итоговом состоянии шага.</a:t>
            </a:r>
          </a:p>
          <a:p>
            <a:r>
              <a:t>3. Вычислить new_g: 3+1=4. Сравнить со старым g=∞.</a:t>
            </a:r>
          </a:p>
          <a:p>
            <a:r>
              <a:t>4. g(3,7): ∞ → 4 parent(3,7) = (3,6)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№10. До щелчков видны OPEN перед выбором и состояние карты после предыдущего развёртывания. На этом слайде подробно разбирается ребро к (4,6);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оценка (4,6) уменьшается с 7 до 5</a:t>
            </a:r>
          </a:p>
          <a:p>
            <a:endParaRPr/>
          </a:p>
          <a:p>
            <a:r>
              <a:t>ВОПРОС АУДИТОРИИ</a:t>
            </a:r>
          </a:p>
          <a:p>
            <a:r>
              <a:t>Какой кандидат new_g или h получится для (4,6)?</a:t>
            </a:r>
          </a:p>
          <a:p>
            <a:endParaRPr/>
          </a:p>
          <a:p>
            <a:r>
              <a:t>КЛИКИ</a:t>
            </a:r>
          </a:p>
          <a:p>
            <a:r>
              <a:t>1. Выбрать (3,6): g=3, h=11, f=14. Это минимум с учётом FIFO.</a:t>
            </a:r>
          </a:p>
          <a:p>
            <a:r>
              <a:t>2. Рассмотреть ровно одно ребро (3,6) → (4,6). Цена входа в соседа равна 2. Остальные соседи будут учтены в итоговом состоянии шага.</a:t>
            </a:r>
          </a:p>
          <a:p>
            <a:r>
              <a:t>3. Вычислить new_g: 3+2=5. Сравнить со старым g=7.</a:t>
            </a:r>
          </a:p>
          <a:p>
            <a:r>
              <a:t>4. g(4,6): 7 → 5 parent(4,6) = (3,6)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№10. До щелчков видны OPEN перед выбором и состояние карты после предыдущего развёртывания. На этом слайде подробно разбирается ребро к (3,5);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более дорогой возврат не улучшает g</a:t>
            </a:r>
          </a:p>
          <a:p>
            <a:endParaRPr/>
          </a:p>
          <a:p>
            <a:r>
              <a:t>ВОПРОС АУДИТОРИИ</a:t>
            </a:r>
          </a:p>
          <a:p>
            <a:r>
              <a:t>Какой кандидат new_g или h получится для (3,5)?</a:t>
            </a:r>
          </a:p>
          <a:p>
            <a:endParaRPr/>
          </a:p>
          <a:p>
            <a:r>
              <a:t>КЛИКИ</a:t>
            </a:r>
          </a:p>
          <a:p>
            <a:r>
              <a:t>1. Выбрать (3,6): g=3, h=11, f=14. Это минимум с учётом FIFO.</a:t>
            </a:r>
          </a:p>
          <a:p>
            <a:r>
              <a:t>2. Рассмотреть ровно одно ребро (3,6) → (3,5). Цена входа в соседа равна 1. Остальные соседи будут учтены в итоговом состоянии шага.</a:t>
            </a:r>
          </a:p>
          <a:p>
            <a:r>
              <a:t>3. Вычислить new_g: 3+1=4. Сравнить со старым g=2.</a:t>
            </a:r>
          </a:p>
          <a:p>
            <a:r>
              <a:t>4. 4 ≥ 2: оставляем g=2. parent не меняется.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Продолжение того же запуска A*: кадры 10–20. Начальный кадр повторяет состояние, с которого продолжаете. Каждый следующий щелчок разворачивает ровно одну вершину, кроме финального извлечения G. Никакие промежуточные развёртывания внутри этого интервала не пропущены.</a:t>
            </a:r>
          </a:p>
          <a:p>
            <a:endParaRPr/>
          </a:p>
          <a:p>
            <a:r>
              <a:t>АКЦЕНТ</a:t>
            </a:r>
          </a:p>
          <a:p>
            <a:r>
              <a:t>Одна учебная мысль: A*: очередь постепенно выводит к обходу</a:t>
            </a:r>
          </a:p>
          <a:p>
            <a:endParaRPr/>
          </a:p>
          <a:p>
            <a:r>
              <a:t>ВОПРОС АУДИТОРИИ</a:t>
            </a:r>
          </a:p>
          <a:p>
            <a:r>
              <a:t>Какая оценка f будет у следующего минимума?</a:t>
            </a:r>
          </a:p>
          <a:p>
            <a:endParaRPr/>
          </a:p>
          <a:p>
            <a:r>
              <a:t>КЛИКИ</a:t>
            </a:r>
          </a:p>
          <a:p>
            <a:r>
              <a:t>1. Кадр 11: извлечь (3,4), g=3, h=11, f=14; развернуть всех допустимых соседей и показать новое состояние.</a:t>
            </a:r>
          </a:p>
          <a:p>
            <a:r>
              <a:t>2. Кадр 12: извлечь (4,6), g=5, h=10, f=15; развернуть всех допустимых соседей и показать новое состояние.</a:t>
            </a:r>
          </a:p>
          <a:p>
            <a:r>
              <a:t>3. Кадр 13: извлечь (4,4), g=5, h=10, f=15; развернуть всех допустимых соседей и показать новое состояние.</a:t>
            </a:r>
          </a:p>
          <a:p>
            <a:r>
              <a:t>4. Кадр 14: извлечь (1,7), g=2, h=14, f=16; развернуть всех допустимых соседей и показать новое состояние.</a:t>
            </a:r>
          </a:p>
          <a:p>
            <a:r>
              <a:t>5. Кадр 15: извлечь (0,6), g=2, h=14, f=16; развернуть всех допустимых соседей и показать новое состояние.</a:t>
            </a:r>
          </a:p>
          <a:p>
            <a:r>
              <a:t>6. Кадр 16: извлечь (0,4), g=2, h=14, f=16; развернуть всех допустимых соседей и показать новое состояние.</a:t>
            </a:r>
          </a:p>
          <a:p>
            <a:r>
              <a:t>7. Кадр 17: извлечь (1,3), g=2, h=14, f=16; развернуть всех допустимых соседей и показать новое состояние.</a:t>
            </a:r>
          </a:p>
          <a:p>
            <a:r>
              <a:t>8. Кадр 18: извлечь (2,7), g=3, h=13, f=16; развернуть всех допустимых соседей и показать новое состояние.</a:t>
            </a:r>
          </a:p>
          <a:p>
            <a:r>
              <a:t>9. Кадр 19: извлечь (2,3), g=3, h=13, f=16; развернуть всех допустимых соседей и показать новое состояние.</a:t>
            </a:r>
          </a:p>
          <a:p>
            <a:r>
              <a:t>10. Кадр 20: извлечь (5,5), g=8, h=8, f=16; развернуть всех допустимых соседей и показать новое состояние.</a:t>
            </a:r>
          </a:p>
          <a:p>
            <a:endParaRPr/>
          </a:p>
          <a:p>
            <a:r>
              <a:t>ТИПИЧНАЯ ОШИБКА</a:t>
            </a:r>
          </a:p>
          <a:p>
            <a:r>
              <a:t>Подсветка current показывает выбор очереди, а не движение персонажа по итоговому пути.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№21. До щелчков видны OPEN перед выбором и состояние карты после предыдущего развёртывания. На этом слайде подробно разбирается ребро к (4,7);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дешёвый обход улучшает (4,7)</a:t>
            </a:r>
          </a:p>
          <a:p>
            <a:endParaRPr/>
          </a:p>
          <a:p>
            <a:r>
              <a:t>ВОПРОС АУДИТОРИИ</a:t>
            </a:r>
          </a:p>
          <a:p>
            <a:r>
              <a:t>Какой кандидат new_g или h получится для (4,7)?</a:t>
            </a:r>
          </a:p>
          <a:p>
            <a:endParaRPr/>
          </a:p>
          <a:p>
            <a:r>
              <a:t>КЛИКИ</a:t>
            </a:r>
          </a:p>
          <a:p>
            <a:r>
              <a:t>1. Выбрать (3,7): g=4, h=12, f=16. Это минимум с учётом FIFO.</a:t>
            </a:r>
          </a:p>
          <a:p>
            <a:r>
              <a:t>2. Рассмотреть ровно одно ребро (3,7) → (4,7). Цена входа в соседа равна 1. Остальные соседи будут учтены в итоговом состоянии шага.</a:t>
            </a:r>
          </a:p>
          <a:p>
            <a:r>
              <a:t>3. Вычислить new_g: 4+1=5. Сравнить со старым g=6.</a:t>
            </a:r>
          </a:p>
          <a:p>
            <a:r>
              <a:t>4. g(4,7): 6 → 5 parent(4,7) = (3,7) Затем показать OPEN после обработки всех допустимых соседей current и перевод current в CLOSED. В таблице показан фрагмент, а не весь OPEN.</a:t>
            </a:r>
          </a:p>
          <a:p>
            <a:r>
              <a:t>5. Продолжить тот же запуск: кадр 22, current=(3,3), f=16. Показать результат развёртывания всех её соседей.</a:t>
            </a:r>
          </a:p>
          <a:p>
            <a:r>
              <a:t>6. Продолжить тот же запуск: кадр 23, current=(5,6), f=16. Показать результат развёртывания всех её соседей.</a:t>
            </a:r>
          </a:p>
          <a:p>
            <a:r>
              <a:t>7. Продолжить тот же запуск: кадр 24, current=(5,4), f=16. Показать результат развёртывания всех её соседей.</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Реальный снимок astar, развёртывание №25. До щелчков видны OPEN перед выбором и состояние карты после предыдущего развёртывания. На этом слайде подробно разбирается ребро к (5,7); итоговая таблица включает также остальные соседние клетки. При равном f очередь использует порядок вставки FIFO.</a:t>
            </a:r>
          </a:p>
          <a:p>
            <a:endParaRPr/>
          </a:p>
          <a:p>
            <a:r>
              <a:t>АКЦЕНТ</a:t>
            </a:r>
          </a:p>
          <a:p>
            <a:r>
              <a:t>Одна учебная мысль: A*: продолжаем обход по полю</a:t>
            </a:r>
          </a:p>
          <a:p>
            <a:endParaRPr/>
          </a:p>
          <a:p>
            <a:r>
              <a:t>ВОПРОС АУДИТОРИИ</a:t>
            </a:r>
          </a:p>
          <a:p>
            <a:r>
              <a:t>Какой кандидат new_g или h получится для (5,7)?</a:t>
            </a:r>
          </a:p>
          <a:p>
            <a:endParaRPr/>
          </a:p>
          <a:p>
            <a:r>
              <a:t>КЛИКИ</a:t>
            </a:r>
          </a:p>
          <a:p>
            <a:r>
              <a:t>1. Выбрать (4,7): g=5, h=11, f=16. Это минимум с учётом FIFO.</a:t>
            </a:r>
          </a:p>
          <a:p>
            <a:r>
              <a:t>2. Рассмотреть ровно одно ребро (4,7) → (5,7). Цена входа в соседа равна 1. Остальные соседи будут учтены в итоговом состоянии шага.</a:t>
            </a:r>
          </a:p>
          <a:p>
            <a:r>
              <a:t>3. Вычислить new_g: 5+1=6. Сравнить со старым g=8.</a:t>
            </a:r>
          </a:p>
          <a:p>
            <a:r>
              <a:t>4. g(5,7): 8 → 6 parent(5,7) = (4,7) Затем показать OPEN после обработки всех допустимых соседей current и перевод current в CLOSED. В таблице показан фрагмент, а не весь OPEN.</a:t>
            </a:r>
          </a:p>
          <a:p>
            <a:endParaRPr/>
          </a:p>
          <a:p>
            <a:r>
              <a:t>ТИПИЧНАЯ ОШИБКА</a:t>
            </a:r>
          </a:p>
          <a:p>
            <a:r>
              <a:t>Таблица до шага и таблица после всех соседей относятся к разным моментам. Не считать current одновременно ожидающим в OPEN и обработанным в CLOSED.</a:t>
            </a:r>
          </a:p>
          <a:p>
            <a:endParaRPr/>
          </a:p>
          <a:p>
            <a:r>
              <a:t>ПЕРЕХОД</a:t>
            </a:r>
          </a:p>
          <a:p>
            <a:r>
              <a:t>После последнего щелчка обсудите обновлённую очередь и перейдите к следующему шагу.</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Продолжение того же запуска A*: кадры 25–41. Начальный кадр повторяет состояние, с которого продолжаете. Каждый следующий щелчок разворачивает ровно одну вершину, кроме финального извлечения G. Никакие промежуточные развёртывания внутри этого интервала не пропущены.</a:t>
            </a:r>
          </a:p>
          <a:p>
            <a:endParaRPr/>
          </a:p>
          <a:p>
            <a:r>
              <a:t>АКЦЕНТ</a:t>
            </a:r>
          </a:p>
          <a:p>
            <a:r>
              <a:t>Одна учебная мысль: A*: продолжаем поиск до извлечения G</a:t>
            </a:r>
          </a:p>
          <a:p>
            <a:endParaRPr/>
          </a:p>
          <a:p>
            <a:r>
              <a:t>ВОПРОС АУДИТОРИИ</a:t>
            </a:r>
          </a:p>
          <a:p>
            <a:r>
              <a:t>Какая оценка f будет у следующего минимума?</a:t>
            </a:r>
          </a:p>
          <a:p>
            <a:endParaRPr/>
          </a:p>
          <a:p>
            <a:r>
              <a:t>КЛИКИ</a:t>
            </a:r>
          </a:p>
          <a:p>
            <a:r>
              <a:t>1. Кадр 26: извлечь (4,3), g=5, h=11, f=16; развернуть всех допустимых соседей и показать новое состояние.</a:t>
            </a:r>
          </a:p>
          <a:p>
            <a:r>
              <a:t>2. Кадр 27: извлечь (5,7), g=6, h=10, f=16; развернуть всех допустимых соседей и показать новое состояние.</a:t>
            </a:r>
          </a:p>
          <a:p>
            <a:r>
              <a:t>3. Кадр 28: извлечь (5,3), g=6, h=10, f=16; развернуть всех допустимых соседей и показать новое состояние.</a:t>
            </a:r>
          </a:p>
          <a:p>
            <a:r>
              <a:t>4. Кадр 29: извлечь (6,7), g=7, h=9, f=16; развернуть всех допустимых соседей и показать новое состояние.</a:t>
            </a:r>
          </a:p>
          <a:p>
            <a:r>
              <a:t>5. Кадр 30: извлечь (6,3), g=7, h=9, f=16; развернуть всех допустимых соседей и показать новое состояние.</a:t>
            </a:r>
          </a:p>
          <a:p>
            <a:r>
              <a:t>6. Кадр 31: извлечь (7,7), g=8, h=8, f=16; развернуть всех допустимых соседей и показать новое состояние.</a:t>
            </a:r>
          </a:p>
          <a:p>
            <a:r>
              <a:t>7. Кадр 32: извлечь (8,7), g=9, h=7, f=16; развернуть всех допустимых соседей и показать новое состояние.</a:t>
            </a:r>
          </a:p>
          <a:p>
            <a:r>
              <a:t>8. Кадр 33: извлечь (9,7), g=10, h=6, f=16; развернуть всех допустимых соседей и показать новое состояние.</a:t>
            </a:r>
          </a:p>
          <a:p>
            <a:r>
              <a:t>9. Кадр 34: извлечь (10,7), g=11, h=5, f=16; развернуть всех допустимых соседей и показать новое состояние.</a:t>
            </a:r>
          </a:p>
          <a:p>
            <a:r>
              <a:t>10. Кадр 35: извлечь (11,7), g=12, h=4, f=16; развернуть всех допустимых соседей и показать новое состояние.</a:t>
            </a:r>
          </a:p>
          <a:p>
            <a:r>
              <a:t>11. Кадр 36: извлечь (12,7), g=13, h=3, f=16; развернуть всех допустимых соседей и показать новое состояние.</a:t>
            </a:r>
          </a:p>
          <a:p>
            <a:r>
              <a:t>12. Кадр 37: извлечь (13,7), g=14, h=2, f=16; развернуть всех допустимых соседей и показать новое состояние.</a:t>
            </a:r>
          </a:p>
          <a:p>
            <a:r>
              <a:t>13. Кадр 38: извлечь (12,6), g=14, h=2, f=16; развернуть всех допустимых соседей и показать новое состояние.</a:t>
            </a:r>
          </a:p>
          <a:p>
            <a:r>
              <a:t>14. Кадр 39: извлечь (13,6), g=15, h=1, f=16; развернуть всех допустимых соседей и показать новое состояние.</a:t>
            </a:r>
          </a:p>
          <a:p>
            <a:r>
              <a:t>15. Кадр 40: извлечь (12,5), g=15, h=1, f=16; развернуть всех допустимых соседей и показать новое состояние.</a:t>
            </a:r>
          </a:p>
          <a:p>
            <a:r>
              <a:t>16. Кадр 41: извлечь G, завершить поиск с ценой 16.</a:t>
            </a:r>
          </a:p>
          <a:p>
            <a:endParaRPr/>
          </a:p>
          <a:p>
            <a:r>
              <a:t>ТИПИЧНАЯ ОШИБКА</a:t>
            </a:r>
          </a:p>
          <a:p>
            <a:r>
              <a:t>Подсветка current показывает выбор очереди, а не движение персонажа по итоговому пути.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A* закончил поиск при извлечении G из OPEN. Цель не разворачивает соседей. Три щелчка постепенно раскрывают обратную цепочку.</a:t>
            </a:r>
          </a:p>
          <a:p>
            <a:endParaRPr/>
          </a:p>
          <a:p>
            <a:r>
              <a:t>АКЦЕНТ</a:t>
            </a:r>
          </a:p>
          <a:p>
            <a:r>
              <a:t>Одна учебная мысль: Цель извлечена: восстанавливаем маршрут</a:t>
            </a:r>
          </a:p>
          <a:p>
            <a:endParaRPr/>
          </a:p>
          <a:p>
            <a:r>
              <a:t>ВОПРОС АУДИТОРИИ</a:t>
            </a:r>
          </a:p>
          <a:p>
            <a:r>
              <a:t>Почему стоимость совпала с Дейкстрой, а область поиска меньше?</a:t>
            </a:r>
          </a:p>
          <a:p>
            <a:endParaRPr/>
          </a:p>
          <a:p>
            <a:r>
              <a:t>КЛИКИ</a:t>
            </a:r>
          </a:p>
          <a:p>
            <a:r>
              <a:t>1. Показать последние 5 клеток цепочки parent от G к S. Продолжить по предшественникам.</a:t>
            </a:r>
          </a:p>
          <a:p>
            <a:r>
              <a:t>2. Показать последние 10 клеток цепочки parent от G к S. Продолжить по предшественникам.</a:t>
            </a:r>
          </a:p>
          <a:p>
            <a:r>
              <a:t>3. Показать последние 17 клеток цепочки parent от G к S. Цепочка завершена; развернуть для чтения S→G.</a:t>
            </a:r>
          </a:p>
          <a:p>
            <a:endParaRPr/>
          </a:p>
          <a:p>
            <a:r>
              <a:t>ТИПИЧНАЯ ОШИБКА</a:t>
            </a:r>
          </a:p>
          <a:p>
            <a:r>
              <a:t>Не завершать поиск при первом обнаружении G; не прибавлять цену S.</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Прочитайте псевдокод тремя логическими блоками. Удаление v из CLOSED выполняется только если она там есть. Новая запись очереди сохраняет текущее g, чтобы распознать устаревшие записи. Строка возврата улучшенной вершины в OPEN сохраняет найденное улучшение; условия, при которых это требуется, рассмотрим в следующем блоке.</a:t>
            </a:r>
          </a:p>
          <a:p>
            <a:endParaRPr lang="ru-RU"/>
          </a:p>
          <a:p>
            <a:r>
              <a:rPr lang="ru-RU"/>
              <a:t>АКЦЕНТ</a:t>
            </a:r>
          </a:p>
          <a:p>
            <a:r>
              <a:rPr lang="ru-RU"/>
              <a:t>Одна учебная мысль: A*: псевдокод</a:t>
            </a:r>
          </a:p>
          <a:p>
            <a:endParaRPr lang="ru-RU"/>
          </a:p>
          <a:p>
            <a:r>
              <a:rPr lang="ru-RU"/>
              <a:t>ВОПРОС АУДИТОРИИ</a:t>
            </a:r>
          </a:p>
          <a:p>
            <a:r>
              <a:rPr lang="ru-RU"/>
              <a:t>Зачем сравнивать saved_g с g[current]?</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Нельзя завершать поиск при первом обнаружении G или терять обновление g и parent.</a:t>
            </a:r>
          </a:p>
          <a:p>
            <a:endParaRPr lang="ru-RU"/>
          </a:p>
          <a:p>
            <a:r>
              <a:rPr lang="ru-RU"/>
              <a:t>ПЕРЕХОД</a:t>
            </a:r>
          </a:p>
          <a:p>
            <a:r>
              <a:rPr lang="ru-RU"/>
              <a:t>A* разобран. Теперь задайте два вопроса: почему он находит оптимальный путь и всегда ли можно доверять выбранной h? Для ответа введём истинную оставшуюся стоимость h*.</a:t>
            </a:r>
          </a:p>
          <a:p>
            <a:endParaRPr lang="ru-RU"/>
          </a:p>
          <a:p>
            <a:r>
              <a:rPr lang="ru-RU"/>
              <a:t>МЕТОДИЧЕСКИЙ ИСТОЧНИК</a:t>
            </a:r>
          </a:p>
          <a:p>
            <a:r>
              <a:rPr lang="ru-RU"/>
              <a:t>https://inst.eecs.berkeley.edu/~cs188/textbook/search/informed.html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h* рассчитана обратным поиском Дейкстры. В обратном графе цена v→u равна цене исходного u→v, то есть цене входа в v.</a:t>
            </a:r>
          </a:p>
          <a:p>
            <a:endParaRPr lang="ru-RU"/>
          </a:p>
          <a:p>
            <a:r>
              <a:rPr lang="ru-RU"/>
              <a:t>АКЦЕНТ</a:t>
            </a:r>
          </a:p>
          <a:p>
            <a:r>
              <a:rPr lang="ru-RU"/>
              <a:t>Одна учебная мысль: h(n) и истинная оставшаяся стоимость h*(n)</a:t>
            </a:r>
          </a:p>
          <a:p>
            <a:endParaRPr lang="ru-RU"/>
          </a:p>
          <a:p>
            <a:r>
              <a:rPr lang="ru-RU"/>
              <a:t>ВОПРОС АУДИТОРИИ</a:t>
            </a:r>
          </a:p>
          <a:p>
            <a:r>
              <a:rPr lang="ru-RU"/>
              <a:t>Почему нельзя вычислять h* на каждом шаге таким же поиском без дополнительных затрат?</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h* — стоимость, а не геометрическое расстояние.</a:t>
            </a:r>
          </a:p>
          <a:p>
            <a:endParaRPr lang="ru-RU"/>
          </a:p>
          <a:p>
            <a:r>
              <a:rPr lang="ru-RU"/>
              <a:t>ПЕРЕХОД</a:t>
            </a:r>
          </a:p>
          <a:p>
            <a:r>
              <a:rPr lang="ru-RU"/>
              <a:t>На карте h(S)=12, а h*(S)=16. Теперь сформулируем условие: оценка нигде не должна превышать истинный минимум.</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Сравните нижнюю оценку, точное совпадение и завышение. Для конечной карты с положительными весами допустимая h, учёт всех улучшений g и проверка цели при извлечении дают оптимальность A*. Почему Manhattan допустима на нашей карте: любой путь должен исправить |Δx|+|Δy| единиц разности координат, один шаг исправляет не больше одной и стоит не меньше 1. Euclidean не больше Manhattan, поэтому тоже не завышает. Это условие относится именно к данной модели движения и ценам переходов.</a:t>
            </a:r>
          </a:p>
          <a:p>
            <a:endParaRPr lang="ru-RU"/>
          </a:p>
          <a:p>
            <a:r>
              <a:rPr lang="ru-RU"/>
              <a:t>АКЦЕНТ</a:t>
            </a:r>
          </a:p>
          <a:p>
            <a:r>
              <a:rPr lang="ru-RU"/>
              <a:t>Одна учебная мысль: Допустимая эвристика</a:t>
            </a:r>
          </a:p>
          <a:p>
            <a:endParaRPr lang="ru-RU"/>
          </a:p>
          <a:p>
            <a:r>
              <a:rPr lang="ru-RU"/>
              <a:t>ВОПРОС АУДИТОРИИ</a:t>
            </a:r>
          </a:p>
          <a:p>
            <a:r>
              <a:rPr lang="ru-RU"/>
              <a:t>Какая из допустимых оценок точнее?</a:t>
            </a:r>
          </a:p>
          <a:p>
            <a:endParaRPr lang="ru-RU"/>
          </a:p>
          <a:p>
            <a:r>
              <a:rPr lang="ru-RU"/>
              <a:t>КЛИКИ</a:t>
            </a:r>
          </a:p>
          <a:p>
            <a:r>
              <a:rPr lang="ru-RU"/>
              <a:t>1. Истинная стоимость равна 8, оценка 5: допустима: ниже минимума.</a:t>
            </a:r>
          </a:p>
          <a:p>
            <a:r>
              <a:rPr lang="ru-RU"/>
              <a:t>2. Истинная стоимость равна 8, оценка 8: допустима: точное значение.</a:t>
            </a:r>
          </a:p>
          <a:p>
            <a:r>
              <a:rPr lang="ru-RU"/>
              <a:t>3. Истинная стоимость равна 8, оценка 12: недопустима: завышение.</a:t>
            </a:r>
          </a:p>
          <a:p>
            <a:endParaRPr lang="ru-RU"/>
          </a:p>
          <a:p>
            <a:r>
              <a:rPr lang="ru-RU"/>
              <a:t>ТИПИЧНАЯ ОШИБКА</a:t>
            </a:r>
          </a:p>
          <a:p>
            <a:r>
              <a:rPr lang="ru-RU"/>
              <a:t>Допустимость не разрешает игнорировать улучшение ранее обработанной вершины.</a:t>
            </a:r>
          </a:p>
          <a:p>
            <a:endParaRPr lang="ru-RU"/>
          </a:p>
          <a:p>
            <a:r>
              <a:rPr lang="ru-RU"/>
              <a:t>ПЕРЕХОД</a:t>
            </a:r>
          </a:p>
          <a:p>
            <a:r>
              <a:rPr lang="ru-RU"/>
              <a:t>Допустимость сравнивает h с h*. Согласованность задаёт ещё одно условие: как оценки двух соседей связаны с ценой перехода между ними?</a:t>
            </a:r>
          </a:p>
          <a:p>
            <a:endParaRPr lang="ru-RU"/>
          </a:p>
          <a:p>
            <a:r>
              <a:rPr lang="ru-RU"/>
              <a:t>МЕТОДИЧЕСКИЙ ИСТОЧНИК</a:t>
            </a:r>
          </a:p>
          <a:p>
            <a:r>
              <a:rPr lang="ru-RU"/>
              <a:t>https://inst.eecs.berkeley.edu/~cs188/textbook/search/informed.html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Для Manhattan сосед меняет расстояние максимум на 1, а цена ребра не меньше 1. Для Euclidean работает неравенство треугольника.</a:t>
            </a:r>
          </a:p>
          <a:p>
            <a:endParaRPr lang="ru-RU"/>
          </a:p>
          <a:p>
            <a:r>
              <a:rPr lang="ru-RU"/>
              <a:t>АКЦЕНТ</a:t>
            </a:r>
          </a:p>
          <a:p>
            <a:r>
              <a:rPr lang="ru-RU"/>
              <a:t>Одна учебная мысль: Согласованность связывает соседей</a:t>
            </a:r>
          </a:p>
          <a:p>
            <a:endParaRPr lang="ru-RU"/>
          </a:p>
          <a:p>
            <a:r>
              <a:rPr lang="ru-RU"/>
              <a:t>ВОПРОС АУДИТОРИИ</a:t>
            </a:r>
          </a:p>
          <a:p>
            <a:r>
              <a:rPr lang="ru-RU"/>
              <a:t>Нужно ли проверять только итоговый маршрут или все допустимые рёбра?</a:t>
            </a:r>
          </a:p>
          <a:p>
            <a:endParaRPr lang="ru-RU"/>
          </a:p>
          <a:p>
            <a:r>
              <a:rPr lang="ru-RU"/>
              <a:t>КЛИКИ</a:t>
            </a:r>
          </a:p>
          <a:p>
            <a:r>
              <a:rPr lang="ru-RU"/>
              <a:t>1. Проверить неравенство на реальном ребре: 10≤12. Смысл близок к неравенству треугольника.</a:t>
            </a:r>
          </a:p>
          <a:p>
            <a:endParaRPr lang="ru-RU"/>
          </a:p>
          <a:p>
            <a:r>
              <a:rPr lang="ru-RU"/>
              <a:t>ТИПИЧНАЯ ОШИБКА</a:t>
            </a:r>
          </a:p>
          <a:p>
            <a:r>
              <a:rPr lang="ru-RU"/>
              <a:t>Допустимость сравнивает с h*, согласованность — с оценкой соседнего состояния.</a:t>
            </a:r>
          </a:p>
          <a:p>
            <a:endParaRPr lang="ru-RU"/>
          </a:p>
          <a:p>
            <a:r>
              <a:rPr lang="ru-RU"/>
              <a:t>ПЕРЕХОД</a:t>
            </a:r>
          </a:p>
          <a:p>
            <a:r>
              <a:rPr lang="ru-RU"/>
              <a:t>Обсудим практическое следствие: когда обработанная вершина уже окончательна, а когда её требуется вернуть в OPEN.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Разграничьте свойства. При согласованной h обработка фиксирует оптимальное g, поэтому повторное открытие не нужно. Для допустимой, но несогласованной h более дешёвый путь к CLOSED-вершине требует обновить g и parent и вернуть её в OPEN. Иначе оптимальный путь можно потерять. В нашем запуске Manhattan согласована и reopen не возникает. Для гарантии A* также проверяет цель при извлечении, а не при обнаружении.</a:t>
            </a:r>
          </a:p>
          <a:p>
            <a:endParaRPr lang="ru-RU"/>
          </a:p>
          <a:p>
            <a:r>
              <a:rPr lang="ru-RU"/>
              <a:t>АКЦЕНТ</a:t>
            </a:r>
          </a:p>
          <a:p>
            <a:r>
              <a:rPr lang="ru-RU"/>
              <a:t>Одна учебная мысль: Когда требуется повторное открытие?</a:t>
            </a:r>
          </a:p>
          <a:p>
            <a:endParaRPr lang="ru-RU"/>
          </a:p>
          <a:p>
            <a:r>
              <a:rPr lang="ru-RU"/>
              <a:t>ВОПРОС АУДИТОРИИ</a:t>
            </a:r>
          </a:p>
          <a:p>
            <a:r>
              <a:rPr lang="ru-RU"/>
              <a:t>Что произойдёт, если запретить улучшение CLOSED при несогласованной h?</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Нельзя из отсутствия reopen в данном запуске сделать вывод, что этот механизм вообще не нужен.</a:t>
            </a:r>
          </a:p>
          <a:p>
            <a:endParaRPr lang="ru-RU"/>
          </a:p>
          <a:p>
            <a:r>
              <a:rPr lang="ru-RU"/>
              <a:t>ПЕРЕХОД</a:t>
            </a:r>
          </a:p>
          <a:p>
            <a:r>
              <a:rPr lang="ru-RU"/>
              <a:t>Теперь изменим только эвристику и сравним число обработанных вершин и стоимость результата, сохранив карту и правила поиска.</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Таблица сформирована программно четырьмя повторными запусками A*. При h=0 совпадает и порядок расширения Дейкстры, а не только стоимость результата. Нулевая h допустима, но не направляет поиск. Время процессора не измерялось.</a:t>
            </a:r>
          </a:p>
          <a:p>
            <a:endParaRPr lang="ru-RU"/>
          </a:p>
          <a:p>
            <a:r>
              <a:rPr lang="ru-RU"/>
              <a:t>АКЦЕНТ</a:t>
            </a:r>
          </a:p>
          <a:p>
            <a:r>
              <a:rPr lang="ru-RU"/>
              <a:t>Одна учебная мысль: Как эвристика меняет фактический результат?</a:t>
            </a:r>
          </a:p>
          <a:p>
            <a:endParaRPr lang="ru-RU"/>
          </a:p>
          <a:p>
            <a:r>
              <a:rPr lang="ru-RU"/>
              <a:t>ВОПРОС АУДИТОРИИ</a:t>
            </a:r>
          </a:p>
          <a:p>
            <a:r>
              <a:rPr lang="ru-RU"/>
              <a:t>Почему большее значение эвристики не всегда означает лучший алгоритм?</a:t>
            </a:r>
          </a:p>
          <a:p>
            <a:endParaRPr lang="ru-RU"/>
          </a:p>
          <a:p>
            <a:r>
              <a:rPr lang="ru-RU"/>
              <a:t>КЛИКИ</a:t>
            </a:r>
          </a:p>
          <a:p>
            <a:r>
              <a:rPr lang="ru-RU"/>
              <a:t>1. Показать вывод только по этому эксперименту: 3×Manhattan дала 28 вместо 16; гарантия потеряна, но ошибка не обязательна в каждом запуске.</a:t>
            </a:r>
          </a:p>
          <a:p>
            <a:endParaRPr lang="ru-RU"/>
          </a:p>
          <a:p>
            <a:r>
              <a:rPr lang="ru-RU"/>
              <a:t>ТИПИЧНАЯ ОШИБКА</a:t>
            </a:r>
          </a:p>
          <a:p>
            <a:r>
              <a:rPr lang="ru-RU"/>
              <a:t>Не выдавать число расширений за замер времени и не утверждать, что завышение всегда даёт неверный ответ.</a:t>
            </a:r>
          </a:p>
          <a:p>
            <a:endParaRPr lang="ru-RU"/>
          </a:p>
          <a:p>
            <a:r>
              <a:rPr lang="ru-RU"/>
              <a:t>ПЕРЕХОД</a:t>
            </a:r>
          </a:p>
          <a:p>
            <a:r>
              <a:rPr lang="ru-RU"/>
              <a:t>Завышение может нарушить оптимальность. Перейдите от расстояний на карте к другому пространству состояний: словам и разрешённым заменам букв.</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Словарь примера: COLD, CORD, CARD, WARD, WARM, WORD, WORM, SOLD, TOLD. Цепочка вычислена BFS по этому словарю.</a:t>
            </a:r>
          </a:p>
          <a:p>
            <a:endParaRPr lang="ru-RU"/>
          </a:p>
          <a:p>
            <a:r>
              <a:rPr lang="ru-RU"/>
              <a:t>АКЦЕНТ</a:t>
            </a:r>
          </a:p>
          <a:p>
            <a:r>
              <a:rPr lang="ru-RU"/>
              <a:t>Одна учебная мысль: Word Ladder: поиск без координат</a:t>
            </a:r>
          </a:p>
          <a:p>
            <a:endParaRPr lang="ru-RU"/>
          </a:p>
          <a:p>
            <a:r>
              <a:rPr lang="ru-RU"/>
              <a:t>ВОПРОС АУДИТОРИИ</a:t>
            </a:r>
          </a:p>
          <a:p>
            <a:r>
              <a:rPr lang="ru-RU"/>
              <a:t>Сколько несовпадающих позиций у слова CORD относительно WARM?</a:t>
            </a:r>
          </a:p>
          <a:p>
            <a:endParaRPr lang="ru-RU"/>
          </a:p>
          <a:p>
            <a:r>
              <a:rPr lang="ru-RU"/>
              <a:t>КЛИКИ</a:t>
            </a:r>
          </a:p>
          <a:p>
            <a:r>
              <a:rPr lang="ru-RU"/>
              <a:t>Отдельных анимационных щелчков нет. Следующий щелчок переключает слайд.</a:t>
            </a:r>
          </a:p>
          <a:p>
            <a:endParaRPr lang="ru-RU"/>
          </a:p>
          <a:p>
            <a:r>
              <a:rPr lang="ru-RU"/>
              <a:t>ТИПИЧНАЯ ОШИБКА</a:t>
            </a:r>
          </a:p>
          <a:p>
            <a:r>
              <a:rPr lang="ru-RU"/>
              <a:t>Нельзя использовать промежуточное слово, отсутствующее в словаре.</a:t>
            </a:r>
          </a:p>
          <a:p>
            <a:endParaRPr lang="ru-RU"/>
          </a:p>
          <a:p>
            <a:r>
              <a:rPr lang="ru-RU"/>
              <a:t>ПЕРЕХОД</a:t>
            </a:r>
          </a:p>
          <a:p>
            <a:r>
              <a:rPr lang="ru-RU"/>
              <a:t>Покажите, как одна замена буквы меняет состояние и оценку Хэмминга, пока COLD не превратится в WARM.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ru-RU"/>
              <a:t>ОБЪЯСНИТЬ</a:t>
            </a:r>
          </a:p>
          <a:p>
            <a:r>
              <a:rPr lang="ru-RU"/>
              <a:t>Четыре щелчка выполняют четыре допустимых однобуквенных преобразования. Одна замена исправляет не больше одного несовпадения, поэтому Hamming допустима. На последнем шаге появляется связь со следующими лекциями: 8 — обработка строк, 9 — Trie и Ахо–Корасик. Эвристика зависит от допустимых действий в пространстве состояний.</a:t>
            </a:r>
          </a:p>
          <a:p>
            <a:endParaRPr lang="ru-RU"/>
          </a:p>
          <a:p>
            <a:r>
              <a:rPr lang="ru-RU"/>
              <a:t>АКЦЕНТ</a:t>
            </a:r>
          </a:p>
          <a:p>
            <a:r>
              <a:rPr lang="ru-RU"/>
              <a:t>Одна учебная мысль: Word Ladder: одна замена за щелчок</a:t>
            </a:r>
          </a:p>
          <a:p>
            <a:endParaRPr lang="ru-RU"/>
          </a:p>
          <a:p>
            <a:r>
              <a:rPr lang="ru-RU"/>
              <a:t>ВОПРОС АУДИТОРИИ</a:t>
            </a:r>
          </a:p>
          <a:p>
            <a:r>
              <a:rPr lang="ru-RU"/>
              <a:t>Может ли один шаг уменьшить Hamming сразу на два?</a:t>
            </a:r>
          </a:p>
          <a:p>
            <a:endParaRPr lang="ru-RU"/>
          </a:p>
          <a:p>
            <a:r>
              <a:rPr lang="ru-RU"/>
              <a:t>КЛИКИ</a:t>
            </a:r>
          </a:p>
          <a:p>
            <a:r>
              <a:rPr lang="ru-RU"/>
              <a:t>1. Заменить ровно одну букву: COLD → CORD. Подсвеченная позиция изменилась, расстояние Хэмминга стало 3.</a:t>
            </a:r>
          </a:p>
          <a:p>
            <a:r>
              <a:rPr lang="ru-RU"/>
              <a:t>2. Заменить ровно одну букву: CORD → CARD. Подсвеченная позиция изменилась, расстояние Хэмминга стало 2.</a:t>
            </a:r>
          </a:p>
          <a:p>
            <a:r>
              <a:rPr lang="ru-RU"/>
              <a:t>3. Заменить ровно одну букву: CARD → WARD. Подсвеченная позиция изменилась, расстояние Хэмминга стало 1.</a:t>
            </a:r>
          </a:p>
          <a:p>
            <a:r>
              <a:rPr lang="ru-RU"/>
              <a:t>4. Заменить ровно одну букву: WARD → WARM. Подсвеченная позиция изменилась, расстояние Хэмминга стало 0.</a:t>
            </a:r>
          </a:p>
          <a:p>
            <a:endParaRPr lang="ru-RU"/>
          </a:p>
          <a:p>
            <a:r>
              <a:rPr lang="ru-RU"/>
              <a:t>ТИПИЧНАЯ ОШИБКА</a:t>
            </a:r>
          </a:p>
          <a:p>
            <a:r>
              <a:rPr lang="ru-RU"/>
              <a:t>Не считать расстояние редактирования вместо числа несовпадающих позиций.</a:t>
            </a:r>
          </a:p>
          <a:p>
            <a:endParaRPr lang="ru-RU"/>
          </a:p>
          <a:p>
            <a:r>
              <a:rPr lang="ru-RU"/>
              <a:t>ПЕРЕХОД</a:t>
            </a:r>
          </a:p>
          <a:p>
            <a:r>
              <a:rPr lang="ru-RU"/>
              <a:t>Оценка может опираться и на координаты, и на символы. Теперь сопоставим BFS, Дейкстру, Greedy и A* на одной и той же клеточной карте.</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Сопоставьте четыре принципа в одной таблице. Условие для A* включает корректные улучшения, reopen при необходимости и проверку цели при извлечении.</a:t>
            </a:r>
          </a:p>
          <a:p>
            <a:endParaRPr/>
          </a:p>
          <a:p>
            <a:r>
              <a:t>АКЦЕНТ</a:t>
            </a:r>
          </a:p>
          <a:p>
            <a:r>
              <a:t>Одна учебная мысль: Четыре способа выбрать следующую вершину</a:t>
            </a:r>
          </a:p>
          <a:p>
            <a:endParaRPr/>
          </a:p>
          <a:p>
            <a:r>
              <a:t>ВОПРОС АУДИТОРИИ</a:t>
            </a:r>
          </a:p>
          <a:p>
            <a:r>
              <a:t>Что объединяет Дейкстру, Greedy и A*?</a:t>
            </a:r>
          </a:p>
          <a:p>
            <a:endParaRPr/>
          </a:p>
          <a:p>
            <a:r>
              <a:t>КЛИКИ</a:t>
            </a:r>
          </a:p>
          <a:p>
            <a:r>
              <a:t>Отдельных анимационных щелчков нет. Следующий щелчок переключает слайд.</a:t>
            </a:r>
          </a:p>
          <a:p>
            <a:endParaRPr/>
          </a:p>
          <a:p>
            <a:r>
              <a:t>ТИПИЧНАЯ ОШИБКА</a:t>
            </a:r>
          </a:p>
          <a:p>
            <a:r>
              <a:t>Не приписывать BFS оптимальность по стоимости на взвешенной карте.</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Четыре щелчка показывают контрольные состояния 20,40,60,119 одной синхронной шкалы. Между контрольными точками были реальные развёртывания из рассчитанных трасс. Все итоговые маршруты будут рассмотрены крупнее на следующих слайдах.</a:t>
            </a:r>
          </a:p>
          <a:p>
            <a:endParaRPr/>
          </a:p>
          <a:p>
            <a:r>
              <a:t>АКЦЕНТ</a:t>
            </a:r>
          </a:p>
          <a:p>
            <a:r>
              <a:t>Одна учебная мысль: Четыре поиска: синхронные состояния</a:t>
            </a:r>
          </a:p>
          <a:p>
            <a:endParaRPr/>
          </a:p>
          <a:p>
            <a:r>
              <a:t>ВОПРОС АУДИТОРИИ</a:t>
            </a:r>
          </a:p>
          <a:p>
            <a:r>
              <a:t>Какой поиск завершится первым и что известно о его стоимости?</a:t>
            </a:r>
          </a:p>
          <a:p>
            <a:endParaRPr/>
          </a:p>
          <a:p>
            <a:r>
              <a:t>КЛИКИ</a:t>
            </a:r>
          </a:p>
          <a:p>
            <a:r>
              <a:t>1. Перейти к общему кадру 20. Активный поиск разворачивает по одной вершине на кадр; отдельный финальный кадр извлекает цель. Завершившиеся панели остаются на последнем снимке.</a:t>
            </a:r>
          </a:p>
          <a:p>
            <a:r>
              <a:t>2. Перейти к общему кадру 40. Активный поиск разворачивает по одной вершине на кадр; отдельный финальный кадр извлекает цель. Завершившиеся панели остаются на последнем снимке.</a:t>
            </a:r>
          </a:p>
          <a:p>
            <a:r>
              <a:t>3. Перейти к общему кадру 60. Активный поиск разворачивает по одной вершине на кадр; отдельный финальный кадр извлекает цель. Завершившиеся панели остаются на последнем снимке.</a:t>
            </a:r>
          </a:p>
          <a:p>
            <a:r>
              <a:t>4. Перейти к общему кадру 119. Активный поиск разворачивает по одной вершине на кадр; отдельный финальный кадр извлекает цель. Завершившиеся панели остаются на последнем снимке.</a:t>
            </a:r>
          </a:p>
          <a:p>
            <a:endParaRPr/>
          </a:p>
          <a:p>
            <a:r>
              <a:t>ТИПИЧНАЯ ОШИБКА</a:t>
            </a:r>
          </a:p>
          <a:p>
            <a:r>
              <a:t>Это контрольные состояния, а не одна операция между двумя показанными панелями.</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Крупно рассмотрите окончательную область поиска bfs и восстановленный маршрут. Оранжевая линия — путь, фиолетовые точки — обработанные вершины, бирюзовые контуры — оставшиеся кандидаты.</a:t>
            </a:r>
          </a:p>
          <a:p>
            <a:endParaRPr/>
          </a:p>
          <a:p>
            <a:r>
              <a:t>АКЦЕНТ</a:t>
            </a:r>
          </a:p>
          <a:p>
            <a:r>
              <a:t>Одна учебная мысль: BFS: короткий по шагам, дорогой по цене</a:t>
            </a:r>
          </a:p>
          <a:p>
            <a:endParaRPr/>
          </a:p>
          <a:p>
            <a:r>
              <a:t>ВОПРОС АУДИТОРИИ</a:t>
            </a:r>
          </a:p>
          <a:p>
            <a:r>
              <a:t>Что здесь означает число обработанных вершин?</a:t>
            </a:r>
          </a:p>
          <a:p>
            <a:endParaRPr/>
          </a:p>
          <a:p>
            <a:r>
              <a:t>КЛИКИ</a:t>
            </a:r>
          </a:p>
          <a:p>
            <a:r>
              <a:t>Отдельных анимационных щелчков нет. Следующий щелчок переключает слайд.</a:t>
            </a:r>
          </a:p>
          <a:p>
            <a:endParaRPr/>
          </a:p>
          <a:p>
            <a:r>
              <a:t>ТИПИЧНАЯ ОШИБКА</a:t>
            </a:r>
          </a:p>
          <a:p>
            <a:r>
              <a:t>Цель извлечена, но её соседи не разворачивались. Устаревшие записи не учитываются.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Крупно рассмотрите окончательную область поиска dijkstra и восстановленный маршрут. Оранжевая линия — путь, фиолетовые точки — обработанные вершины, бирюзовые контуры — оставшиеся кандидаты.</a:t>
            </a:r>
          </a:p>
          <a:p>
            <a:endParaRPr/>
          </a:p>
          <a:p>
            <a:r>
              <a:t>АКЦЕНТ</a:t>
            </a:r>
          </a:p>
          <a:p>
            <a:r>
              <a:t>Одна учебная мысль: Дейкстра: оптимальная стоимость, широкий фронт</a:t>
            </a:r>
          </a:p>
          <a:p>
            <a:endParaRPr/>
          </a:p>
          <a:p>
            <a:r>
              <a:t>ВОПРОС АУДИТОРИИ</a:t>
            </a:r>
          </a:p>
          <a:p>
            <a:r>
              <a:t>Что здесь означает число обработанных вершин?</a:t>
            </a:r>
          </a:p>
          <a:p>
            <a:endParaRPr/>
          </a:p>
          <a:p>
            <a:r>
              <a:t>КЛИКИ</a:t>
            </a:r>
          </a:p>
          <a:p>
            <a:r>
              <a:t>Отдельных анимационных щелчков нет. Следующий щелчок переключает слайд.</a:t>
            </a:r>
          </a:p>
          <a:p>
            <a:endParaRPr/>
          </a:p>
          <a:p>
            <a:r>
              <a:t>ТИПИЧНАЯ ОШИБКА</a:t>
            </a:r>
          </a:p>
          <a:p>
            <a:r>
              <a:t>Цель извлечена, но её соседи не разворачивались. Устаревшие записи не учитываются.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Крупно рассмотрите окончательную область поиска greedy и восстановленный маршрут. Оранжевая линия — путь, фиолетовые точки — обработанные вершины, бирюзовые контуры — оставшиеся кандидаты.</a:t>
            </a:r>
          </a:p>
          <a:p>
            <a:endParaRPr/>
          </a:p>
          <a:p>
            <a:r>
              <a:t>АКЦЕНТ</a:t>
            </a:r>
          </a:p>
          <a:p>
            <a:r>
              <a:t>Одна учебная мысль: Greedy: мало работы, но цена 28</a:t>
            </a:r>
          </a:p>
          <a:p>
            <a:endParaRPr/>
          </a:p>
          <a:p>
            <a:r>
              <a:t>ВОПРОС АУДИТОРИИ</a:t>
            </a:r>
          </a:p>
          <a:p>
            <a:r>
              <a:t>Что здесь означает число обработанных вершин?</a:t>
            </a:r>
          </a:p>
          <a:p>
            <a:endParaRPr/>
          </a:p>
          <a:p>
            <a:r>
              <a:t>КЛИКИ</a:t>
            </a:r>
          </a:p>
          <a:p>
            <a:r>
              <a:t>Отдельных анимационных щелчков нет. Следующий щелчок переключает слайд.</a:t>
            </a:r>
          </a:p>
          <a:p>
            <a:endParaRPr/>
          </a:p>
          <a:p>
            <a:r>
              <a:t>ТИПИЧНАЯ ОШИБКА</a:t>
            </a:r>
          </a:p>
          <a:p>
            <a:r>
              <a:t>Цель извлечена, но её соседи не разворачивались. Устаревшие записи не учитываются.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Крупно рассмотрите окончательную область поиска astar и восстановленный маршрут. Оранжевая линия — путь, фиолетовые точки — обработанные вершины, бирюзовые контуры — оставшиеся кандидаты.</a:t>
            </a:r>
          </a:p>
          <a:p>
            <a:endParaRPr/>
          </a:p>
          <a:p>
            <a:r>
              <a:t>АКЦЕНТ</a:t>
            </a:r>
          </a:p>
          <a:p>
            <a:r>
              <a:t>Одна учебная мысль: A*: оптимальный обход с эвристикой</a:t>
            </a:r>
          </a:p>
          <a:p>
            <a:endParaRPr/>
          </a:p>
          <a:p>
            <a:r>
              <a:t>ВОПРОС АУДИТОРИИ</a:t>
            </a:r>
          </a:p>
          <a:p>
            <a:r>
              <a:t>Что здесь означает число обработанных вершин?</a:t>
            </a:r>
          </a:p>
          <a:p>
            <a:endParaRPr/>
          </a:p>
          <a:p>
            <a:r>
              <a:t>КЛИКИ</a:t>
            </a:r>
          </a:p>
          <a:p>
            <a:r>
              <a:t>Отдельных анимационных щелчков нет. Следующий щелчок переключает слайд.</a:t>
            </a:r>
          </a:p>
          <a:p>
            <a:endParaRPr/>
          </a:p>
          <a:p>
            <a:r>
              <a:t>ТИПИЧНАЯ ОШИБКА</a:t>
            </a:r>
          </a:p>
          <a:p>
            <a:r>
              <a:t>Цель извлечена, но её соседи не разворачивались. Устаревшие записи не учитываются.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Прочитайте каждый столбец отдельно. BFS оптимален по числу шагов, Дейкстра и A* здесь по цене. Число расширений характеризует объём поиска, но не даёт точного замера времени.</a:t>
            </a:r>
          </a:p>
          <a:p>
            <a:endParaRPr/>
          </a:p>
          <a:p>
            <a:r>
              <a:t>АКЦЕНТ</a:t>
            </a:r>
          </a:p>
          <a:p>
            <a:r>
              <a:t>Одна учебная мысль: Сравнение фактических результатов</a:t>
            </a:r>
          </a:p>
          <a:p>
            <a:endParaRPr/>
          </a:p>
          <a:p>
            <a:r>
              <a:t>ВОПРОС АУДИТОРИИ</a:t>
            </a:r>
          </a:p>
          <a:p>
            <a:r>
              <a:t>У какого алгоритма самый короткий маршрут и у какого самый дешёвый?</a:t>
            </a:r>
          </a:p>
          <a:p>
            <a:endParaRPr/>
          </a:p>
          <a:p>
            <a:r>
              <a:t>КЛИКИ</a:t>
            </a:r>
          </a:p>
          <a:p>
            <a:r>
              <a:t>Отдельных анимационных щелчков нет. Следующий щелчок переключает слайд.</a:t>
            </a:r>
          </a:p>
          <a:p>
            <a:endParaRPr/>
          </a:p>
          <a:p>
            <a:r>
              <a:t>ТИПИЧНАЯ ОШИБКА</a:t>
            </a:r>
          </a:p>
          <a:p>
            <a:r>
              <a:t>Не делать универсальные выводы о скорости на основании одного поля.</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Вернитесь к приложениям начала лекции. Предложите выбрать алгоритм сначала по требованиям к ответу, затем по доступной эвристике.</a:t>
            </a:r>
          </a:p>
          <a:p>
            <a:endParaRPr/>
          </a:p>
          <a:p>
            <a:r>
              <a:t>АКЦЕНТ</a:t>
            </a:r>
          </a:p>
          <a:p>
            <a:r>
              <a:t>Одна учебная мысль: Какой алгоритм выбрать?</a:t>
            </a:r>
          </a:p>
          <a:p>
            <a:endParaRPr/>
          </a:p>
          <a:p>
            <a:r>
              <a:t>ВОПРОС АУДИТОРИИ</a:t>
            </a:r>
          </a:p>
          <a:p>
            <a:r>
              <a:t>Как изменится выбор, если цена любого шага одинакова?</a:t>
            </a:r>
          </a:p>
          <a:p>
            <a:endParaRPr/>
          </a:p>
          <a:p>
            <a:r>
              <a:t>КЛИКИ</a:t>
            </a:r>
          </a:p>
          <a:p>
            <a:r>
              <a:t>Отдельных анимационных щелчков нет. Следующий щелчок переключает слайд.</a:t>
            </a:r>
          </a:p>
          <a:p>
            <a:endParaRPr/>
          </a:p>
          <a:p>
            <a:r>
              <a:t>ТИПИЧНАЯ ОШИБКА</a:t>
            </a:r>
          </a:p>
          <a:p>
            <a:r>
              <a:t>Не считать A* безусловно самым быстрым вариантом.</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Закрепите связь модели, эвристики и условий оптимальности. Не повторяйте полный алгоритм, попросите студентов собрать его смысл самостоятельно.</a:t>
            </a:r>
          </a:p>
          <a:p>
            <a:endParaRPr/>
          </a:p>
          <a:p>
            <a:r>
              <a:t>АКЦЕНТ</a:t>
            </a:r>
          </a:p>
          <a:p>
            <a:r>
              <a:t>Одна учебная мысль: Что нужно запомнить</a:t>
            </a:r>
          </a:p>
          <a:p>
            <a:endParaRPr/>
          </a:p>
          <a:p>
            <a:r>
              <a:t>ВОПРОС АУДИТОРИИ</a:t>
            </a:r>
          </a:p>
          <a:p>
            <a:r>
              <a:t>Какую величину минимизирует A* при выборе из OPEN?</a:t>
            </a:r>
          </a:p>
          <a:p>
            <a:endParaRPr/>
          </a:p>
          <a:p>
            <a:r>
              <a:t>КЛИКИ</a:t>
            </a:r>
          </a:p>
          <a:p>
            <a:r>
              <a:t>Отдельных анимационных щелчков нет. Следующий щелчок переключает слайд.</a:t>
            </a:r>
          </a:p>
          <a:p>
            <a:endParaRPr/>
          </a:p>
          <a:p>
            <a:r>
              <a:t>ТИПИЧНАЯ ОШИБКА</a:t>
            </a:r>
          </a:p>
          <a:p>
            <a:r>
              <a:t>Оценка f не равна уже найденной точной стоимости ответа.</a:t>
            </a:r>
          </a:p>
          <a:p>
            <a:endParaRPr/>
          </a:p>
          <a:p>
            <a:r>
              <a:t>ПЕРЕХОД</a:t>
            </a:r>
          </a:p>
          <a:p>
            <a:r>
              <a:t>После ответа переходите к следующему слайду.</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ОБЪЯСНИТЬ</a:t>
            </a:r>
          </a:p>
          <a:p>
            <a:r>
              <a:t>Проведите итоговую проверку понимания. Дайте 10–15 секунд на вопрос перед каждым щелчком.</a:t>
            </a:r>
          </a:p>
          <a:p>
            <a:endParaRPr/>
          </a:p>
          <a:p>
            <a:r>
              <a:t>АКЦЕНТ</a:t>
            </a:r>
          </a:p>
          <a:p>
            <a:r>
              <a:t>Одна учебная мысль: Вопросы для самопроверки</a:t>
            </a:r>
          </a:p>
          <a:p>
            <a:endParaRPr/>
          </a:p>
          <a:p>
            <a:r>
              <a:t>ВОПРОС АУДИТОРИИ</a:t>
            </a:r>
          </a:p>
          <a:p>
            <a:r>
              <a:t>Предложите обосновать любой ответ своим примером.</a:t>
            </a:r>
          </a:p>
          <a:p>
            <a:endParaRPr/>
          </a:p>
          <a:p>
            <a:r>
              <a:t>КЛИКИ</a:t>
            </a:r>
          </a:p>
          <a:p>
            <a:r>
              <a:t>1. Раскрыть ответ: При h=0 и одинаковом разрешении равных приоритетов.</a:t>
            </a:r>
          </a:p>
          <a:p>
            <a:r>
              <a:t>2. Раскрыть ответ: Нужно не меньше |Δx|+|Δy| шагов; каждый стоит не меньше 1.</a:t>
            </a:r>
          </a:p>
          <a:p>
            <a:r>
              <a:t>3. Раскрыть ответ: При извлечении G. Первое обнаружение G недостаточно.</a:t>
            </a:r>
          </a:p>
          <a:p>
            <a:r>
              <a:t>4. Раскрыть ответ: Чтобы учесть улучшение g при несогласованной эвристике.</a:t>
            </a:r>
          </a:p>
          <a:p>
            <a:endParaRPr/>
          </a:p>
          <a:p>
            <a:r>
              <a:t>ТИПИЧНАЯ ОШИБКА</a:t>
            </a:r>
          </a:p>
          <a:p>
            <a:r>
              <a:t>Не принимать формулу без объяснения её смысла.</a:t>
            </a:r>
          </a:p>
          <a:p>
            <a:endParaRPr/>
          </a:p>
          <a:p>
            <a:r>
              <a:t>ПЕРЕХОД</a:t>
            </a:r>
          </a:p>
          <a:p>
            <a:r>
              <a:t>После последнего ответа завершите лекцию.</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2"/>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3"/>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21.10.2026</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24"/>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 name="Текст 6"/>
          <p:cNvSpPr>
            <a:spLocks noGrp="1"/>
          </p:cNvSpPr>
          <p:nvPr>
            <p:ph type="body" sz="quarter" idx="12"/>
          </p:nvPr>
        </p:nvSpPr>
        <p:spPr bwMode="auto">
          <a:effectLst/>
        </p:spPr>
        <p:txBody>
          <a:bodyPr/>
          <a:lstStyle/>
          <a:p>
            <a:pPr>
              <a:defRPr/>
            </a:pPr>
            <a:r>
              <a:rPr lang="ru-RU" dirty="0"/>
              <a:t>Лектор</a:t>
            </a:r>
            <a:r>
              <a:rPr lang="en-US" dirty="0"/>
              <a:t>: </a:t>
            </a:r>
            <a:r>
              <a:rPr lang="ru-RU" dirty="0"/>
              <a:t>Борзов Вадим Максимович</a:t>
            </a:r>
          </a:p>
        </p:txBody>
      </p:sp>
      <p:sp>
        <p:nvSpPr>
          <p:cNvPr id="8" name="Текст 7"/>
          <p:cNvSpPr>
            <a:spLocks noGrp="1"/>
          </p:cNvSpPr>
          <p:nvPr>
            <p:ph type="body" sz="quarter" idx="13"/>
          </p:nvPr>
        </p:nvSpPr>
        <p:spPr bwMode="auto">
          <a:xfrm>
            <a:off x="3800791" y="4003199"/>
            <a:ext cx="8050849" cy="1655762"/>
          </a:xfrm>
          <a:effectLst/>
        </p:spPr>
        <p:txBody>
          <a:bodyPr>
            <a:normAutofit/>
          </a:bodyPr>
          <a:lstStyle/>
          <a:p>
            <a:r>
              <a:rPr sz="2300">
                <a:solidFill>
                  <a:srgbClr val="352379"/>
                </a:solidFill>
                <a:latin typeface="Montserrat"/>
              </a:rPr>
              <a:t>Greedy Best-First Search, A*</a:t>
            </a:r>
          </a:p>
          <a:p>
            <a:r>
              <a:rPr sz="2300">
                <a:solidFill>
                  <a:srgbClr val="352379"/>
                </a:solidFill>
                <a:latin typeface="Montserrat"/>
              </a:rPr>
              <a:t>и эвристические функции</a:t>
            </a:r>
          </a:p>
        </p:txBody>
      </p:sp>
      <p:sp>
        <p:nvSpPr>
          <p:cNvPr id="6" name="Заголовок 5"/>
          <p:cNvSpPr>
            <a:spLocks noGrp="1"/>
          </p:cNvSpPr>
          <p:nvPr>
            <p:ph type="title"/>
          </p:nvPr>
        </p:nvSpPr>
        <p:spPr bwMode="auto">
          <a:xfrm>
            <a:off x="3806188" y="1396366"/>
            <a:ext cx="8045451" cy="2032634"/>
          </a:xfrm>
          <a:effectLst/>
        </p:spPr>
        <p:txBody>
          <a:bodyPr/>
          <a:lstStyle/>
          <a:p>
            <a:r>
              <a:rPr sz="3200">
                <a:solidFill>
                  <a:srgbClr val="352379"/>
                </a:solidFill>
                <a:latin typeface="Montserrat SemiBold"/>
              </a:rPr>
              <a:t>Лекция 7. Эвристический</a:t>
            </a:r>
          </a:p>
          <a:p>
            <a:r>
              <a:rPr sz="3200">
                <a:solidFill>
                  <a:srgbClr val="352379"/>
                </a:solidFill>
                <a:latin typeface="Montserrat SemiBold"/>
              </a:rPr>
              <a:t>поиск пути</a:t>
            </a:r>
          </a:p>
        </p:txBody>
      </p:sp>
    </p:spTree>
  </p:cSld>
  <p:clrMapOvr>
    <a:masterClrMapping/>
  </p:clrMapOvr>
  <mc:AlternateContent xmlns:mc="http://schemas.openxmlformats.org/markup-compatibility/2006" xmlns:p14="http://schemas.microsoft.com/office/powerpoint/2010/main">
    <mc:Choice Requires="p14">
      <p:transition spd="med" p14:dur="550"/>
    </mc:Choice>
    <mc:Fallback xmlns="">
      <p:transitio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Где мы остановились</a:t>
            </a:r>
          </a:p>
        </p:txBody>
      </p:sp>
      <p:sp>
        <p:nvSpPr>
          <p:cNvPr id="12" name="obj_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 этой лекции добавляем к стоимости пути информацию о цели</a:t>
            </a:r>
          </a:p>
        </p:txBody>
      </p:sp>
      <p:sp>
        <p:nvSpPr>
          <p:cNvPr id="13" name="obj_3"/>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Уже умеем</a:t>
            </a:r>
          </a:p>
        </p:txBody>
      </p:sp>
      <p:sp>
        <p:nvSpPr>
          <p:cNvPr id="16" name="obj_6"/>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Графы и обходы BFS / DFS</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Кратчайшие пути и Дейкстра</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Куча и приоритетная очередь</a:t>
            </a:r>
          </a:p>
        </p:txBody>
      </p:sp>
      <p:sp>
        <p:nvSpPr>
          <p:cNvPr id="17" name="obj_7"/>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8"/>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9"/>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Сегодня</a:t>
            </a:r>
          </a:p>
        </p:txBody>
      </p:sp>
      <p:sp>
        <p:nvSpPr>
          <p:cNvPr id="20" name="obj_10"/>
          <p:cNvSpPr txBox="1"/>
          <p:nvPr/>
        </p:nvSpPr>
        <p:spPr>
          <a:xfrm>
            <a:off x="6680200" y="2476500"/>
            <a:ext cx="4800600" cy="2250168"/>
          </a:xfrm>
          <a:prstGeom prst="rect">
            <a:avLst/>
          </a:prstGeom>
          <a:noFill/>
          <a:effectLst/>
        </p:spPr>
        <p:txBody>
          <a:bodyPr wrap="square" lIns="0" tIns="0" rIns="0" bIns="0">
            <a:spAutoFit/>
          </a:bodyPr>
          <a:lstStyle/>
          <a:p>
            <a:pPr algn="l">
              <a:lnSpc>
                <a:spcPct val="112000"/>
              </a:lnSpc>
              <a:spcBef>
                <a:spcPts val="0"/>
              </a:spcBef>
              <a:spcAft>
                <a:spcPts val="0"/>
              </a:spcAft>
            </a:pPr>
            <a:r>
              <a:rPr lang="ru-RU" sz="2200" b="0">
                <a:solidFill>
                  <a:srgbClr val="352379"/>
                </a:solidFill>
                <a:latin typeface="Montserrat"/>
              </a:rPr>
              <a:t>Как вычислять h(n)</a:t>
            </a:r>
          </a:p>
          <a:p>
            <a:pPr algn="l">
              <a:lnSpc>
                <a:spcPct val="112000"/>
              </a:lnSpc>
              <a:spcBef>
                <a:spcPts val="0"/>
              </a:spcBef>
              <a:spcAft>
                <a:spcPts val="0"/>
              </a:spcAft>
            </a:pPr>
            <a:endParaRPr lang="ru-RU" sz="2200" b="0">
              <a:solidFill>
                <a:srgbClr val="352379"/>
              </a:solidFill>
              <a:latin typeface="Montserrat"/>
            </a:endParaRPr>
          </a:p>
          <a:p>
            <a:pPr algn="l">
              <a:lnSpc>
                <a:spcPct val="112000"/>
              </a:lnSpc>
              <a:spcBef>
                <a:spcPts val="0"/>
              </a:spcBef>
              <a:spcAft>
                <a:spcPts val="0"/>
              </a:spcAft>
            </a:pPr>
            <a:r>
              <a:rPr lang="ru-RU" sz="2200" b="0">
                <a:solidFill>
                  <a:srgbClr val="352379"/>
                </a:solidFill>
                <a:latin typeface="Montserrat"/>
              </a:rPr>
              <a:t>Greedy и A*</a:t>
            </a:r>
          </a:p>
          <a:p>
            <a:pPr algn="l">
              <a:lnSpc>
                <a:spcPct val="112000"/>
              </a:lnSpc>
              <a:spcBef>
                <a:spcPts val="0"/>
              </a:spcBef>
              <a:spcAft>
                <a:spcPts val="0"/>
              </a:spcAft>
            </a:pPr>
            <a:endParaRPr lang="ru-RU" sz="2200" b="0">
              <a:solidFill>
                <a:srgbClr val="352379"/>
              </a:solidFill>
              <a:latin typeface="Montserrat"/>
            </a:endParaRPr>
          </a:p>
          <a:p>
            <a:pPr algn="l">
              <a:lnSpc>
                <a:spcPct val="112000"/>
              </a:lnSpc>
              <a:spcBef>
                <a:spcPts val="0"/>
              </a:spcBef>
              <a:spcAft>
                <a:spcPts val="0"/>
              </a:spcAft>
            </a:pPr>
            <a:r>
              <a:rPr lang="ru-RU" sz="2200" b="0">
                <a:solidFill>
                  <a:srgbClr val="352379"/>
                </a:solidFill>
                <a:latin typeface="Montserrat"/>
              </a:rPr>
              <a:t>Свойства, применения,</a:t>
            </a:r>
          </a:p>
          <a:p>
            <a:pPr algn="l">
              <a:lnSpc>
                <a:spcPct val="112000"/>
              </a:lnSpc>
              <a:spcBef>
                <a:spcPts val="0"/>
              </a:spcBef>
              <a:spcAft>
                <a:spcPts val="0"/>
              </a:spcAft>
            </a:pPr>
            <a:r>
              <a:rPr lang="ru-RU" sz="2200" b="0">
                <a:solidFill>
                  <a:srgbClr val="352379"/>
                </a:solidFill>
                <a:latin typeface="Montserrat"/>
              </a:rPr>
              <a:t>сравнение</a:t>
            </a:r>
            <a:endParaRPr sz="2200" b="0">
              <a:solidFill>
                <a:srgbClr val="352379"/>
              </a:solidFill>
              <a:latin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Поиск пути в разных задачах</a:t>
            </a:r>
          </a:p>
        </p:txBody>
      </p:sp>
      <p:sp>
        <p:nvSpPr>
          <p:cNvPr id="12" name="obj_1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Состояния и допустимые действия образуют граф</a:t>
            </a:r>
          </a:p>
        </p:txBody>
      </p:sp>
      <p:sp>
        <p:nvSpPr>
          <p:cNvPr id="13" name="obj_13"/>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4"/>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5"/>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Положение объекта</a:t>
            </a:r>
          </a:p>
        </p:txBody>
      </p:sp>
      <p:sp>
        <p:nvSpPr>
          <p:cNvPr id="16" name="obj_16"/>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Игра: клетка персонажа</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Робот: положение и направление</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Навигация: перекрёсток</a:t>
            </a:r>
          </a:p>
        </p:txBody>
      </p:sp>
      <p:sp>
        <p:nvSpPr>
          <p:cNvPr id="17" name="obj_17"/>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8"/>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9"/>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Состояние процесса</a:t>
            </a:r>
          </a:p>
        </p:txBody>
      </p:sp>
      <p:sp>
        <p:nvSpPr>
          <p:cNvPr id="20" name="obj_20"/>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Логистика: склад и груз</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Планирование: выполненные действия</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Строки: текущее слово</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2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Состояние и допустимый переход</a:t>
            </a:r>
          </a:p>
        </p:txBody>
      </p:sp>
      <p:sp>
        <p:nvSpPr>
          <p:cNvPr id="12" name="obj_2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Если наличие ключа меняет действия, ключ включают в состояние</a:t>
            </a:r>
          </a:p>
        </p:txBody>
      </p:sp>
      <p:grpSp>
        <p:nvGrpSpPr>
          <p:cNvPr id="2" name="state_fragment"/>
          <p:cNvGrpSpPr/>
          <p:nvPr/>
        </p:nvGrpSpPr>
        <p:grpSpPr>
          <a:xfrm>
            <a:off x="698500" y="1968500"/>
            <a:ext cx="4597400" cy="3175000"/>
            <a:chOff x="698500" y="1968500"/>
            <a:chExt cx="4597400" cy="3175000"/>
          </a:xfrm>
        </p:grpSpPr>
        <p:sp>
          <p:nvSpPr>
            <p:cNvPr id="13" name="obj_24"/>
            <p:cNvSpPr/>
            <p:nvPr/>
          </p:nvSpPr>
          <p:spPr>
            <a:xfrm>
              <a:off x="698500" y="1968500"/>
              <a:ext cx="4597400" cy="317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25"/>
            <p:cNvSpPr/>
            <p:nvPr/>
          </p:nvSpPr>
          <p:spPr>
            <a:xfrm>
              <a:off x="1016000" y="2247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26"/>
            <p:cNvSpPr/>
            <p:nvPr/>
          </p:nvSpPr>
          <p:spPr>
            <a:xfrm>
              <a:off x="1714500" y="2247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27"/>
            <p:cNvSpPr/>
            <p:nvPr/>
          </p:nvSpPr>
          <p:spPr>
            <a:xfrm>
              <a:off x="2413000" y="2247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28"/>
            <p:cNvSpPr/>
            <p:nvPr/>
          </p:nvSpPr>
          <p:spPr>
            <a:xfrm>
              <a:off x="3111500" y="2247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29"/>
            <p:cNvSpPr/>
            <p:nvPr/>
          </p:nvSpPr>
          <p:spPr>
            <a:xfrm>
              <a:off x="3810000" y="2247900"/>
              <a:ext cx="685800" cy="685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30"/>
            <p:cNvSpPr txBox="1"/>
            <p:nvPr/>
          </p:nvSpPr>
          <p:spPr>
            <a:xfrm>
              <a:off x="3822700" y="2380615"/>
              <a:ext cx="660400" cy="454025"/>
            </a:xfrm>
            <a:prstGeom prst="rect">
              <a:avLst/>
            </a:prstGeom>
            <a:noFill/>
            <a:effectLst/>
          </p:spPr>
          <p:txBody>
            <a:bodyPr wrap="square" lIns="0" tIns="0" rIns="0" bIns="0">
              <a:spAutoFit/>
            </a:bodyPr>
            <a:lstStyle/>
            <a:p>
              <a:pPr algn="ctr">
                <a:lnSpc>
                  <a:spcPct val="112000"/>
                </a:lnSpc>
                <a:spcBef>
                  <a:spcPts val="0"/>
                </a:spcBef>
                <a:spcAft>
                  <a:spcPts val="0"/>
                </a:spcAft>
              </a:pPr>
              <a:r>
                <a:rPr sz="2310" b="0">
                  <a:solidFill>
                    <a:srgbClr val="245B72"/>
                  </a:solidFill>
                  <a:latin typeface="Montserrat"/>
                </a:rPr>
                <a:t>≋2</a:t>
              </a:r>
            </a:p>
          </p:txBody>
        </p:sp>
        <p:sp>
          <p:nvSpPr>
            <p:cNvPr id="20" name="obj_31"/>
            <p:cNvSpPr/>
            <p:nvPr/>
          </p:nvSpPr>
          <p:spPr>
            <a:xfrm>
              <a:off x="4508500" y="2247900"/>
              <a:ext cx="685800" cy="685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32"/>
            <p:cNvSpPr txBox="1"/>
            <p:nvPr/>
          </p:nvSpPr>
          <p:spPr>
            <a:xfrm>
              <a:off x="4521200" y="2380615"/>
              <a:ext cx="660400" cy="454025"/>
            </a:xfrm>
            <a:prstGeom prst="rect">
              <a:avLst/>
            </a:prstGeom>
            <a:noFill/>
            <a:effectLst/>
          </p:spPr>
          <p:txBody>
            <a:bodyPr wrap="square" lIns="0" tIns="0" rIns="0" bIns="0">
              <a:spAutoFit/>
            </a:bodyPr>
            <a:lstStyle/>
            <a:p>
              <a:pPr algn="ctr">
                <a:lnSpc>
                  <a:spcPct val="112000"/>
                </a:lnSpc>
                <a:spcBef>
                  <a:spcPts val="0"/>
                </a:spcBef>
                <a:spcAft>
                  <a:spcPts val="0"/>
                </a:spcAft>
              </a:pPr>
              <a:r>
                <a:rPr sz="2310" b="0">
                  <a:solidFill>
                    <a:srgbClr val="245B72"/>
                  </a:solidFill>
                  <a:latin typeface="Montserrat"/>
                </a:rPr>
                <a:t>≋2</a:t>
              </a:r>
            </a:p>
          </p:txBody>
        </p:sp>
        <p:sp>
          <p:nvSpPr>
            <p:cNvPr id="22" name="obj_33"/>
            <p:cNvSpPr/>
            <p:nvPr/>
          </p:nvSpPr>
          <p:spPr>
            <a:xfrm>
              <a:off x="1016000" y="2946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34"/>
            <p:cNvSpPr/>
            <p:nvPr/>
          </p:nvSpPr>
          <p:spPr>
            <a:xfrm>
              <a:off x="1714500" y="2946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35"/>
            <p:cNvSpPr/>
            <p:nvPr/>
          </p:nvSpPr>
          <p:spPr>
            <a:xfrm>
              <a:off x="1727200" y="2959100"/>
              <a:ext cx="660400" cy="6604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36"/>
            <p:cNvSpPr/>
            <p:nvPr/>
          </p:nvSpPr>
          <p:spPr>
            <a:xfrm>
              <a:off x="1798320" y="3030220"/>
              <a:ext cx="502920" cy="50292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37"/>
            <p:cNvSpPr txBox="1"/>
            <p:nvPr/>
          </p:nvSpPr>
          <p:spPr>
            <a:xfrm>
              <a:off x="1798320" y="3016250"/>
              <a:ext cx="502920" cy="558800"/>
            </a:xfrm>
            <a:prstGeom prst="rect">
              <a:avLst/>
            </a:prstGeom>
            <a:noFill/>
            <a:effectLst/>
          </p:spPr>
          <p:txBody>
            <a:bodyPr wrap="square" lIns="0" tIns="0" rIns="0" bIns="0">
              <a:spAutoFit/>
            </a:bodyPr>
            <a:lstStyle/>
            <a:p>
              <a:pPr algn="ctr">
                <a:lnSpc>
                  <a:spcPct val="112000"/>
                </a:lnSpc>
                <a:spcBef>
                  <a:spcPts val="0"/>
                </a:spcBef>
                <a:spcAft>
                  <a:spcPts val="0"/>
                </a:spcAft>
              </a:pPr>
              <a:r>
                <a:rPr sz="2915" b="1">
                  <a:solidFill>
                    <a:srgbClr val="FFFFFF"/>
                  </a:solidFill>
                  <a:latin typeface="Montserrat"/>
                </a:rPr>
                <a:t>S</a:t>
              </a:r>
            </a:p>
          </p:txBody>
        </p:sp>
        <p:sp>
          <p:nvSpPr>
            <p:cNvPr id="27" name="obj_38"/>
            <p:cNvSpPr/>
            <p:nvPr/>
          </p:nvSpPr>
          <p:spPr>
            <a:xfrm>
              <a:off x="2413000" y="2946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39"/>
            <p:cNvSpPr/>
            <p:nvPr/>
          </p:nvSpPr>
          <p:spPr>
            <a:xfrm>
              <a:off x="3111500" y="2946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40"/>
            <p:cNvSpPr/>
            <p:nvPr/>
          </p:nvSpPr>
          <p:spPr>
            <a:xfrm>
              <a:off x="3810000" y="2946400"/>
              <a:ext cx="685800" cy="685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41"/>
            <p:cNvSpPr txBox="1"/>
            <p:nvPr/>
          </p:nvSpPr>
          <p:spPr>
            <a:xfrm>
              <a:off x="3822700" y="3079115"/>
              <a:ext cx="660400" cy="454025"/>
            </a:xfrm>
            <a:prstGeom prst="rect">
              <a:avLst/>
            </a:prstGeom>
            <a:noFill/>
            <a:effectLst/>
          </p:spPr>
          <p:txBody>
            <a:bodyPr wrap="square" lIns="0" tIns="0" rIns="0" bIns="0">
              <a:spAutoFit/>
            </a:bodyPr>
            <a:lstStyle/>
            <a:p>
              <a:pPr algn="ctr">
                <a:lnSpc>
                  <a:spcPct val="112000"/>
                </a:lnSpc>
                <a:spcBef>
                  <a:spcPts val="0"/>
                </a:spcBef>
                <a:spcAft>
                  <a:spcPts val="0"/>
                </a:spcAft>
              </a:pPr>
              <a:r>
                <a:rPr sz="2310" b="0">
                  <a:solidFill>
                    <a:srgbClr val="58662C"/>
                  </a:solidFill>
                  <a:latin typeface="Montserrat"/>
                </a:rPr>
                <a:t>∴3</a:t>
              </a:r>
            </a:p>
          </p:txBody>
        </p:sp>
        <p:sp>
          <p:nvSpPr>
            <p:cNvPr id="31" name="obj_42"/>
            <p:cNvSpPr/>
            <p:nvPr/>
          </p:nvSpPr>
          <p:spPr>
            <a:xfrm>
              <a:off x="4508500" y="2946400"/>
              <a:ext cx="685800" cy="685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43"/>
            <p:cNvSpPr txBox="1"/>
            <p:nvPr/>
          </p:nvSpPr>
          <p:spPr>
            <a:xfrm>
              <a:off x="4521200" y="3079115"/>
              <a:ext cx="660400" cy="454025"/>
            </a:xfrm>
            <a:prstGeom prst="rect">
              <a:avLst/>
            </a:prstGeom>
            <a:noFill/>
            <a:effectLst/>
          </p:spPr>
          <p:txBody>
            <a:bodyPr wrap="square" lIns="0" tIns="0" rIns="0" bIns="0">
              <a:spAutoFit/>
            </a:bodyPr>
            <a:lstStyle/>
            <a:p>
              <a:pPr algn="ctr">
                <a:lnSpc>
                  <a:spcPct val="112000"/>
                </a:lnSpc>
                <a:spcBef>
                  <a:spcPts val="0"/>
                </a:spcBef>
                <a:spcAft>
                  <a:spcPts val="0"/>
                </a:spcAft>
              </a:pPr>
              <a:r>
                <a:rPr sz="2310" b="0">
                  <a:solidFill>
                    <a:srgbClr val="58662C"/>
                  </a:solidFill>
                  <a:latin typeface="Montserrat"/>
                </a:rPr>
                <a:t>∴3</a:t>
              </a:r>
            </a:p>
          </p:txBody>
        </p:sp>
        <p:sp>
          <p:nvSpPr>
            <p:cNvPr id="33" name="obj_44"/>
            <p:cNvSpPr/>
            <p:nvPr/>
          </p:nvSpPr>
          <p:spPr>
            <a:xfrm>
              <a:off x="1016000" y="3644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45"/>
            <p:cNvSpPr/>
            <p:nvPr/>
          </p:nvSpPr>
          <p:spPr>
            <a:xfrm>
              <a:off x="1714500" y="3644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6"/>
            <p:cNvSpPr/>
            <p:nvPr/>
          </p:nvSpPr>
          <p:spPr>
            <a:xfrm>
              <a:off x="2413000" y="3644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47"/>
            <p:cNvSpPr/>
            <p:nvPr/>
          </p:nvSpPr>
          <p:spPr>
            <a:xfrm>
              <a:off x="3111500" y="36449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48"/>
            <p:cNvSpPr/>
            <p:nvPr/>
          </p:nvSpPr>
          <p:spPr>
            <a:xfrm>
              <a:off x="3810000" y="3644900"/>
              <a:ext cx="685800" cy="685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49"/>
            <p:cNvSpPr txBox="1"/>
            <p:nvPr/>
          </p:nvSpPr>
          <p:spPr>
            <a:xfrm>
              <a:off x="3822700" y="3777615"/>
              <a:ext cx="660400" cy="454025"/>
            </a:xfrm>
            <a:prstGeom prst="rect">
              <a:avLst/>
            </a:prstGeom>
            <a:noFill/>
            <a:effectLst/>
          </p:spPr>
          <p:txBody>
            <a:bodyPr wrap="square" lIns="0" tIns="0" rIns="0" bIns="0">
              <a:spAutoFit/>
            </a:bodyPr>
            <a:lstStyle/>
            <a:p>
              <a:pPr algn="ctr">
                <a:lnSpc>
                  <a:spcPct val="112000"/>
                </a:lnSpc>
                <a:spcBef>
                  <a:spcPts val="0"/>
                </a:spcBef>
                <a:spcAft>
                  <a:spcPts val="0"/>
                </a:spcAft>
              </a:pPr>
              <a:r>
                <a:rPr sz="2310" b="0">
                  <a:solidFill>
                    <a:srgbClr val="245B72"/>
                  </a:solidFill>
                  <a:latin typeface="Montserrat"/>
                </a:rPr>
                <a:t>≋2</a:t>
              </a:r>
            </a:p>
          </p:txBody>
        </p:sp>
        <p:sp>
          <p:nvSpPr>
            <p:cNvPr id="39" name="obj_50"/>
            <p:cNvSpPr/>
            <p:nvPr/>
          </p:nvSpPr>
          <p:spPr>
            <a:xfrm>
              <a:off x="4508500" y="3644900"/>
              <a:ext cx="685800" cy="685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1"/>
            <p:cNvSpPr txBox="1"/>
            <p:nvPr/>
          </p:nvSpPr>
          <p:spPr>
            <a:xfrm>
              <a:off x="4521200" y="3777615"/>
              <a:ext cx="660400" cy="454025"/>
            </a:xfrm>
            <a:prstGeom prst="rect">
              <a:avLst/>
            </a:prstGeom>
            <a:noFill/>
            <a:effectLst/>
          </p:spPr>
          <p:txBody>
            <a:bodyPr wrap="square" lIns="0" tIns="0" rIns="0" bIns="0">
              <a:spAutoFit/>
            </a:bodyPr>
            <a:lstStyle/>
            <a:p>
              <a:pPr algn="ctr">
                <a:lnSpc>
                  <a:spcPct val="112000"/>
                </a:lnSpc>
                <a:spcBef>
                  <a:spcPts val="0"/>
                </a:spcBef>
                <a:spcAft>
                  <a:spcPts val="0"/>
                </a:spcAft>
              </a:pPr>
              <a:r>
                <a:rPr sz="2310" b="0">
                  <a:solidFill>
                    <a:srgbClr val="245B72"/>
                  </a:solidFill>
                  <a:latin typeface="Montserrat"/>
                </a:rPr>
                <a:t>≋2</a:t>
              </a:r>
            </a:p>
          </p:txBody>
        </p:sp>
        <p:sp>
          <p:nvSpPr>
            <p:cNvPr id="41" name="obj_52"/>
            <p:cNvSpPr/>
            <p:nvPr/>
          </p:nvSpPr>
          <p:spPr>
            <a:xfrm>
              <a:off x="1016000" y="4343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53"/>
            <p:cNvSpPr/>
            <p:nvPr/>
          </p:nvSpPr>
          <p:spPr>
            <a:xfrm>
              <a:off x="1714500" y="4343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54"/>
            <p:cNvSpPr/>
            <p:nvPr/>
          </p:nvSpPr>
          <p:spPr>
            <a:xfrm>
              <a:off x="2413000" y="4343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55"/>
            <p:cNvSpPr/>
            <p:nvPr/>
          </p:nvSpPr>
          <p:spPr>
            <a:xfrm>
              <a:off x="3111500" y="4343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56"/>
            <p:cNvSpPr/>
            <p:nvPr/>
          </p:nvSpPr>
          <p:spPr>
            <a:xfrm>
              <a:off x="3810000" y="4343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7"/>
            <p:cNvSpPr/>
            <p:nvPr/>
          </p:nvSpPr>
          <p:spPr>
            <a:xfrm>
              <a:off x="4508500" y="4343400"/>
              <a:ext cx="685800" cy="685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58"/>
            <p:cNvSpPr txBox="1"/>
            <p:nvPr/>
          </p:nvSpPr>
          <p:spPr>
            <a:xfrm>
              <a:off x="1016000" y="1981200"/>
              <a:ext cx="698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8" name="obj_59"/>
            <p:cNvSpPr txBox="1"/>
            <p:nvPr/>
          </p:nvSpPr>
          <p:spPr>
            <a:xfrm>
              <a:off x="1714500" y="1981200"/>
              <a:ext cx="698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9" name="obj_60"/>
            <p:cNvSpPr txBox="1"/>
            <p:nvPr/>
          </p:nvSpPr>
          <p:spPr>
            <a:xfrm>
              <a:off x="2413000" y="1981200"/>
              <a:ext cx="698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0" name="obj_61"/>
            <p:cNvSpPr txBox="1"/>
            <p:nvPr/>
          </p:nvSpPr>
          <p:spPr>
            <a:xfrm>
              <a:off x="3111500" y="1981200"/>
              <a:ext cx="698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1" name="obj_62"/>
            <p:cNvSpPr txBox="1"/>
            <p:nvPr/>
          </p:nvSpPr>
          <p:spPr>
            <a:xfrm>
              <a:off x="3810000" y="1981200"/>
              <a:ext cx="698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2" name="obj_63"/>
            <p:cNvSpPr txBox="1"/>
            <p:nvPr/>
          </p:nvSpPr>
          <p:spPr>
            <a:xfrm>
              <a:off x="4508500" y="1981200"/>
              <a:ext cx="698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53" name="obj_64"/>
            <p:cNvSpPr txBox="1"/>
            <p:nvPr/>
          </p:nvSpPr>
          <p:spPr>
            <a:xfrm>
              <a:off x="698500" y="237363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54" name="obj_65"/>
            <p:cNvSpPr txBox="1"/>
            <p:nvPr/>
          </p:nvSpPr>
          <p:spPr>
            <a:xfrm>
              <a:off x="698500" y="307213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55" name="obj_66"/>
            <p:cNvSpPr txBox="1"/>
            <p:nvPr/>
          </p:nvSpPr>
          <p:spPr>
            <a:xfrm>
              <a:off x="698500" y="3770629"/>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56" name="obj_67"/>
            <p:cNvSpPr txBox="1"/>
            <p:nvPr/>
          </p:nvSpPr>
          <p:spPr>
            <a:xfrm>
              <a:off x="698500" y="446913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57" name="obj_68"/>
          <p:cNvSpPr/>
          <p:nvPr/>
        </p:nvSpPr>
        <p:spPr>
          <a:xfrm>
            <a:off x="6223000" y="1816100"/>
            <a:ext cx="5461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69"/>
          <p:cNvSpPr/>
          <p:nvPr/>
        </p:nvSpPr>
        <p:spPr>
          <a:xfrm>
            <a:off x="6223000" y="1816100"/>
            <a:ext cx="5461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70"/>
          <p:cNvSpPr txBox="1"/>
          <p:nvPr/>
        </p:nvSpPr>
        <p:spPr>
          <a:xfrm>
            <a:off x="6400800" y="1892300"/>
            <a:ext cx="5105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Координаты и условия</a:t>
            </a:r>
          </a:p>
        </p:txBody>
      </p:sp>
      <p:sp>
        <p:nvSpPr>
          <p:cNvPr id="60" name="obj_71"/>
          <p:cNvSpPr txBox="1"/>
          <p:nvPr/>
        </p:nvSpPr>
        <p:spPr>
          <a:xfrm>
            <a:off x="6426200" y="2476500"/>
            <a:ext cx="5054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Состояние: (x, y)</a:t>
            </a:r>
          </a:p>
          <a:p>
            <a:pPr algn="l">
              <a:lnSpc>
                <a:spcPct val="112000"/>
              </a:lnSpc>
              <a:spcBef>
                <a:spcPts val="0"/>
              </a:spcBef>
              <a:spcAft>
                <a:spcPts val="0"/>
              </a:spcAft>
            </a:pPr>
            <a:r>
              <a:rPr sz="2200" b="0">
                <a:solidFill>
                  <a:srgbClr val="352379"/>
                </a:solidFill>
                <a:latin typeface="Montserrat"/>
              </a:rPr>
              <a:t>S = (1, 5), G = (13, 5)</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С ключом: (x, y, has_key)</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Переход: одна клетка по оси</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7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Общая карта и цена входа</a:t>
            </a:r>
          </a:p>
        </p:txBody>
      </p:sp>
      <p:sp>
        <p:nvSpPr>
          <p:cNvPr id="12" name="obj_7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Четыре направления движения. Старт имеет накопленную стоимость 0</a:t>
            </a:r>
          </a:p>
        </p:txBody>
      </p:sp>
      <p:grpSp>
        <p:nvGrpSpPr>
          <p:cNvPr id="2" name="common_map"/>
          <p:cNvGrpSpPr/>
          <p:nvPr/>
        </p:nvGrpSpPr>
        <p:grpSpPr>
          <a:xfrm>
            <a:off x="508000" y="1562100"/>
            <a:ext cx="5359400" cy="4013200"/>
            <a:chOff x="508000" y="1562100"/>
            <a:chExt cx="5359400" cy="4013200"/>
          </a:xfrm>
        </p:grpSpPr>
        <p:sp>
          <p:nvSpPr>
            <p:cNvPr id="13" name="obj_75"/>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76"/>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77"/>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78"/>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79"/>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80"/>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81"/>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82"/>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83"/>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84"/>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85"/>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86"/>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87"/>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88"/>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89"/>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90"/>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91"/>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92"/>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93"/>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94"/>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95"/>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96"/>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97"/>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98"/>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99"/>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00"/>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01"/>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02"/>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03"/>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04"/>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05"/>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06"/>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07"/>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08"/>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09"/>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10"/>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11"/>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12"/>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13"/>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14"/>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15"/>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16"/>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17"/>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18"/>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19"/>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20"/>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21"/>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22"/>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23"/>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24"/>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25"/>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26"/>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27"/>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28"/>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29"/>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30"/>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31"/>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32"/>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33"/>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34"/>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35"/>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36"/>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37"/>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38"/>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39"/>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40"/>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41"/>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0" name="obj_142"/>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43"/>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2" name="obj_144"/>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45"/>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4" name="obj_146"/>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47"/>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6" name="obj_148"/>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49"/>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 name="obj_150"/>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51"/>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0" name="obj_152"/>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53"/>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2" name="obj_154"/>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55"/>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4" name="obj_156"/>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57"/>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58"/>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59"/>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60"/>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61"/>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62"/>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01" name="obj_163"/>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64"/>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65"/>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66"/>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5" name="obj_167"/>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68"/>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7" name="obj_169"/>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70"/>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9" name="obj_171"/>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72"/>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1" name="obj_173"/>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74"/>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3" name="obj_175"/>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76"/>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5" name="obj_177"/>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78"/>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7" name="obj_179"/>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80"/>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 name="obj_181"/>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82"/>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83"/>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84"/>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23" name="obj_185"/>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86"/>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87"/>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88"/>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89"/>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90"/>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191"/>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0" name="obj_192"/>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93"/>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 name="obj_194"/>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95"/>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4" name="obj_196"/>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197"/>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6" name="obj_198"/>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99"/>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 name="obj_200"/>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201"/>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0" name="obj_202"/>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203"/>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2" name="obj_204"/>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205"/>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4" name="obj_206"/>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207"/>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208"/>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209"/>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210"/>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211"/>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212"/>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213"/>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214"/>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215"/>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216"/>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217"/>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218"/>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219"/>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220"/>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221"/>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222"/>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223"/>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224"/>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225"/>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226"/>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227"/>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228"/>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229"/>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230"/>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231"/>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232"/>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233"/>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234"/>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235"/>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236"/>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237"/>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238"/>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239"/>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240"/>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241"/>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242"/>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243"/>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244"/>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245"/>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246"/>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247"/>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248"/>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249"/>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250"/>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251"/>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252"/>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253"/>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254"/>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255"/>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256"/>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257"/>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258"/>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259"/>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260"/>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261"/>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262"/>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263"/>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264"/>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265"/>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266"/>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267"/>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268"/>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269"/>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08" name="obj_270"/>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09" name="obj_271"/>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10" name="obj_272"/>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11" name="obj_273"/>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12" name="obj_274"/>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13" name="obj_275"/>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14" name="obj_276"/>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15" name="obj_277"/>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16" name="obj_278"/>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17" name="obj_279"/>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18" name="obj_280"/>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19" name="obj_281"/>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20" name="obj_282"/>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21" name="obj_283"/>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22" name="obj_284"/>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23" name="obj_285"/>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24" name="obj_286"/>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25" name="obj_287"/>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26" name="obj_288"/>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27" name="obj_289"/>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28" name="obj_290"/>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29" name="obj_291"/>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30" name="obj_292"/>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31" name="obj_293"/>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32" name="obj_294"/>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grpSp>
      <p:sp>
        <p:nvSpPr>
          <p:cNvPr id="233" name="obj_295"/>
          <p:cNvSpPr/>
          <p:nvPr/>
        </p:nvSpPr>
        <p:spPr>
          <a:xfrm>
            <a:off x="6540500" y="1816100"/>
            <a:ext cx="51435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296"/>
          <p:cNvSpPr/>
          <p:nvPr/>
        </p:nvSpPr>
        <p:spPr>
          <a:xfrm>
            <a:off x="6540500" y="1816100"/>
            <a:ext cx="51435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297"/>
          <p:cNvSpPr txBox="1"/>
          <p:nvPr/>
        </p:nvSpPr>
        <p:spPr>
          <a:xfrm>
            <a:off x="6718300" y="1892300"/>
            <a:ext cx="47879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Одна модель для всех опытов</a:t>
            </a:r>
          </a:p>
        </p:txBody>
      </p:sp>
      <p:sp>
        <p:nvSpPr>
          <p:cNvPr id="236" name="obj_298"/>
          <p:cNvSpPr txBox="1"/>
          <p:nvPr/>
        </p:nvSpPr>
        <p:spPr>
          <a:xfrm>
            <a:off x="6743700" y="2476500"/>
            <a:ext cx="47371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300" b="0">
                <a:solidFill>
                  <a:srgbClr val="352379"/>
                </a:solidFill>
                <a:latin typeface="Montserrat"/>
              </a:rPr>
              <a:t>Поле: 1</a:t>
            </a:r>
          </a:p>
          <a:p>
            <a:pPr algn="l">
              <a:lnSpc>
                <a:spcPct val="112000"/>
              </a:lnSpc>
              <a:spcBef>
                <a:spcPts val="0"/>
              </a:spcBef>
              <a:spcAft>
                <a:spcPts val="0"/>
              </a:spcAft>
            </a:pPr>
            <a:r>
              <a:rPr sz="2300" b="0">
                <a:solidFill>
                  <a:srgbClr val="352379"/>
                </a:solidFill>
                <a:latin typeface="Montserrat"/>
              </a:rPr>
              <a:t>Река ≋: 2</a:t>
            </a:r>
          </a:p>
          <a:p>
            <a:pPr algn="l">
              <a:lnSpc>
                <a:spcPct val="112000"/>
              </a:lnSpc>
              <a:spcBef>
                <a:spcPts val="0"/>
              </a:spcBef>
              <a:spcAft>
                <a:spcPts val="0"/>
              </a:spcAft>
            </a:pPr>
            <a:r>
              <a:rPr sz="2300" b="0">
                <a:solidFill>
                  <a:srgbClr val="352379"/>
                </a:solidFill>
                <a:latin typeface="Montserrat"/>
              </a:rPr>
              <a:t>Болото ∴: 3</a:t>
            </a:r>
          </a:p>
          <a:p>
            <a:pPr algn="l">
              <a:lnSpc>
                <a:spcPct val="112000"/>
              </a:lnSpc>
              <a:spcBef>
                <a:spcPts val="0"/>
              </a:spcBef>
              <a:spcAft>
                <a:spcPts val="0"/>
              </a:spcAft>
            </a:pPr>
            <a:r>
              <a:rPr sz="2300" b="0">
                <a:solidFill>
                  <a:srgbClr val="352379"/>
                </a:solidFill>
                <a:latin typeface="Montserrat"/>
              </a:rPr>
              <a:t>Стена: непроходима</a:t>
            </a:r>
          </a:p>
          <a:p>
            <a:pPr algn="l">
              <a:lnSpc>
                <a:spcPct val="112000"/>
              </a:lnSpc>
              <a:spcBef>
                <a:spcPts val="0"/>
              </a:spcBef>
              <a:spcAft>
                <a:spcPts val="0"/>
              </a:spcAft>
            </a:pPr>
            <a:endParaRPr sz="2300" b="0">
              <a:solidFill>
                <a:srgbClr val="352379"/>
              </a:solidFill>
              <a:latin typeface="Montserrat"/>
            </a:endParaRPr>
          </a:p>
          <a:p>
            <a:pPr algn="l">
              <a:lnSpc>
                <a:spcPct val="112000"/>
              </a:lnSpc>
              <a:spcBef>
                <a:spcPts val="0"/>
              </a:spcBef>
              <a:spcAft>
                <a:spcPts val="0"/>
              </a:spcAft>
            </a:pPr>
            <a:r>
              <a:rPr sz="2300" b="0">
                <a:solidFill>
                  <a:srgbClr val="352379"/>
                </a:solidFill>
                <a:latin typeface="Montserrat"/>
              </a:rPr>
              <a:t>Вес u→v: цена входа в 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299"/>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Почему направление перехода важно</a:t>
            </a:r>
          </a:p>
        </p:txBody>
      </p:sp>
      <p:sp>
        <p:nvSpPr>
          <p:cNvPr id="12" name="obj_300"/>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Вес ребра равен цене назначения, а не цене исходной клетки</a:t>
            </a:r>
          </a:p>
        </p:txBody>
      </p:sp>
      <p:grpSp>
        <p:nvGrpSpPr>
          <p:cNvPr id="2" name="enter_cost"/>
          <p:cNvGrpSpPr/>
          <p:nvPr/>
        </p:nvGrpSpPr>
        <p:grpSpPr>
          <a:xfrm>
            <a:off x="1079500" y="2387600"/>
            <a:ext cx="2692400" cy="1524000"/>
            <a:chOff x="1079500" y="2387600"/>
            <a:chExt cx="2692400" cy="1524000"/>
          </a:xfrm>
        </p:grpSpPr>
        <p:sp>
          <p:nvSpPr>
            <p:cNvPr id="13" name="obj_302"/>
            <p:cNvSpPr/>
            <p:nvPr/>
          </p:nvSpPr>
          <p:spPr>
            <a:xfrm>
              <a:off x="1079500" y="2387600"/>
              <a:ext cx="2692400" cy="152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303"/>
            <p:cNvSpPr/>
            <p:nvPr/>
          </p:nvSpPr>
          <p:spPr>
            <a:xfrm>
              <a:off x="1397000" y="2667000"/>
              <a:ext cx="1130300" cy="11303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304"/>
            <p:cNvSpPr/>
            <p:nvPr/>
          </p:nvSpPr>
          <p:spPr>
            <a:xfrm>
              <a:off x="2540000" y="2667000"/>
              <a:ext cx="1130300" cy="11303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305"/>
            <p:cNvSpPr txBox="1"/>
            <p:nvPr/>
          </p:nvSpPr>
          <p:spPr>
            <a:xfrm>
              <a:off x="2552700" y="2884170"/>
              <a:ext cx="1104900" cy="742950"/>
            </a:xfrm>
            <a:prstGeom prst="rect">
              <a:avLst/>
            </a:prstGeom>
            <a:noFill/>
            <a:effectLst/>
          </p:spPr>
          <p:txBody>
            <a:bodyPr wrap="square" lIns="0" tIns="0" rIns="0" bIns="0">
              <a:spAutoFit/>
            </a:bodyPr>
            <a:lstStyle/>
            <a:p>
              <a:pPr algn="ctr">
                <a:lnSpc>
                  <a:spcPct val="112000"/>
                </a:lnSpc>
                <a:spcBef>
                  <a:spcPts val="0"/>
                </a:spcBef>
                <a:spcAft>
                  <a:spcPts val="0"/>
                </a:spcAft>
              </a:pPr>
              <a:r>
                <a:rPr sz="3779" b="0">
                  <a:solidFill>
                    <a:srgbClr val="58662C"/>
                  </a:solidFill>
                  <a:latin typeface="Montserrat"/>
                </a:rPr>
                <a:t>∴3</a:t>
              </a:r>
            </a:p>
          </p:txBody>
        </p:sp>
        <p:sp>
          <p:nvSpPr>
            <p:cNvPr id="17" name="obj_306"/>
            <p:cNvSpPr txBox="1"/>
            <p:nvPr/>
          </p:nvSpPr>
          <p:spPr>
            <a:xfrm>
              <a:off x="1397000" y="2400300"/>
              <a:ext cx="11430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8" name="obj_307"/>
            <p:cNvSpPr txBox="1"/>
            <p:nvPr/>
          </p:nvSpPr>
          <p:spPr>
            <a:xfrm>
              <a:off x="2540000" y="2400300"/>
              <a:ext cx="11430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9" name="obj_308"/>
            <p:cNvSpPr txBox="1"/>
            <p:nvPr/>
          </p:nvSpPr>
          <p:spPr>
            <a:xfrm>
              <a:off x="1079500" y="287274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grpSp>
      <p:sp>
        <p:nvSpPr>
          <p:cNvPr id="20" name="obj_309"/>
          <p:cNvSpPr txBox="1"/>
          <p:nvPr/>
        </p:nvSpPr>
        <p:spPr>
          <a:xfrm>
            <a:off x="1168400" y="2082800"/>
            <a:ext cx="5461000" cy="508000"/>
          </a:xfrm>
          <a:prstGeom prst="rect">
            <a:avLst/>
          </a:prstGeom>
          <a:noFill/>
          <a:effectLst/>
        </p:spPr>
        <p:txBody>
          <a:bodyPr wrap="square" lIns="0" tIns="0" rIns="0" bIns="0">
            <a:spAutoFit/>
          </a:bodyPr>
          <a:lstStyle/>
          <a:p>
            <a:pPr algn="l">
              <a:lnSpc>
                <a:spcPct val="112000"/>
              </a:lnSpc>
              <a:spcBef>
                <a:spcPts val="0"/>
              </a:spcBef>
              <a:spcAft>
                <a:spcPts val="0"/>
              </a:spcAft>
            </a:pPr>
            <a:r>
              <a:rPr sz="2300" b="0">
                <a:solidFill>
                  <a:srgbClr val="352379"/>
                </a:solidFill>
                <a:latin typeface="Montserrat"/>
              </a:rPr>
              <a:t>u=(3,5)             v=(4,5)</a:t>
            </a:r>
          </a:p>
        </p:txBody>
      </p:sp>
      <p:grpSp>
        <p:nvGrpSpPr>
          <p:cNvPr id="3" name="forward_cost"/>
          <p:cNvGrpSpPr/>
          <p:nvPr/>
        </p:nvGrpSpPr>
        <p:grpSpPr>
          <a:xfrm>
            <a:off x="1968500" y="2235200"/>
            <a:ext cx="9398000" cy="939800"/>
            <a:chOff x="1968500" y="2235200"/>
            <a:chExt cx="9398000" cy="939800"/>
          </a:xfrm>
        </p:grpSpPr>
        <p:cxnSp>
          <p:nvCxnSpPr>
            <p:cNvPr id="21" name="obj_311"/>
            <p:cNvCxnSpPr/>
            <p:nvPr/>
          </p:nvCxnSpPr>
          <p:spPr>
            <a:xfrm>
              <a:off x="1968500" y="3175000"/>
              <a:ext cx="1143000" cy="0"/>
            </a:xfrm>
            <a:prstGeom prst="line">
              <a:avLst/>
            </a:prstGeom>
            <a:ln w="50800">
              <a:solidFill>
                <a:srgbClr val="BB5708"/>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bj_312"/>
            <p:cNvSpPr txBox="1"/>
            <p:nvPr/>
          </p:nvSpPr>
          <p:spPr>
            <a:xfrm>
              <a:off x="6794500" y="2235200"/>
              <a:ext cx="4572000" cy="7874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u → v: w = 3</a:t>
              </a:r>
            </a:p>
          </p:txBody>
        </p:sp>
      </p:grpSp>
      <p:grpSp>
        <p:nvGrpSpPr>
          <p:cNvPr id="4" name="reverse_cost"/>
          <p:cNvGrpSpPr/>
          <p:nvPr/>
        </p:nvGrpSpPr>
        <p:grpSpPr>
          <a:xfrm>
            <a:off x="6794500" y="3644900"/>
            <a:ext cx="4572000" cy="787400"/>
            <a:chOff x="6794500" y="3644900"/>
            <a:chExt cx="4572000" cy="787400"/>
          </a:xfrm>
        </p:grpSpPr>
        <p:sp>
          <p:nvSpPr>
            <p:cNvPr id="23" name="obj_314"/>
            <p:cNvSpPr txBox="1"/>
            <p:nvPr/>
          </p:nvSpPr>
          <p:spPr>
            <a:xfrm>
              <a:off x="6794500" y="3644900"/>
              <a:ext cx="4572000" cy="7874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v → u: w = 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7</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315"/>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Меньше шагов или меньше стоимость?</a:t>
            </a:r>
          </a:p>
        </p:txBody>
      </p:sp>
      <p:sp>
        <p:nvSpPr>
          <p:cNvPr id="12" name="obj_316"/>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Два реальных маршрута на одной и той же карте</a:t>
            </a:r>
          </a:p>
        </p:txBody>
      </p:sp>
      <p:grpSp>
        <p:nvGrpSpPr>
          <p:cNvPr id="2" name="two_routes"/>
          <p:cNvGrpSpPr/>
          <p:nvPr/>
        </p:nvGrpSpPr>
        <p:grpSpPr>
          <a:xfrm>
            <a:off x="508000" y="1562100"/>
            <a:ext cx="5359400" cy="4013200"/>
            <a:chOff x="508000" y="1562100"/>
            <a:chExt cx="5359400" cy="4013200"/>
          </a:xfrm>
        </p:grpSpPr>
        <p:sp>
          <p:nvSpPr>
            <p:cNvPr id="13" name="obj_318"/>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319"/>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320"/>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321"/>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322"/>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323"/>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324"/>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325"/>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326"/>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327"/>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328"/>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329"/>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330"/>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331"/>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332"/>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333"/>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334"/>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335"/>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336"/>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337"/>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338"/>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339"/>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340"/>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341"/>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342"/>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343"/>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344"/>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345"/>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346"/>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347"/>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348"/>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349"/>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350"/>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351"/>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352"/>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353"/>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354"/>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355"/>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356"/>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357"/>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358"/>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359"/>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360"/>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361"/>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362"/>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363"/>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364"/>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365"/>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366"/>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367"/>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368"/>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369"/>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370"/>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371"/>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372"/>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373"/>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374"/>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375"/>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376"/>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377"/>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378"/>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379"/>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380"/>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381"/>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382"/>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383"/>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384"/>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0" name="obj_385"/>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386"/>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2" name="obj_387"/>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388"/>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4" name="obj_389"/>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390"/>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6" name="obj_391"/>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392"/>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 name="obj_393"/>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394"/>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0" name="obj_395"/>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396"/>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2" name="obj_397"/>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398"/>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4" name="obj_399"/>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400"/>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401"/>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402"/>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403"/>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404"/>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405"/>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01" name="obj_406"/>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407"/>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408"/>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409"/>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5" name="obj_410"/>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411"/>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7" name="obj_412"/>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413"/>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9" name="obj_414"/>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415"/>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1" name="obj_416"/>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417"/>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3" name="obj_418"/>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419"/>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5" name="obj_420"/>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421"/>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7" name="obj_422"/>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423"/>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 name="obj_424"/>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425"/>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426"/>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427"/>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23" name="obj_428"/>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429"/>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430"/>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431"/>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432"/>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433"/>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434"/>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0" name="obj_435"/>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436"/>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 name="obj_437"/>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438"/>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4" name="obj_439"/>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440"/>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6" name="obj_441"/>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442"/>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 name="obj_443"/>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444"/>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0" name="obj_445"/>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446"/>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2" name="obj_447"/>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448"/>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4" name="obj_449"/>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450"/>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451"/>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452"/>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453"/>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454"/>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455"/>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456"/>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457"/>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458"/>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459"/>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460"/>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461"/>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462"/>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463"/>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464"/>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465"/>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466"/>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467"/>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468"/>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469"/>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470"/>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471"/>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472"/>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473"/>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474"/>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475"/>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476"/>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477"/>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478"/>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479"/>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480"/>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481"/>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482"/>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483"/>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484"/>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485"/>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486"/>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487"/>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488"/>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489"/>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490"/>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491"/>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492"/>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493"/>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494"/>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495"/>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496"/>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497"/>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498"/>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499"/>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500"/>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501"/>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502"/>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503"/>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504"/>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505"/>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506"/>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507"/>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508"/>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509"/>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510"/>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511"/>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512"/>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08" name="obj_513"/>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09" name="obj_514"/>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10" name="obj_515"/>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11" name="obj_516"/>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12" name="obj_517"/>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13" name="obj_518"/>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14" name="obj_519"/>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15" name="obj_520"/>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16" name="obj_521"/>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17" name="obj_522"/>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18" name="obj_523"/>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19" name="obj_524"/>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20" name="obj_525"/>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21" name="obj_526"/>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22" name="obj_527"/>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23" name="obj_528"/>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24" name="obj_529"/>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25" name="obj_530"/>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26" name="obj_531"/>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27" name="obj_532"/>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28" name="obj_533"/>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29" name="obj_534"/>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30" name="obj_535"/>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31" name="obj_536"/>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32" name="obj_537"/>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233" name="obj_538"/>
            <p:cNvCxnSpPr/>
            <p:nvPr/>
          </p:nvCxnSpPr>
          <p:spPr>
            <a:xfrm>
              <a:off x="13208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4" name="obj_539"/>
            <p:cNvCxnSpPr/>
            <p:nvPr/>
          </p:nvCxnSpPr>
          <p:spPr>
            <a:xfrm>
              <a:off x="16510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5" name="obj_540"/>
            <p:cNvCxnSpPr/>
            <p:nvPr/>
          </p:nvCxnSpPr>
          <p:spPr>
            <a:xfrm>
              <a:off x="19812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6" name="obj_541"/>
            <p:cNvCxnSpPr/>
            <p:nvPr/>
          </p:nvCxnSpPr>
          <p:spPr>
            <a:xfrm>
              <a:off x="23114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7" name="obj_542"/>
            <p:cNvCxnSpPr/>
            <p:nvPr/>
          </p:nvCxnSpPr>
          <p:spPr>
            <a:xfrm>
              <a:off x="26416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8" name="obj_543"/>
            <p:cNvCxnSpPr/>
            <p:nvPr/>
          </p:nvCxnSpPr>
          <p:spPr>
            <a:xfrm>
              <a:off x="29718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9" name="obj_544"/>
            <p:cNvCxnSpPr/>
            <p:nvPr/>
          </p:nvCxnSpPr>
          <p:spPr>
            <a:xfrm>
              <a:off x="33020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0" name="obj_545"/>
            <p:cNvCxnSpPr/>
            <p:nvPr/>
          </p:nvCxnSpPr>
          <p:spPr>
            <a:xfrm>
              <a:off x="36322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1" name="obj_546"/>
            <p:cNvCxnSpPr/>
            <p:nvPr/>
          </p:nvCxnSpPr>
          <p:spPr>
            <a:xfrm>
              <a:off x="39624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2" name="obj_547"/>
            <p:cNvCxnSpPr/>
            <p:nvPr/>
          </p:nvCxnSpPr>
          <p:spPr>
            <a:xfrm>
              <a:off x="42926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3" name="obj_548"/>
            <p:cNvCxnSpPr/>
            <p:nvPr/>
          </p:nvCxnSpPr>
          <p:spPr>
            <a:xfrm>
              <a:off x="46228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4" name="obj_549"/>
            <p:cNvCxnSpPr/>
            <p:nvPr/>
          </p:nvCxnSpPr>
          <p:spPr>
            <a:xfrm>
              <a:off x="49530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5" name="obj_550"/>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6" name="obj_551"/>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7" name="obj_552"/>
            <p:cNvCxnSpPr/>
            <p:nvPr/>
          </p:nvCxnSpPr>
          <p:spPr>
            <a:xfrm>
              <a:off x="1981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8" name="obj_553"/>
            <p:cNvCxnSpPr/>
            <p:nvPr/>
          </p:nvCxnSpPr>
          <p:spPr>
            <a:xfrm>
              <a:off x="1981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9" name="obj_554"/>
            <p:cNvCxnSpPr/>
            <p:nvPr/>
          </p:nvCxnSpPr>
          <p:spPr>
            <a:xfrm>
              <a:off x="1981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0" name="obj_555"/>
            <p:cNvCxnSpPr/>
            <p:nvPr/>
          </p:nvCxnSpPr>
          <p:spPr>
            <a:xfrm>
              <a:off x="2311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1" name="obj_556"/>
            <p:cNvCxnSpPr/>
            <p:nvPr/>
          </p:nvCxnSpPr>
          <p:spPr>
            <a:xfrm>
              <a:off x="2641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2" name="obj_557"/>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 name="obj_558"/>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4" name="obj_559"/>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5" name="obj_560"/>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6" name="obj_561"/>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7" name="obj_562"/>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8" name="obj_563"/>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9" name="obj_564"/>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60" name="obj_565"/>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261" name="obj_566"/>
          <p:cNvSpPr txBox="1"/>
          <p:nvPr/>
        </p:nvSpPr>
        <p:spPr>
          <a:xfrm>
            <a:off x="6794500" y="1993900"/>
            <a:ext cx="4572000" cy="698500"/>
          </a:xfrm>
          <a:prstGeom prst="rect">
            <a:avLst/>
          </a:prstGeom>
          <a:noFill/>
          <a:effectLst/>
        </p:spPr>
        <p:txBody>
          <a:bodyPr wrap="square" lIns="0" tIns="0" rIns="0" bIns="0">
            <a:spAutoFit/>
          </a:bodyPr>
          <a:lstStyle/>
          <a:p>
            <a:pPr algn="l">
              <a:lnSpc>
                <a:spcPct val="112000"/>
              </a:lnSpc>
              <a:spcBef>
                <a:spcPts val="0"/>
              </a:spcBef>
              <a:spcAft>
                <a:spcPts val="0"/>
              </a:spcAft>
            </a:pPr>
            <a:r>
              <a:rPr sz="3200" b="1">
                <a:solidFill>
                  <a:srgbClr val="352379"/>
                </a:solidFill>
                <a:latin typeface="Montserrat"/>
              </a:rPr>
              <a:t>C(P) = Σ w(e)</a:t>
            </a:r>
          </a:p>
        </p:txBody>
      </p:sp>
      <p:sp>
        <p:nvSpPr>
          <p:cNvPr id="262" name="obj_567"/>
          <p:cNvSpPr txBox="1"/>
          <p:nvPr/>
        </p:nvSpPr>
        <p:spPr>
          <a:xfrm>
            <a:off x="6794500" y="2921000"/>
            <a:ext cx="4572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Прямой маршрут BFS</a:t>
            </a:r>
          </a:p>
        </p:txBody>
      </p:sp>
      <p:sp>
        <p:nvSpPr>
          <p:cNvPr id="263" name="obj_568"/>
          <p:cNvSpPr txBox="1"/>
          <p:nvPr/>
        </p:nvSpPr>
        <p:spPr>
          <a:xfrm>
            <a:off x="6794500" y="3479800"/>
            <a:ext cx="4572000" cy="5334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12 шагов, стоимость 28</a:t>
            </a:r>
          </a:p>
        </p:txBody>
      </p:sp>
      <p:sp>
        <p:nvSpPr>
          <p:cNvPr id="264" name="obj_569"/>
          <p:cNvSpPr txBox="1"/>
          <p:nvPr/>
        </p:nvSpPr>
        <p:spPr>
          <a:xfrm>
            <a:off x="6794500" y="4279900"/>
            <a:ext cx="4572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Дешёвый обход</a:t>
            </a:r>
          </a:p>
        </p:txBody>
      </p:sp>
      <p:sp>
        <p:nvSpPr>
          <p:cNvPr id="265" name="obj_570"/>
          <p:cNvSpPr txBox="1"/>
          <p:nvPr/>
        </p:nvSpPr>
        <p:spPr>
          <a:xfrm>
            <a:off x="6794500" y="4826000"/>
            <a:ext cx="4572000" cy="5334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16 шагов, стоимость 16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2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119"/>
                                          </p:stCondLst>
                                        </p:cTn>
                                        <p:tgtEl>
                                          <p:spTgt spid="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p:bldP spid="2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8</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7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BFS выбирает по слоям</a:t>
            </a:r>
          </a:p>
        </p:txBody>
      </p:sp>
      <p:sp>
        <p:nvSpPr>
          <p:cNvPr id="12" name="obj_57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BFS минимизирует число рёбер при равной цене каждого перехода</a:t>
            </a:r>
          </a:p>
        </p:txBody>
      </p:sp>
      <p:sp>
        <p:nvSpPr>
          <p:cNvPr id="13" name="obj_573"/>
          <p:cNvSpPr/>
          <p:nvPr/>
        </p:nvSpPr>
        <p:spPr>
          <a:xfrm>
            <a:off x="1270000" y="2844800"/>
            <a:ext cx="825500" cy="8255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574"/>
          <p:cNvSpPr txBox="1"/>
          <p:nvPr/>
        </p:nvSpPr>
        <p:spPr>
          <a:xfrm>
            <a:off x="1333500" y="2933700"/>
            <a:ext cx="6985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2900" b="0">
                <a:solidFill>
                  <a:srgbClr val="352379"/>
                </a:solidFill>
                <a:latin typeface="Montserrat"/>
              </a:rPr>
              <a:t>S</a:t>
            </a:r>
          </a:p>
        </p:txBody>
      </p:sp>
      <p:sp>
        <p:nvSpPr>
          <p:cNvPr id="15" name="obj_575"/>
          <p:cNvSpPr/>
          <p:nvPr/>
        </p:nvSpPr>
        <p:spPr>
          <a:xfrm>
            <a:off x="4191000" y="2844800"/>
            <a:ext cx="825500" cy="8255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76"/>
          <p:cNvSpPr txBox="1"/>
          <p:nvPr/>
        </p:nvSpPr>
        <p:spPr>
          <a:xfrm>
            <a:off x="4254500" y="2933700"/>
            <a:ext cx="6985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2900" b="0">
                <a:solidFill>
                  <a:srgbClr val="352379"/>
                </a:solidFill>
                <a:latin typeface="Montserrat"/>
              </a:rPr>
              <a:t>A</a:t>
            </a:r>
          </a:p>
        </p:txBody>
      </p:sp>
      <p:sp>
        <p:nvSpPr>
          <p:cNvPr id="17" name="obj_577"/>
          <p:cNvSpPr/>
          <p:nvPr/>
        </p:nvSpPr>
        <p:spPr>
          <a:xfrm>
            <a:off x="7112000" y="2844800"/>
            <a:ext cx="825500" cy="8255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78"/>
          <p:cNvSpPr txBox="1"/>
          <p:nvPr/>
        </p:nvSpPr>
        <p:spPr>
          <a:xfrm>
            <a:off x="7175500" y="2933700"/>
            <a:ext cx="6985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2900" b="0">
                <a:solidFill>
                  <a:srgbClr val="352379"/>
                </a:solidFill>
                <a:latin typeface="Montserrat"/>
              </a:rPr>
              <a:t>B</a:t>
            </a:r>
          </a:p>
        </p:txBody>
      </p:sp>
      <p:sp>
        <p:nvSpPr>
          <p:cNvPr id="19" name="obj_579"/>
          <p:cNvSpPr/>
          <p:nvPr/>
        </p:nvSpPr>
        <p:spPr>
          <a:xfrm>
            <a:off x="10033000" y="2844800"/>
            <a:ext cx="825500" cy="8255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80"/>
          <p:cNvSpPr txBox="1"/>
          <p:nvPr/>
        </p:nvSpPr>
        <p:spPr>
          <a:xfrm>
            <a:off x="10096500" y="2933700"/>
            <a:ext cx="6985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2900" b="0">
                <a:solidFill>
                  <a:srgbClr val="352379"/>
                </a:solidFill>
                <a:latin typeface="Montserrat"/>
              </a:rPr>
              <a:t>G</a:t>
            </a:r>
          </a:p>
        </p:txBody>
      </p:sp>
      <p:cxnSp>
        <p:nvCxnSpPr>
          <p:cNvPr id="21" name="obj_581"/>
          <p:cNvCxnSpPr/>
          <p:nvPr/>
        </p:nvCxnSpPr>
        <p:spPr>
          <a:xfrm>
            <a:off x="2095500" y="3263900"/>
            <a:ext cx="2095500" cy="0"/>
          </a:xfrm>
          <a:prstGeom prst="line">
            <a:avLst/>
          </a:prstGeom>
          <a:ln w="25400">
            <a:solidFill>
              <a:srgbClr val="352379"/>
            </a:solidFill>
          </a:ln>
          <a:effectLst/>
        </p:spPr>
        <p:style>
          <a:lnRef idx="2">
            <a:schemeClr val="accent1"/>
          </a:lnRef>
          <a:fillRef idx="0">
            <a:schemeClr val="accent1"/>
          </a:fillRef>
          <a:effectRef idx="1">
            <a:schemeClr val="accent1"/>
          </a:effectRef>
          <a:fontRef idx="minor">
            <a:schemeClr val="tx1"/>
          </a:fontRef>
        </p:style>
      </p:cxnSp>
      <p:cxnSp>
        <p:nvCxnSpPr>
          <p:cNvPr id="22" name="obj_582"/>
          <p:cNvCxnSpPr/>
          <p:nvPr/>
        </p:nvCxnSpPr>
        <p:spPr>
          <a:xfrm>
            <a:off x="5016500" y="3263900"/>
            <a:ext cx="2095500" cy="0"/>
          </a:xfrm>
          <a:prstGeom prst="line">
            <a:avLst/>
          </a:prstGeom>
          <a:ln w="25400">
            <a:solidFill>
              <a:srgbClr val="352379"/>
            </a:solidFill>
          </a:ln>
          <a:effectLst/>
        </p:spPr>
        <p:style>
          <a:lnRef idx="2">
            <a:schemeClr val="accent1"/>
          </a:lnRef>
          <a:fillRef idx="0">
            <a:schemeClr val="accent1"/>
          </a:fillRef>
          <a:effectRef idx="1">
            <a:schemeClr val="accent1"/>
          </a:effectRef>
          <a:fontRef idx="minor">
            <a:schemeClr val="tx1"/>
          </a:fontRef>
        </p:style>
      </p:cxnSp>
      <p:cxnSp>
        <p:nvCxnSpPr>
          <p:cNvPr id="23" name="obj_583"/>
          <p:cNvCxnSpPr/>
          <p:nvPr/>
        </p:nvCxnSpPr>
        <p:spPr>
          <a:xfrm>
            <a:off x="7937500" y="3263900"/>
            <a:ext cx="2095500" cy="0"/>
          </a:xfrm>
          <a:prstGeom prst="line">
            <a:avLst/>
          </a:prstGeom>
          <a:ln w="2540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4" name="obj_584"/>
          <p:cNvSpPr txBox="1"/>
          <p:nvPr/>
        </p:nvSpPr>
        <p:spPr>
          <a:xfrm>
            <a:off x="1143000" y="4279900"/>
            <a:ext cx="133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Слой 0</a:t>
            </a:r>
          </a:p>
        </p:txBody>
      </p:sp>
      <p:sp>
        <p:nvSpPr>
          <p:cNvPr id="25" name="obj_585"/>
          <p:cNvSpPr txBox="1"/>
          <p:nvPr/>
        </p:nvSpPr>
        <p:spPr>
          <a:xfrm>
            <a:off x="4064000" y="4279900"/>
            <a:ext cx="133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Слой 1</a:t>
            </a:r>
          </a:p>
        </p:txBody>
      </p:sp>
      <p:sp>
        <p:nvSpPr>
          <p:cNvPr id="26" name="obj_586"/>
          <p:cNvSpPr txBox="1"/>
          <p:nvPr/>
        </p:nvSpPr>
        <p:spPr>
          <a:xfrm>
            <a:off x="6985000" y="4279900"/>
            <a:ext cx="133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Слой 2</a:t>
            </a:r>
          </a:p>
        </p:txBody>
      </p:sp>
      <p:sp>
        <p:nvSpPr>
          <p:cNvPr id="27" name="obj_587"/>
          <p:cNvSpPr txBox="1"/>
          <p:nvPr/>
        </p:nvSpPr>
        <p:spPr>
          <a:xfrm>
            <a:off x="9906000" y="4279900"/>
            <a:ext cx="133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Слой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119"/>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19"/>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11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9</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88"/>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Дейкстра: улучшаем известную оценку</a:t>
            </a:r>
          </a:p>
        </p:txBody>
      </p:sp>
      <p:sp>
        <p:nvSpPr>
          <p:cNvPr id="12" name="obj_589"/>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Релаксация проверяет, стал ли путь через current дешевле</a:t>
            </a:r>
          </a:p>
        </p:txBody>
      </p:sp>
      <p:sp>
        <p:nvSpPr>
          <p:cNvPr id="13" name="obj_590"/>
          <p:cNvSpPr/>
          <p:nvPr/>
        </p:nvSpPr>
        <p:spPr>
          <a:xfrm>
            <a:off x="1270000" y="3556000"/>
            <a:ext cx="685800" cy="685800"/>
          </a:xfrm>
          <a:prstGeom prst="ellipse">
            <a:avLst/>
          </a:prstGeom>
          <a:solidFill>
            <a:srgbClr val="FFFFFF"/>
          </a:solidFill>
          <a:ln>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591"/>
          <p:cNvSpPr txBox="1"/>
          <p:nvPr/>
        </p:nvSpPr>
        <p:spPr>
          <a:xfrm>
            <a:off x="1295400" y="3657600"/>
            <a:ext cx="635000" cy="533400"/>
          </a:xfrm>
          <a:prstGeom prst="rect">
            <a:avLst/>
          </a:prstGeom>
          <a:noFill/>
          <a:effectLst/>
        </p:spPr>
        <p:txBody>
          <a:bodyPr wrap="square" lIns="0" tIns="0" rIns="0" bIns="0">
            <a:spAutoFit/>
          </a:bodyPr>
          <a:lstStyle/>
          <a:p>
            <a:pPr algn="ctr">
              <a:lnSpc>
                <a:spcPct val="112000"/>
              </a:lnSpc>
              <a:spcBef>
                <a:spcPts val="0"/>
              </a:spcBef>
              <a:spcAft>
                <a:spcPts val="0"/>
              </a:spcAft>
            </a:pPr>
            <a:r>
              <a:rPr sz="2600" b="0">
                <a:solidFill>
                  <a:srgbClr val="352379"/>
                </a:solidFill>
                <a:latin typeface="Montserrat"/>
              </a:rPr>
              <a:t>S</a:t>
            </a:r>
          </a:p>
        </p:txBody>
      </p:sp>
      <p:sp>
        <p:nvSpPr>
          <p:cNvPr id="15" name="obj_592"/>
          <p:cNvSpPr/>
          <p:nvPr/>
        </p:nvSpPr>
        <p:spPr>
          <a:xfrm>
            <a:off x="4000500" y="2286000"/>
            <a:ext cx="685800" cy="685800"/>
          </a:xfrm>
          <a:prstGeom prst="ellipse">
            <a:avLst/>
          </a:prstGeom>
          <a:solidFill>
            <a:srgbClr val="FFFFFF"/>
          </a:solidFill>
          <a:ln>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93"/>
          <p:cNvSpPr txBox="1"/>
          <p:nvPr/>
        </p:nvSpPr>
        <p:spPr>
          <a:xfrm>
            <a:off x="4025900" y="2387600"/>
            <a:ext cx="635000" cy="533400"/>
          </a:xfrm>
          <a:prstGeom prst="rect">
            <a:avLst/>
          </a:prstGeom>
          <a:noFill/>
          <a:effectLst/>
        </p:spPr>
        <p:txBody>
          <a:bodyPr wrap="square" lIns="0" tIns="0" rIns="0" bIns="0">
            <a:spAutoFit/>
          </a:bodyPr>
          <a:lstStyle/>
          <a:p>
            <a:pPr algn="ctr">
              <a:lnSpc>
                <a:spcPct val="112000"/>
              </a:lnSpc>
              <a:spcBef>
                <a:spcPts val="0"/>
              </a:spcBef>
              <a:spcAft>
                <a:spcPts val="0"/>
              </a:spcAft>
            </a:pPr>
            <a:r>
              <a:rPr sz="2600" b="0">
                <a:solidFill>
                  <a:srgbClr val="352379"/>
                </a:solidFill>
                <a:latin typeface="Montserrat"/>
              </a:rPr>
              <a:t>A</a:t>
            </a:r>
          </a:p>
        </p:txBody>
      </p:sp>
      <p:sp>
        <p:nvSpPr>
          <p:cNvPr id="17" name="obj_594"/>
          <p:cNvSpPr/>
          <p:nvPr/>
        </p:nvSpPr>
        <p:spPr>
          <a:xfrm>
            <a:off x="4000500" y="4572000"/>
            <a:ext cx="685800" cy="685800"/>
          </a:xfrm>
          <a:prstGeom prst="ellipse">
            <a:avLst/>
          </a:prstGeom>
          <a:solidFill>
            <a:srgbClr val="FFFFFF"/>
          </a:solidFill>
          <a:ln>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95"/>
          <p:cNvSpPr txBox="1"/>
          <p:nvPr/>
        </p:nvSpPr>
        <p:spPr>
          <a:xfrm>
            <a:off x="4025900" y="4673600"/>
            <a:ext cx="635000" cy="533400"/>
          </a:xfrm>
          <a:prstGeom prst="rect">
            <a:avLst/>
          </a:prstGeom>
          <a:noFill/>
          <a:effectLst/>
        </p:spPr>
        <p:txBody>
          <a:bodyPr wrap="square" lIns="0" tIns="0" rIns="0" bIns="0">
            <a:spAutoFit/>
          </a:bodyPr>
          <a:lstStyle/>
          <a:p>
            <a:pPr algn="ctr">
              <a:lnSpc>
                <a:spcPct val="112000"/>
              </a:lnSpc>
              <a:spcBef>
                <a:spcPts val="0"/>
              </a:spcBef>
              <a:spcAft>
                <a:spcPts val="0"/>
              </a:spcAft>
            </a:pPr>
            <a:r>
              <a:rPr sz="2600" b="0">
                <a:solidFill>
                  <a:srgbClr val="352379"/>
                </a:solidFill>
                <a:latin typeface="Montserrat"/>
              </a:rPr>
              <a:t>B</a:t>
            </a:r>
          </a:p>
        </p:txBody>
      </p:sp>
      <p:sp>
        <p:nvSpPr>
          <p:cNvPr id="19" name="obj_596"/>
          <p:cNvSpPr/>
          <p:nvPr/>
        </p:nvSpPr>
        <p:spPr>
          <a:xfrm>
            <a:off x="6985000" y="3429000"/>
            <a:ext cx="685800" cy="685800"/>
          </a:xfrm>
          <a:prstGeom prst="ellipse">
            <a:avLst/>
          </a:prstGeom>
          <a:solidFill>
            <a:srgbClr val="FFFFFF"/>
          </a:solidFill>
          <a:ln>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97"/>
          <p:cNvSpPr txBox="1"/>
          <p:nvPr/>
        </p:nvSpPr>
        <p:spPr>
          <a:xfrm>
            <a:off x="7010400" y="3530600"/>
            <a:ext cx="635000" cy="533400"/>
          </a:xfrm>
          <a:prstGeom prst="rect">
            <a:avLst/>
          </a:prstGeom>
          <a:noFill/>
          <a:effectLst/>
        </p:spPr>
        <p:txBody>
          <a:bodyPr wrap="square" lIns="0" tIns="0" rIns="0" bIns="0">
            <a:spAutoFit/>
          </a:bodyPr>
          <a:lstStyle/>
          <a:p>
            <a:pPr algn="ctr">
              <a:lnSpc>
                <a:spcPct val="112000"/>
              </a:lnSpc>
              <a:spcBef>
                <a:spcPts val="0"/>
              </a:spcBef>
              <a:spcAft>
                <a:spcPts val="0"/>
              </a:spcAft>
            </a:pPr>
            <a:r>
              <a:rPr sz="2600" b="0">
                <a:solidFill>
                  <a:srgbClr val="352379"/>
                </a:solidFill>
                <a:latin typeface="Montserrat"/>
              </a:rPr>
              <a:t>G</a:t>
            </a:r>
          </a:p>
        </p:txBody>
      </p:sp>
      <p:cxnSp>
        <p:nvCxnSpPr>
          <p:cNvPr id="21" name="obj_598"/>
          <p:cNvCxnSpPr/>
          <p:nvPr/>
        </p:nvCxnSpPr>
        <p:spPr>
          <a:xfrm flipV="1">
            <a:off x="1955800" y="2628900"/>
            <a:ext cx="2044700" cy="1270000"/>
          </a:xfrm>
          <a:prstGeom prst="line">
            <a:avLst/>
          </a:prstGeom>
          <a:ln w="1905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2" name="obj_599"/>
          <p:cNvSpPr txBox="1"/>
          <p:nvPr/>
        </p:nvSpPr>
        <p:spPr>
          <a:xfrm>
            <a:off x="2851150" y="2908300"/>
            <a:ext cx="4826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7</a:t>
            </a:r>
          </a:p>
        </p:txBody>
      </p:sp>
      <p:cxnSp>
        <p:nvCxnSpPr>
          <p:cNvPr id="23" name="obj_600"/>
          <p:cNvCxnSpPr/>
          <p:nvPr/>
        </p:nvCxnSpPr>
        <p:spPr>
          <a:xfrm>
            <a:off x="1955800" y="3898900"/>
            <a:ext cx="2044700" cy="1016000"/>
          </a:xfrm>
          <a:prstGeom prst="line">
            <a:avLst/>
          </a:prstGeom>
          <a:ln w="1905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4" name="obj_601"/>
          <p:cNvSpPr txBox="1"/>
          <p:nvPr/>
        </p:nvSpPr>
        <p:spPr>
          <a:xfrm>
            <a:off x="2851150" y="4051300"/>
            <a:ext cx="4826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3</a:t>
            </a:r>
          </a:p>
        </p:txBody>
      </p:sp>
      <p:cxnSp>
        <p:nvCxnSpPr>
          <p:cNvPr id="25" name="obj_602"/>
          <p:cNvCxnSpPr/>
          <p:nvPr/>
        </p:nvCxnSpPr>
        <p:spPr>
          <a:xfrm flipV="1">
            <a:off x="4343400" y="2971800"/>
            <a:ext cx="0" cy="1600200"/>
          </a:xfrm>
          <a:prstGeom prst="line">
            <a:avLst/>
          </a:prstGeom>
          <a:ln w="1905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6" name="obj_603"/>
          <p:cNvSpPr txBox="1"/>
          <p:nvPr/>
        </p:nvSpPr>
        <p:spPr>
          <a:xfrm>
            <a:off x="4216400" y="3416300"/>
            <a:ext cx="4826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2</a:t>
            </a:r>
          </a:p>
        </p:txBody>
      </p:sp>
      <p:cxnSp>
        <p:nvCxnSpPr>
          <p:cNvPr id="27" name="obj_604"/>
          <p:cNvCxnSpPr/>
          <p:nvPr/>
        </p:nvCxnSpPr>
        <p:spPr>
          <a:xfrm>
            <a:off x="4686300" y="2628900"/>
            <a:ext cx="2298700" cy="1143000"/>
          </a:xfrm>
          <a:prstGeom prst="line">
            <a:avLst/>
          </a:prstGeom>
          <a:ln w="1905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8" name="obj_605"/>
          <p:cNvSpPr txBox="1"/>
          <p:nvPr/>
        </p:nvSpPr>
        <p:spPr>
          <a:xfrm>
            <a:off x="5708650" y="2844800"/>
            <a:ext cx="4826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4</a:t>
            </a:r>
          </a:p>
        </p:txBody>
      </p:sp>
      <p:cxnSp>
        <p:nvCxnSpPr>
          <p:cNvPr id="29" name="obj_606"/>
          <p:cNvCxnSpPr/>
          <p:nvPr/>
        </p:nvCxnSpPr>
        <p:spPr>
          <a:xfrm flipV="1">
            <a:off x="4686300" y="3771900"/>
            <a:ext cx="2298700" cy="1143000"/>
          </a:xfrm>
          <a:prstGeom prst="line">
            <a:avLst/>
          </a:prstGeom>
          <a:ln w="1905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30" name="obj_607"/>
          <p:cNvSpPr txBox="1"/>
          <p:nvPr/>
        </p:nvSpPr>
        <p:spPr>
          <a:xfrm>
            <a:off x="5708650" y="3987800"/>
            <a:ext cx="4826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8</a:t>
            </a:r>
          </a:p>
        </p:txBody>
      </p:sp>
      <p:sp>
        <p:nvSpPr>
          <p:cNvPr id="31" name="obj_608"/>
          <p:cNvSpPr txBox="1"/>
          <p:nvPr/>
        </p:nvSpPr>
        <p:spPr>
          <a:xfrm>
            <a:off x="8191500" y="1968500"/>
            <a:ext cx="3492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400" b="1">
                <a:solidFill>
                  <a:srgbClr val="352379"/>
                </a:solidFill>
                <a:latin typeface="Montserrat"/>
              </a:rPr>
              <a:t>Из B в A, w=2</a:t>
            </a:r>
          </a:p>
        </p:txBody>
      </p:sp>
      <p:sp>
        <p:nvSpPr>
          <p:cNvPr id="32" name="obj_609"/>
          <p:cNvSpPr txBox="1"/>
          <p:nvPr/>
        </p:nvSpPr>
        <p:spPr>
          <a:xfrm>
            <a:off x="8191500" y="2921000"/>
            <a:ext cx="3492500" cy="889000"/>
          </a:xfrm>
          <a:prstGeom prst="rect">
            <a:avLst/>
          </a:prstGeom>
          <a:noFill/>
          <a:effectLst/>
        </p:spPr>
        <p:txBody>
          <a:bodyPr wrap="square" lIns="0" tIns="0" rIns="0" bIns="0">
            <a:spAutoFit/>
          </a:bodyPr>
          <a:lstStyle/>
          <a:p>
            <a:pPr algn="l">
              <a:lnSpc>
                <a:spcPct val="112000"/>
              </a:lnSpc>
              <a:spcBef>
                <a:spcPts val="0"/>
              </a:spcBef>
              <a:spcAft>
                <a:spcPts val="0"/>
              </a:spcAft>
            </a:pPr>
            <a:r>
              <a:rPr sz="2700" b="1">
                <a:solidFill>
                  <a:srgbClr val="352379"/>
                </a:solidFill>
                <a:latin typeface="Montserrat"/>
              </a:rPr>
              <a:t>new_g = 3 + 2 = 5</a:t>
            </a:r>
          </a:p>
        </p:txBody>
      </p:sp>
      <p:sp>
        <p:nvSpPr>
          <p:cNvPr id="33" name="obj_610"/>
          <p:cNvSpPr txBox="1"/>
          <p:nvPr/>
        </p:nvSpPr>
        <p:spPr>
          <a:xfrm>
            <a:off x="8191500" y="3937000"/>
            <a:ext cx="3492500" cy="1270000"/>
          </a:xfrm>
          <a:prstGeom prst="rect">
            <a:avLst/>
          </a:prstGeom>
          <a:noFill/>
          <a:effectLst/>
        </p:spPr>
        <p:txBody>
          <a:bodyPr wrap="square" lIns="0" tIns="0" rIns="0" bIns="0">
            <a:spAutoFit/>
          </a:bodyPr>
          <a:lstStyle/>
          <a:p>
            <a:pPr algn="l">
              <a:lnSpc>
                <a:spcPct val="112000"/>
              </a:lnSpc>
              <a:spcBef>
                <a:spcPts val="0"/>
              </a:spcBef>
              <a:spcAft>
                <a:spcPts val="0"/>
              </a:spcAft>
            </a:pPr>
            <a:r>
              <a:rPr sz="2700" b="1">
                <a:solidFill>
                  <a:srgbClr val="352379"/>
                </a:solidFill>
                <a:latin typeface="Montserrat"/>
              </a:rPr>
              <a:t>5 &lt; 7</a:t>
            </a:r>
          </a:p>
          <a:p>
            <a:pPr algn="l">
              <a:lnSpc>
                <a:spcPct val="112000"/>
              </a:lnSpc>
              <a:spcBef>
                <a:spcPts val="0"/>
              </a:spcBef>
              <a:spcAft>
                <a:spcPts val="0"/>
              </a:spcAft>
            </a:pPr>
            <a:r>
              <a:rPr sz="2700" b="1">
                <a:solidFill>
                  <a:srgbClr val="352379"/>
                </a:solidFill>
                <a:latin typeface="Montserrat"/>
              </a:rPr>
              <a:t>g(A): 7 →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119"/>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10</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61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Дейкстра не использует положение цели</a:t>
            </a:r>
          </a:p>
        </p:txBody>
      </p:sp>
      <p:sp>
        <p:nvSpPr>
          <p:cNvPr id="12" name="obj_612"/>
          <p:cNvSpPr txBox="1"/>
          <p:nvPr/>
        </p:nvSpPr>
        <p:spPr>
          <a:xfrm>
            <a:off x="660400" y="5918200"/>
            <a:ext cx="10871200" cy="584200"/>
          </a:xfrm>
          <a:prstGeom prst="rect">
            <a:avLst/>
          </a:prstGeom>
          <a:noFill/>
          <a:effectLst/>
        </p:spPr>
        <p:txBody>
          <a:bodyPr wrap="square" lIns="0" tIns="0" rIns="0" bIns="0">
            <a:spAutoFit/>
          </a:bodyPr>
          <a:lstStyle/>
          <a:p>
            <a:pPr algn="l">
              <a:lnSpc>
                <a:spcPct val="112000"/>
              </a:lnSpc>
              <a:spcBef>
                <a:spcPts val="0"/>
              </a:spcBef>
              <a:spcAft>
                <a:spcPts val="0"/>
              </a:spcAft>
            </a:pPr>
            <a:r>
              <a:rPr lang="ru-RU" sz="1750" b="0">
                <a:solidFill>
                  <a:srgbClr val="FFFFFF"/>
                </a:solidFill>
                <a:latin typeface="Montserrat"/>
              </a:rPr>
              <a:t>Мы знаем, где находится цель.</a:t>
            </a:r>
          </a:p>
          <a:p>
            <a:pPr algn="l">
              <a:lnSpc>
                <a:spcPct val="112000"/>
              </a:lnSpc>
              <a:spcBef>
                <a:spcPts val="0"/>
              </a:spcBef>
              <a:spcAft>
                <a:spcPts val="0"/>
              </a:spcAft>
            </a:pPr>
            <a:r>
              <a:rPr lang="ru-RU" sz="1750" b="0">
                <a:solidFill>
                  <a:srgbClr val="FFFFFF"/>
                </a:solidFill>
                <a:latin typeface="Montserrat"/>
              </a:rPr>
              <a:t>Как использовать это знание при поиске пути?</a:t>
            </a:r>
            <a:endParaRPr sz="1750" b="0">
              <a:solidFill>
                <a:srgbClr val="FFFFFF"/>
              </a:solidFill>
              <a:latin typeface="Montserrat"/>
            </a:endParaRPr>
          </a:p>
        </p:txBody>
      </p:sp>
      <p:grpSp>
        <p:nvGrpSpPr>
          <p:cNvPr id="2" name="dijkstra_area"/>
          <p:cNvGrpSpPr/>
          <p:nvPr/>
        </p:nvGrpSpPr>
        <p:grpSpPr>
          <a:xfrm>
            <a:off x="508000" y="1562100"/>
            <a:ext cx="5359400" cy="4013200"/>
            <a:chOff x="508000" y="1562100"/>
            <a:chExt cx="5359400" cy="4013200"/>
          </a:xfrm>
        </p:grpSpPr>
        <p:sp>
          <p:nvSpPr>
            <p:cNvPr id="13" name="obj_614"/>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615"/>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616"/>
            <p:cNvSpPr/>
            <p:nvPr/>
          </p:nvSpPr>
          <p:spPr>
            <a:xfrm>
              <a:off x="904747"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617"/>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618"/>
            <p:cNvSpPr/>
            <p:nvPr/>
          </p:nvSpPr>
          <p:spPr>
            <a:xfrm>
              <a:off x="12349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619"/>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620"/>
            <p:cNvSpPr/>
            <p:nvPr/>
          </p:nvSpPr>
          <p:spPr>
            <a:xfrm>
              <a:off x="15651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621"/>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622"/>
            <p:cNvSpPr/>
            <p:nvPr/>
          </p:nvSpPr>
          <p:spPr>
            <a:xfrm>
              <a:off x="18953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623"/>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624"/>
            <p:cNvSpPr/>
            <p:nvPr/>
          </p:nvSpPr>
          <p:spPr>
            <a:xfrm>
              <a:off x="22255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625"/>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626"/>
            <p:cNvSpPr/>
            <p:nvPr/>
          </p:nvSpPr>
          <p:spPr>
            <a:xfrm>
              <a:off x="25557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627"/>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628"/>
            <p:cNvSpPr/>
            <p:nvPr/>
          </p:nvSpPr>
          <p:spPr>
            <a:xfrm>
              <a:off x="28859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629"/>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630"/>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631"/>
            <p:cNvSpPr/>
            <p:nvPr/>
          </p:nvSpPr>
          <p:spPr>
            <a:xfrm>
              <a:off x="3492500" y="1866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632"/>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633"/>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634"/>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635"/>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636"/>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637"/>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638"/>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639"/>
            <p:cNvSpPr/>
            <p:nvPr/>
          </p:nvSpPr>
          <p:spPr>
            <a:xfrm>
              <a:off x="904747"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640"/>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641"/>
            <p:cNvSpPr/>
            <p:nvPr/>
          </p:nvSpPr>
          <p:spPr>
            <a:xfrm>
              <a:off x="12349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642"/>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643"/>
            <p:cNvSpPr/>
            <p:nvPr/>
          </p:nvSpPr>
          <p:spPr>
            <a:xfrm>
              <a:off x="15651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644"/>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645"/>
            <p:cNvSpPr/>
            <p:nvPr/>
          </p:nvSpPr>
          <p:spPr>
            <a:xfrm>
              <a:off x="18953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646"/>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647"/>
            <p:cNvSpPr/>
            <p:nvPr/>
          </p:nvSpPr>
          <p:spPr>
            <a:xfrm>
              <a:off x="22255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648"/>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649"/>
            <p:cNvSpPr/>
            <p:nvPr/>
          </p:nvSpPr>
          <p:spPr>
            <a:xfrm>
              <a:off x="25557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650"/>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651"/>
            <p:cNvSpPr/>
            <p:nvPr/>
          </p:nvSpPr>
          <p:spPr>
            <a:xfrm>
              <a:off x="28859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652"/>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653"/>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654"/>
            <p:cNvSpPr/>
            <p:nvPr/>
          </p:nvSpPr>
          <p:spPr>
            <a:xfrm>
              <a:off x="35463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655"/>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656"/>
            <p:cNvSpPr/>
            <p:nvPr/>
          </p:nvSpPr>
          <p:spPr>
            <a:xfrm>
              <a:off x="3822700" y="2197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657"/>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658"/>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659"/>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660"/>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661"/>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662"/>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663"/>
            <p:cNvSpPr/>
            <p:nvPr/>
          </p:nvSpPr>
          <p:spPr>
            <a:xfrm>
              <a:off x="904747"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664"/>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665"/>
            <p:cNvSpPr/>
            <p:nvPr/>
          </p:nvSpPr>
          <p:spPr>
            <a:xfrm>
              <a:off x="12349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666"/>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667"/>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668"/>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669"/>
            <p:cNvSpPr/>
            <p:nvPr/>
          </p:nvSpPr>
          <p:spPr>
            <a:xfrm>
              <a:off x="22255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670"/>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671"/>
            <p:cNvSpPr/>
            <p:nvPr/>
          </p:nvSpPr>
          <p:spPr>
            <a:xfrm>
              <a:off x="25557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672"/>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673"/>
            <p:cNvSpPr/>
            <p:nvPr/>
          </p:nvSpPr>
          <p:spPr>
            <a:xfrm>
              <a:off x="28859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674"/>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675"/>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676"/>
            <p:cNvSpPr/>
            <p:nvPr/>
          </p:nvSpPr>
          <p:spPr>
            <a:xfrm>
              <a:off x="35463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677"/>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678"/>
            <p:cNvSpPr/>
            <p:nvPr/>
          </p:nvSpPr>
          <p:spPr>
            <a:xfrm>
              <a:off x="38765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679"/>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680"/>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681"/>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682"/>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683"/>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684"/>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685"/>
            <p:cNvSpPr/>
            <p:nvPr/>
          </p:nvSpPr>
          <p:spPr>
            <a:xfrm>
              <a:off x="904747"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686"/>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687"/>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688"/>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689"/>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690"/>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691"/>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692"/>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693"/>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694"/>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695"/>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696"/>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697"/>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698"/>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699"/>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700"/>
            <p:cNvSpPr/>
            <p:nvPr/>
          </p:nvSpPr>
          <p:spPr>
            <a:xfrm>
              <a:off x="3546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701"/>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702"/>
            <p:cNvSpPr/>
            <p:nvPr/>
          </p:nvSpPr>
          <p:spPr>
            <a:xfrm>
              <a:off x="3876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703"/>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704"/>
            <p:cNvSpPr/>
            <p:nvPr/>
          </p:nvSpPr>
          <p:spPr>
            <a:xfrm>
              <a:off x="4206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705"/>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706"/>
            <p:cNvSpPr/>
            <p:nvPr/>
          </p:nvSpPr>
          <p:spPr>
            <a:xfrm>
              <a:off x="44831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707"/>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708"/>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709"/>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710"/>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711"/>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712"/>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713"/>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714"/>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715"/>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716"/>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717"/>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718"/>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719"/>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720"/>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0" name="obj_721"/>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722"/>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723"/>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3" name="obj_724"/>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725"/>
            <p:cNvSpPr/>
            <p:nvPr/>
          </p:nvSpPr>
          <p:spPr>
            <a:xfrm>
              <a:off x="2885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726"/>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6" name="obj_727"/>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728"/>
            <p:cNvSpPr/>
            <p:nvPr/>
          </p:nvSpPr>
          <p:spPr>
            <a:xfrm>
              <a:off x="3216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729"/>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9" name="obj_730"/>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731"/>
            <p:cNvSpPr/>
            <p:nvPr/>
          </p:nvSpPr>
          <p:spPr>
            <a:xfrm>
              <a:off x="3546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732"/>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 name="obj_733"/>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734"/>
            <p:cNvSpPr/>
            <p:nvPr/>
          </p:nvSpPr>
          <p:spPr>
            <a:xfrm>
              <a:off x="3876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735"/>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5" name="obj_736"/>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737"/>
            <p:cNvSpPr/>
            <p:nvPr/>
          </p:nvSpPr>
          <p:spPr>
            <a:xfrm>
              <a:off x="41529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738"/>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 name="obj_739"/>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740"/>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0" name="obj_741"/>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742"/>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743"/>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744"/>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745"/>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746"/>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747"/>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748"/>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749"/>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750"/>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50" name="obj_751"/>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752"/>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753"/>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754"/>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755"/>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756"/>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757"/>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57" name="obj_758"/>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759"/>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760"/>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0" name="obj_761"/>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762"/>
            <p:cNvSpPr/>
            <p:nvPr/>
          </p:nvSpPr>
          <p:spPr>
            <a:xfrm>
              <a:off x="2885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763"/>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3" name="obj_764"/>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765"/>
            <p:cNvSpPr/>
            <p:nvPr/>
          </p:nvSpPr>
          <p:spPr>
            <a:xfrm>
              <a:off x="3216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766"/>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6" name="obj_767"/>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768"/>
            <p:cNvSpPr/>
            <p:nvPr/>
          </p:nvSpPr>
          <p:spPr>
            <a:xfrm>
              <a:off x="3546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769"/>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9" name="obj_770"/>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771"/>
            <p:cNvSpPr/>
            <p:nvPr/>
          </p:nvSpPr>
          <p:spPr>
            <a:xfrm>
              <a:off x="3876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772"/>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2" name="obj_773"/>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774"/>
            <p:cNvSpPr/>
            <p:nvPr/>
          </p:nvSpPr>
          <p:spPr>
            <a:xfrm>
              <a:off x="4206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775"/>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5" name="obj_776"/>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777"/>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778"/>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8" name="obj_779"/>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780"/>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781"/>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782"/>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783"/>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83" name="obj_784"/>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785"/>
            <p:cNvSpPr/>
            <p:nvPr/>
          </p:nvSpPr>
          <p:spPr>
            <a:xfrm>
              <a:off x="54737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786"/>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787"/>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788"/>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789"/>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790"/>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791"/>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792"/>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793"/>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794"/>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795"/>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796"/>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6" name="obj_797"/>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798"/>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799"/>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9" name="obj_800"/>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801"/>
            <p:cNvSpPr/>
            <p:nvPr/>
          </p:nvSpPr>
          <p:spPr>
            <a:xfrm>
              <a:off x="2885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802"/>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2" name="obj_803"/>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804"/>
            <p:cNvSpPr/>
            <p:nvPr/>
          </p:nvSpPr>
          <p:spPr>
            <a:xfrm>
              <a:off x="3216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805"/>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5" name="obj_806"/>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807"/>
            <p:cNvSpPr/>
            <p:nvPr/>
          </p:nvSpPr>
          <p:spPr>
            <a:xfrm>
              <a:off x="3546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808"/>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 name="obj_809"/>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810"/>
            <p:cNvSpPr/>
            <p:nvPr/>
          </p:nvSpPr>
          <p:spPr>
            <a:xfrm>
              <a:off x="3876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811"/>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1" name="obj_812"/>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813"/>
            <p:cNvSpPr/>
            <p:nvPr/>
          </p:nvSpPr>
          <p:spPr>
            <a:xfrm>
              <a:off x="4206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814"/>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4" name="obj_815"/>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816"/>
            <p:cNvSpPr/>
            <p:nvPr/>
          </p:nvSpPr>
          <p:spPr>
            <a:xfrm>
              <a:off x="4536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817"/>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7" name="obj_818"/>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819"/>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820"/>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821"/>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822"/>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823"/>
            <p:cNvSpPr/>
            <p:nvPr/>
          </p:nvSpPr>
          <p:spPr>
            <a:xfrm>
              <a:off x="5527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824"/>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825"/>
            <p:cNvSpPr/>
            <p:nvPr/>
          </p:nvSpPr>
          <p:spPr>
            <a:xfrm>
              <a:off x="904747"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826"/>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827"/>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828"/>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829"/>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830"/>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831"/>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832"/>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833"/>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834"/>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835"/>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836"/>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837"/>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838"/>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839"/>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840"/>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841"/>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842"/>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843"/>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844"/>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845"/>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846"/>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847"/>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bj_848"/>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849"/>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850"/>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851"/>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852"/>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853"/>
            <p:cNvSpPr/>
            <p:nvPr/>
          </p:nvSpPr>
          <p:spPr>
            <a:xfrm>
              <a:off x="5527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854"/>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855"/>
            <p:cNvSpPr/>
            <p:nvPr/>
          </p:nvSpPr>
          <p:spPr>
            <a:xfrm>
              <a:off x="904747"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856"/>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857"/>
            <p:cNvSpPr/>
            <p:nvPr/>
          </p:nvSpPr>
          <p:spPr>
            <a:xfrm>
              <a:off x="12349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858"/>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859"/>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860"/>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861"/>
            <p:cNvSpPr/>
            <p:nvPr/>
          </p:nvSpPr>
          <p:spPr>
            <a:xfrm>
              <a:off x="2225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862"/>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863"/>
            <p:cNvSpPr/>
            <p:nvPr/>
          </p:nvSpPr>
          <p:spPr>
            <a:xfrm>
              <a:off x="25557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864"/>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865"/>
            <p:cNvSpPr/>
            <p:nvPr/>
          </p:nvSpPr>
          <p:spPr>
            <a:xfrm>
              <a:off x="28859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866"/>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867"/>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868"/>
            <p:cNvSpPr/>
            <p:nvPr/>
          </p:nvSpPr>
          <p:spPr>
            <a:xfrm>
              <a:off x="35463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869"/>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870"/>
            <p:cNvSpPr/>
            <p:nvPr/>
          </p:nvSpPr>
          <p:spPr>
            <a:xfrm>
              <a:off x="3876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871"/>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872"/>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873"/>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874"/>
            <p:cNvSpPr/>
            <p:nvPr/>
          </p:nvSpPr>
          <p:spPr>
            <a:xfrm>
              <a:off x="48671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875"/>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876"/>
            <p:cNvSpPr/>
            <p:nvPr/>
          </p:nvSpPr>
          <p:spPr>
            <a:xfrm>
              <a:off x="51973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877"/>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878"/>
            <p:cNvSpPr/>
            <p:nvPr/>
          </p:nvSpPr>
          <p:spPr>
            <a:xfrm>
              <a:off x="5527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879"/>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880"/>
            <p:cNvSpPr/>
            <p:nvPr/>
          </p:nvSpPr>
          <p:spPr>
            <a:xfrm>
              <a:off x="904747"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881"/>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882"/>
            <p:cNvSpPr/>
            <p:nvPr/>
          </p:nvSpPr>
          <p:spPr>
            <a:xfrm>
              <a:off x="1234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883"/>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884"/>
            <p:cNvSpPr/>
            <p:nvPr/>
          </p:nvSpPr>
          <p:spPr>
            <a:xfrm>
              <a:off x="15651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bj_885"/>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886"/>
            <p:cNvSpPr/>
            <p:nvPr/>
          </p:nvSpPr>
          <p:spPr>
            <a:xfrm>
              <a:off x="1895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887"/>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888"/>
            <p:cNvSpPr/>
            <p:nvPr/>
          </p:nvSpPr>
          <p:spPr>
            <a:xfrm>
              <a:off x="22255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889"/>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890"/>
            <p:cNvSpPr/>
            <p:nvPr/>
          </p:nvSpPr>
          <p:spPr>
            <a:xfrm>
              <a:off x="25557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bj_891"/>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892"/>
            <p:cNvSpPr/>
            <p:nvPr/>
          </p:nvSpPr>
          <p:spPr>
            <a:xfrm>
              <a:off x="2885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893"/>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894"/>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895"/>
            <p:cNvSpPr/>
            <p:nvPr/>
          </p:nvSpPr>
          <p:spPr>
            <a:xfrm>
              <a:off x="3546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896"/>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897"/>
            <p:cNvSpPr/>
            <p:nvPr/>
          </p:nvSpPr>
          <p:spPr>
            <a:xfrm>
              <a:off x="38765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bj_898"/>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899"/>
            <p:cNvSpPr/>
            <p:nvPr/>
          </p:nvSpPr>
          <p:spPr>
            <a:xfrm>
              <a:off x="42067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900"/>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901"/>
            <p:cNvSpPr/>
            <p:nvPr/>
          </p:nvSpPr>
          <p:spPr>
            <a:xfrm>
              <a:off x="4536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902"/>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903"/>
            <p:cNvSpPr/>
            <p:nvPr/>
          </p:nvSpPr>
          <p:spPr>
            <a:xfrm>
              <a:off x="48671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904"/>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905"/>
            <p:cNvSpPr/>
            <p:nvPr/>
          </p:nvSpPr>
          <p:spPr>
            <a:xfrm>
              <a:off x="5197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906"/>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907"/>
            <p:cNvSpPr/>
            <p:nvPr/>
          </p:nvSpPr>
          <p:spPr>
            <a:xfrm>
              <a:off x="5473700" y="4838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908"/>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909"/>
            <p:cNvSpPr/>
            <p:nvPr/>
          </p:nvSpPr>
          <p:spPr>
            <a:xfrm>
              <a:off x="904747"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910"/>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911"/>
            <p:cNvSpPr/>
            <p:nvPr/>
          </p:nvSpPr>
          <p:spPr>
            <a:xfrm>
              <a:off x="1234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912"/>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913"/>
            <p:cNvSpPr/>
            <p:nvPr/>
          </p:nvSpPr>
          <p:spPr>
            <a:xfrm>
              <a:off x="15651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914"/>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915"/>
            <p:cNvSpPr/>
            <p:nvPr/>
          </p:nvSpPr>
          <p:spPr>
            <a:xfrm>
              <a:off x="18953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916"/>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917"/>
            <p:cNvSpPr/>
            <p:nvPr/>
          </p:nvSpPr>
          <p:spPr>
            <a:xfrm>
              <a:off x="22255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918"/>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919"/>
            <p:cNvSpPr/>
            <p:nvPr/>
          </p:nvSpPr>
          <p:spPr>
            <a:xfrm>
              <a:off x="25557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920"/>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921"/>
            <p:cNvSpPr/>
            <p:nvPr/>
          </p:nvSpPr>
          <p:spPr>
            <a:xfrm>
              <a:off x="2885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922"/>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923"/>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924"/>
            <p:cNvSpPr/>
            <p:nvPr/>
          </p:nvSpPr>
          <p:spPr>
            <a:xfrm>
              <a:off x="35463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925"/>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926"/>
            <p:cNvSpPr/>
            <p:nvPr/>
          </p:nvSpPr>
          <p:spPr>
            <a:xfrm>
              <a:off x="38765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927"/>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928"/>
            <p:cNvSpPr/>
            <p:nvPr/>
          </p:nvSpPr>
          <p:spPr>
            <a:xfrm>
              <a:off x="42067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929"/>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930"/>
            <p:cNvSpPr/>
            <p:nvPr/>
          </p:nvSpPr>
          <p:spPr>
            <a:xfrm>
              <a:off x="4536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931"/>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932"/>
            <p:cNvSpPr/>
            <p:nvPr/>
          </p:nvSpPr>
          <p:spPr>
            <a:xfrm>
              <a:off x="4813300" y="5168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933"/>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934"/>
            <p:cNvSpPr/>
            <p:nvPr/>
          </p:nvSpPr>
          <p:spPr>
            <a:xfrm>
              <a:off x="5143500" y="5168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935"/>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936"/>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36" name="obj_937"/>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37" name="obj_938"/>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38" name="obj_939"/>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39" name="obj_940"/>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40" name="obj_941"/>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41" name="obj_942"/>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42" name="obj_943"/>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343" name="obj_944"/>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344" name="obj_945"/>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45" name="obj_946"/>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346" name="obj_947"/>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347" name="obj_948"/>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348" name="obj_949"/>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349" name="obj_950"/>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350" name="obj_951"/>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351" name="obj_952"/>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352" name="obj_953"/>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353" name="obj_954"/>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54" name="obj_955"/>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55" name="obj_956"/>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56" name="obj_957"/>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57" name="obj_958"/>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58" name="obj_959"/>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59" name="obj_960"/>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360" name="obj_961"/>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361" name="obj_962"/>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2" name="obj_963"/>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3" name="obj_964"/>
            <p:cNvCxnSpPr/>
            <p:nvPr/>
          </p:nvCxnSpPr>
          <p:spPr>
            <a:xfrm>
              <a:off x="1981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4" name="obj_965"/>
            <p:cNvCxnSpPr/>
            <p:nvPr/>
          </p:nvCxnSpPr>
          <p:spPr>
            <a:xfrm>
              <a:off x="1981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5" name="obj_966"/>
            <p:cNvCxnSpPr/>
            <p:nvPr/>
          </p:nvCxnSpPr>
          <p:spPr>
            <a:xfrm>
              <a:off x="1981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6" name="obj_967"/>
            <p:cNvCxnSpPr/>
            <p:nvPr/>
          </p:nvCxnSpPr>
          <p:spPr>
            <a:xfrm>
              <a:off x="2311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7" name="obj_968"/>
            <p:cNvCxnSpPr/>
            <p:nvPr/>
          </p:nvCxnSpPr>
          <p:spPr>
            <a:xfrm>
              <a:off x="2641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8" name="obj_969"/>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9" name="obj_970"/>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0" name="obj_971"/>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 name="obj_972"/>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2" name="obj_973"/>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3" name="obj_974"/>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4" name="obj_975"/>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5" name="obj_976"/>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6" name="obj_977"/>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377" name="obj_978"/>
          <p:cNvSpPr/>
          <p:nvPr/>
        </p:nvSpPr>
        <p:spPr>
          <a:xfrm>
            <a:off x="6540500" y="1816100"/>
            <a:ext cx="51435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979"/>
          <p:cNvSpPr/>
          <p:nvPr/>
        </p:nvSpPr>
        <p:spPr>
          <a:xfrm>
            <a:off x="6540500" y="1816100"/>
            <a:ext cx="51435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980"/>
          <p:cNvSpPr txBox="1"/>
          <p:nvPr/>
        </p:nvSpPr>
        <p:spPr>
          <a:xfrm>
            <a:off x="6718300" y="1892300"/>
            <a:ext cx="47879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Результат поиска</a:t>
            </a:r>
          </a:p>
        </p:txBody>
      </p:sp>
      <p:sp>
        <p:nvSpPr>
          <p:cNvPr id="380" name="obj_981"/>
          <p:cNvSpPr txBox="1"/>
          <p:nvPr/>
        </p:nvSpPr>
        <p:spPr>
          <a:xfrm>
            <a:off x="6743700" y="2476500"/>
            <a:ext cx="47371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Стоимость маршрута: 16</a:t>
            </a:r>
          </a:p>
          <a:p>
            <a:pPr algn="l">
              <a:lnSpc>
                <a:spcPct val="112000"/>
              </a:lnSpc>
              <a:spcBef>
                <a:spcPts val="0"/>
              </a:spcBef>
              <a:spcAft>
                <a:spcPts val="0"/>
              </a:spcAft>
            </a:pPr>
            <a:r>
              <a:rPr sz="2200" b="0">
                <a:solidFill>
                  <a:srgbClr val="352379"/>
                </a:solidFill>
                <a:latin typeface="Montserrat"/>
              </a:rPr>
              <a:t>Шагов маршрута: 16</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Обработано вершин: 118</a:t>
            </a:r>
          </a:p>
          <a:p>
            <a:pPr algn="l">
              <a:lnSpc>
                <a:spcPct val="112000"/>
              </a:lnSpc>
              <a:spcBef>
                <a:spcPts val="0"/>
              </a:spcBef>
              <a:spcAft>
                <a:spcPts val="0"/>
              </a:spcAft>
            </a:pPr>
            <a:endParaRPr sz="2200" b="0">
              <a:solidFill>
                <a:srgbClr val="352379"/>
              </a:solidFill>
              <a:latin typeface="Montserrat"/>
            </a:endParaRPr>
          </a:p>
          <a:p>
            <a:pPr algn="l">
              <a:lnSpc>
                <a:spcPct val="112000"/>
              </a:lnSpc>
              <a:spcBef>
                <a:spcPts val="0"/>
              </a:spcBef>
              <a:spcAft>
                <a:spcPts val="0"/>
              </a:spcAft>
            </a:pPr>
            <a:r>
              <a:rPr sz="2200" b="0">
                <a:solidFill>
                  <a:srgbClr val="352379"/>
                </a:solidFill>
                <a:latin typeface="Montserrat"/>
              </a:rPr>
              <a:t>Многие из них вне маршрута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11</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98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Эвристика оценивает оставшуюся стоимость</a:t>
            </a:r>
          </a:p>
        </p:txBody>
      </p:sp>
      <p:sp>
        <p:nvSpPr>
          <p:cNvPr id="12" name="obj_98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h(n) помогает сравнить перспективность кандидатов</a:t>
            </a:r>
          </a:p>
        </p:txBody>
      </p:sp>
      <p:sp>
        <p:nvSpPr>
          <p:cNvPr id="13" name="obj_984"/>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985"/>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986"/>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Определение</a:t>
            </a:r>
          </a:p>
        </p:txBody>
      </p:sp>
      <p:sp>
        <p:nvSpPr>
          <p:cNvPr id="16" name="obj_987"/>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h(n) — оценка минимальной стоимости от n до цели G.</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Точный маршрут для вычисления h знать не обязательно.</a:t>
            </a:r>
          </a:p>
        </p:txBody>
      </p:sp>
      <p:sp>
        <p:nvSpPr>
          <p:cNvPr id="17" name="obj_988"/>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989"/>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990"/>
          <p:cNvSpPr txBox="1"/>
          <p:nvPr/>
        </p:nvSpPr>
        <p:spPr>
          <a:xfrm>
            <a:off x="6654800" y="1892300"/>
            <a:ext cx="4851400" cy="321883"/>
          </a:xfrm>
          <a:prstGeom prst="rect">
            <a:avLst/>
          </a:prstGeom>
          <a:noFill/>
          <a:effectLst/>
        </p:spPr>
        <p:txBody>
          <a:bodyPr wrap="square" lIns="0" tIns="0" rIns="0" bIns="0">
            <a:spAutoFit/>
          </a:bodyPr>
          <a:lstStyle/>
          <a:p>
            <a:pPr algn="l">
              <a:lnSpc>
                <a:spcPct val="112000"/>
              </a:lnSpc>
              <a:spcBef>
                <a:spcPts val="0"/>
              </a:spcBef>
              <a:spcAft>
                <a:spcPts val="0"/>
              </a:spcAft>
            </a:pPr>
            <a:r>
              <a:rPr lang="ru-RU" sz="2000" b="0">
                <a:solidFill>
                  <a:srgbClr val="FFFFFF"/>
                </a:solidFill>
                <a:latin typeface="Montserrat"/>
              </a:rPr>
              <a:t>Интуиция</a:t>
            </a:r>
            <a:endParaRPr sz="2000" b="0">
              <a:solidFill>
                <a:srgbClr val="FFFFFF"/>
              </a:solidFill>
              <a:latin typeface="Montserrat"/>
            </a:endParaRPr>
          </a:p>
        </p:txBody>
      </p:sp>
      <p:sp>
        <p:nvSpPr>
          <p:cNvPr id="20" name="obj_991"/>
          <p:cNvSpPr txBox="1"/>
          <p:nvPr/>
        </p:nvSpPr>
        <p:spPr>
          <a:xfrm>
            <a:off x="6680200" y="2476500"/>
            <a:ext cx="4953000" cy="2748573"/>
          </a:xfrm>
          <a:prstGeom prst="rect">
            <a:avLst/>
          </a:prstGeom>
          <a:noFill/>
          <a:effectLst/>
        </p:spPr>
        <p:txBody>
          <a:bodyPr wrap="square" lIns="0" tIns="0" rIns="0" bIns="0">
            <a:spAutoFit/>
          </a:bodyPr>
          <a:lstStyle/>
          <a:p>
            <a:pPr algn="l">
              <a:lnSpc>
                <a:spcPct val="112000"/>
              </a:lnSpc>
              <a:spcBef>
                <a:spcPts val="0"/>
              </a:spcBef>
              <a:spcAft>
                <a:spcPts val="0"/>
              </a:spcAft>
            </a:pPr>
            <a:r>
              <a:rPr lang="ru-RU" sz="2300" b="0">
                <a:solidFill>
                  <a:srgbClr val="352379"/>
                </a:solidFill>
                <a:latin typeface="Montserrat"/>
              </a:rPr>
              <a:t>Меньшая h означает меньшую оценку остатка.</a:t>
            </a:r>
          </a:p>
          <a:p>
            <a:pPr algn="l">
              <a:lnSpc>
                <a:spcPct val="112000"/>
              </a:lnSpc>
              <a:spcBef>
                <a:spcPts val="0"/>
              </a:spcBef>
              <a:spcAft>
                <a:spcPts val="0"/>
              </a:spcAft>
            </a:pPr>
            <a:endParaRPr lang="ru-RU" sz="2300" b="0">
              <a:solidFill>
                <a:srgbClr val="352379"/>
              </a:solidFill>
              <a:latin typeface="Montserrat"/>
            </a:endParaRPr>
          </a:p>
          <a:p>
            <a:pPr algn="l">
              <a:lnSpc>
                <a:spcPct val="112000"/>
              </a:lnSpc>
              <a:spcBef>
                <a:spcPts val="0"/>
              </a:spcBef>
              <a:spcAft>
                <a:spcPts val="0"/>
              </a:spcAft>
            </a:pPr>
            <a:r>
              <a:rPr lang="ru-RU" sz="2300" b="0">
                <a:solidFill>
                  <a:srgbClr val="352379"/>
                </a:solidFill>
                <a:latin typeface="Montserrat"/>
              </a:rPr>
              <a:t>Способ вычисления зависит от правил перемещения.</a:t>
            </a:r>
          </a:p>
          <a:p>
            <a:pPr algn="l">
              <a:lnSpc>
                <a:spcPct val="112000"/>
              </a:lnSpc>
              <a:spcBef>
                <a:spcPts val="0"/>
              </a:spcBef>
              <a:spcAft>
                <a:spcPts val="0"/>
              </a:spcAft>
            </a:pPr>
            <a:endParaRPr lang="ru-RU" sz="2300" b="0">
              <a:solidFill>
                <a:srgbClr val="352379"/>
              </a:solidFill>
              <a:latin typeface="Montserrat"/>
            </a:endParaRPr>
          </a:p>
          <a:p>
            <a:pPr algn="l">
              <a:lnSpc>
                <a:spcPct val="112000"/>
              </a:lnSpc>
              <a:spcBef>
                <a:spcPts val="0"/>
              </a:spcBef>
              <a:spcAft>
                <a:spcPts val="0"/>
              </a:spcAft>
            </a:pPr>
            <a:r>
              <a:rPr lang="ru-RU" sz="2300" b="0">
                <a:solidFill>
                  <a:srgbClr val="352379"/>
                </a:solidFill>
                <a:latin typeface="Montserrat"/>
              </a:rPr>
              <a:t>h(G) = 0</a:t>
            </a:r>
            <a:endParaRPr sz="2300" b="0">
              <a:solidFill>
                <a:srgbClr val="352379"/>
              </a:solidFill>
              <a:latin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589"/>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Манхэттенское расстояние</a:t>
            </a:r>
          </a:p>
        </p:txBody>
      </p:sp>
      <p:sp>
        <p:nvSpPr>
          <p:cNvPr id="12" name="obj_13590"/>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Четыре направления: h = |xₙ−xG| + |yₙ−yG|</a:t>
            </a:r>
          </a:p>
        </p:txBody>
      </p:sp>
      <p:grpSp>
        <p:nvGrpSpPr>
          <p:cNvPr id="2" name="manhattan"/>
          <p:cNvGrpSpPr/>
          <p:nvPr/>
        </p:nvGrpSpPr>
        <p:grpSpPr>
          <a:xfrm>
            <a:off x="698500" y="2133600"/>
            <a:ext cx="4406900" cy="2781300"/>
            <a:chOff x="698500" y="2133600"/>
            <a:chExt cx="4406900" cy="2781300"/>
          </a:xfrm>
        </p:grpSpPr>
        <p:sp>
          <p:nvSpPr>
            <p:cNvPr id="13" name="obj_13592"/>
            <p:cNvSpPr/>
            <p:nvPr/>
          </p:nvSpPr>
          <p:spPr>
            <a:xfrm>
              <a:off x="698500" y="2133600"/>
              <a:ext cx="4406900" cy="2781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593"/>
            <p:cNvSpPr/>
            <p:nvPr/>
          </p:nvSpPr>
          <p:spPr>
            <a:xfrm>
              <a:off x="10160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594"/>
            <p:cNvSpPr/>
            <p:nvPr/>
          </p:nvSpPr>
          <p:spPr>
            <a:xfrm>
              <a:off x="1028700" y="2425700"/>
              <a:ext cx="762000" cy="7620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3595"/>
            <p:cNvSpPr/>
            <p:nvPr/>
          </p:nvSpPr>
          <p:spPr>
            <a:xfrm>
              <a:off x="18161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3596"/>
            <p:cNvSpPr/>
            <p:nvPr/>
          </p:nvSpPr>
          <p:spPr>
            <a:xfrm>
              <a:off x="26162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597"/>
            <p:cNvSpPr/>
            <p:nvPr/>
          </p:nvSpPr>
          <p:spPr>
            <a:xfrm>
              <a:off x="34163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598"/>
            <p:cNvSpPr/>
            <p:nvPr/>
          </p:nvSpPr>
          <p:spPr>
            <a:xfrm>
              <a:off x="42164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3599"/>
            <p:cNvSpPr/>
            <p:nvPr/>
          </p:nvSpPr>
          <p:spPr>
            <a:xfrm>
              <a:off x="10160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3600"/>
            <p:cNvSpPr txBox="1"/>
            <p:nvPr/>
          </p:nvSpPr>
          <p:spPr>
            <a:xfrm>
              <a:off x="10287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2" name="obj_13601"/>
            <p:cNvSpPr/>
            <p:nvPr/>
          </p:nvSpPr>
          <p:spPr>
            <a:xfrm>
              <a:off x="18161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3602"/>
            <p:cNvSpPr txBox="1"/>
            <p:nvPr/>
          </p:nvSpPr>
          <p:spPr>
            <a:xfrm>
              <a:off x="18288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4" name="obj_13603"/>
            <p:cNvSpPr/>
            <p:nvPr/>
          </p:nvSpPr>
          <p:spPr>
            <a:xfrm>
              <a:off x="26162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3604"/>
            <p:cNvSpPr txBox="1"/>
            <p:nvPr/>
          </p:nvSpPr>
          <p:spPr>
            <a:xfrm>
              <a:off x="26289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6" name="obj_13605"/>
            <p:cNvSpPr/>
            <p:nvPr/>
          </p:nvSpPr>
          <p:spPr>
            <a:xfrm>
              <a:off x="3416300" y="3213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3606"/>
            <p:cNvSpPr/>
            <p:nvPr/>
          </p:nvSpPr>
          <p:spPr>
            <a:xfrm>
              <a:off x="4216400" y="3213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3607"/>
            <p:cNvSpPr/>
            <p:nvPr/>
          </p:nvSpPr>
          <p:spPr>
            <a:xfrm>
              <a:off x="10160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3608"/>
            <p:cNvSpPr txBox="1"/>
            <p:nvPr/>
          </p:nvSpPr>
          <p:spPr>
            <a:xfrm>
              <a:off x="10287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0" name="obj_13609"/>
            <p:cNvSpPr/>
            <p:nvPr/>
          </p:nvSpPr>
          <p:spPr>
            <a:xfrm>
              <a:off x="18161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3610"/>
            <p:cNvSpPr txBox="1"/>
            <p:nvPr/>
          </p:nvSpPr>
          <p:spPr>
            <a:xfrm>
              <a:off x="18288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2" name="obj_13611"/>
            <p:cNvSpPr/>
            <p:nvPr/>
          </p:nvSpPr>
          <p:spPr>
            <a:xfrm>
              <a:off x="26162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3612"/>
            <p:cNvSpPr txBox="1"/>
            <p:nvPr/>
          </p:nvSpPr>
          <p:spPr>
            <a:xfrm>
              <a:off x="26289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4" name="obj_13613"/>
            <p:cNvSpPr/>
            <p:nvPr/>
          </p:nvSpPr>
          <p:spPr>
            <a:xfrm>
              <a:off x="3416300" y="4013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3614"/>
            <p:cNvSpPr/>
            <p:nvPr/>
          </p:nvSpPr>
          <p:spPr>
            <a:xfrm>
              <a:off x="4216400" y="4013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3615"/>
            <p:cNvSpPr/>
            <p:nvPr/>
          </p:nvSpPr>
          <p:spPr>
            <a:xfrm>
              <a:off x="4312412" y="4109212"/>
              <a:ext cx="576072" cy="5760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3616"/>
            <p:cNvSpPr txBox="1"/>
            <p:nvPr/>
          </p:nvSpPr>
          <p:spPr>
            <a:xfrm>
              <a:off x="4312412" y="4093210"/>
              <a:ext cx="576072" cy="640080"/>
            </a:xfrm>
            <a:prstGeom prst="rect">
              <a:avLst/>
            </a:prstGeom>
            <a:noFill/>
            <a:effectLst/>
          </p:spPr>
          <p:txBody>
            <a:bodyPr wrap="square" lIns="0" tIns="0" rIns="0" bIns="0">
              <a:spAutoFit/>
            </a:bodyPr>
            <a:lstStyle/>
            <a:p>
              <a:pPr algn="ctr">
                <a:lnSpc>
                  <a:spcPct val="112000"/>
                </a:lnSpc>
                <a:spcBef>
                  <a:spcPts val="0"/>
                </a:spcBef>
                <a:spcAft>
                  <a:spcPts val="0"/>
                </a:spcAft>
              </a:pPr>
              <a:r>
                <a:rPr sz="3339" b="1">
                  <a:solidFill>
                    <a:srgbClr val="FFFFFF"/>
                  </a:solidFill>
                  <a:latin typeface="Montserrat"/>
                </a:rPr>
                <a:t>G</a:t>
              </a:r>
            </a:p>
          </p:txBody>
        </p:sp>
        <p:sp>
          <p:nvSpPr>
            <p:cNvPr id="38" name="obj_13617"/>
            <p:cNvSpPr txBox="1"/>
            <p:nvPr/>
          </p:nvSpPr>
          <p:spPr>
            <a:xfrm>
              <a:off x="10160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9" name="obj_13618"/>
            <p:cNvSpPr txBox="1"/>
            <p:nvPr/>
          </p:nvSpPr>
          <p:spPr>
            <a:xfrm>
              <a:off x="18161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0" name="obj_13619"/>
            <p:cNvSpPr txBox="1"/>
            <p:nvPr/>
          </p:nvSpPr>
          <p:spPr>
            <a:xfrm>
              <a:off x="26162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1" name="obj_13620"/>
            <p:cNvSpPr txBox="1"/>
            <p:nvPr/>
          </p:nvSpPr>
          <p:spPr>
            <a:xfrm>
              <a:off x="34163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2" name="obj_13621"/>
            <p:cNvSpPr txBox="1"/>
            <p:nvPr/>
          </p:nvSpPr>
          <p:spPr>
            <a:xfrm>
              <a:off x="42164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3" name="obj_13622"/>
            <p:cNvSpPr txBox="1"/>
            <p:nvPr/>
          </p:nvSpPr>
          <p:spPr>
            <a:xfrm>
              <a:off x="698500" y="255701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4" name="obj_13623"/>
            <p:cNvSpPr txBox="1"/>
            <p:nvPr/>
          </p:nvSpPr>
          <p:spPr>
            <a:xfrm>
              <a:off x="698500" y="33571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5" name="obj_13624"/>
            <p:cNvSpPr txBox="1"/>
            <p:nvPr/>
          </p:nvSpPr>
          <p:spPr>
            <a:xfrm>
              <a:off x="698500" y="41572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grpSp>
      <p:grpSp>
        <p:nvGrpSpPr>
          <p:cNvPr id="3" name="dx"/>
          <p:cNvGrpSpPr/>
          <p:nvPr/>
        </p:nvGrpSpPr>
        <p:grpSpPr>
          <a:xfrm>
            <a:off x="1409700" y="2222500"/>
            <a:ext cx="10274300" cy="584200"/>
            <a:chOff x="1409700" y="2222500"/>
            <a:chExt cx="10274300" cy="584200"/>
          </a:xfrm>
        </p:grpSpPr>
        <p:cxnSp>
          <p:nvCxnSpPr>
            <p:cNvPr id="46" name="obj_13626"/>
            <p:cNvCxnSpPr/>
            <p:nvPr/>
          </p:nvCxnSpPr>
          <p:spPr>
            <a:xfrm>
              <a:off x="1409700" y="2806700"/>
              <a:ext cx="3200400" cy="0"/>
            </a:xfrm>
            <a:prstGeom prst="line">
              <a:avLst/>
            </a:prstGeom>
            <a:ln w="50800">
              <a:solidFill>
                <a:srgbClr val="BB5708"/>
              </a:solidFill>
              <a:prstDash val="dash"/>
            </a:ln>
            <a:effectLst/>
          </p:spPr>
          <p:style>
            <a:lnRef idx="2">
              <a:schemeClr val="accent1"/>
            </a:lnRef>
            <a:fillRef idx="0">
              <a:schemeClr val="accent1"/>
            </a:fillRef>
            <a:effectRef idx="1">
              <a:schemeClr val="accent1"/>
            </a:effectRef>
            <a:fontRef idx="minor">
              <a:schemeClr val="tx1"/>
            </a:fontRef>
          </p:style>
        </p:cxnSp>
        <p:sp>
          <p:nvSpPr>
            <p:cNvPr id="47" name="obj_13627"/>
            <p:cNvSpPr txBox="1"/>
            <p:nvPr/>
          </p:nvSpPr>
          <p:spPr>
            <a:xfrm>
              <a:off x="7048500" y="2222500"/>
              <a:ext cx="4635500" cy="402354"/>
            </a:xfrm>
            <a:prstGeom prst="rect">
              <a:avLst/>
            </a:prstGeom>
            <a:noFill/>
            <a:effectLst/>
          </p:spPr>
          <p:txBody>
            <a:bodyPr wrap="square" lIns="0" tIns="0" rIns="0" bIns="0">
              <a:spAutoFit/>
            </a:bodyPr>
            <a:lstStyle/>
            <a:p>
              <a:pPr algn="l">
                <a:lnSpc>
                  <a:spcPct val="112000"/>
                </a:lnSpc>
                <a:spcBef>
                  <a:spcPts val="0"/>
                </a:spcBef>
                <a:spcAft>
                  <a:spcPts val="0"/>
                </a:spcAft>
              </a:pPr>
              <a:r>
                <a:rPr lang="el-GR" sz="2500" b="1">
                  <a:solidFill>
                    <a:srgbClr val="352379"/>
                  </a:solidFill>
                  <a:latin typeface="Montserrat"/>
                </a:rPr>
                <a:t>|Δ</a:t>
              </a:r>
              <a:r>
                <a:rPr lang="en-US" sz="2500" b="1">
                  <a:solidFill>
                    <a:srgbClr val="352379"/>
                  </a:solidFill>
                  <a:latin typeface="Montserrat"/>
                </a:rPr>
                <a:t>x| = |13 − 9| = 4</a:t>
              </a:r>
              <a:endParaRPr sz="2500" b="1">
                <a:solidFill>
                  <a:srgbClr val="352379"/>
                </a:solidFill>
                <a:latin typeface="Montserrat"/>
              </a:endParaRPr>
            </a:p>
          </p:txBody>
        </p:sp>
      </p:grpSp>
      <p:grpSp>
        <p:nvGrpSpPr>
          <p:cNvPr id="4" name="dy"/>
          <p:cNvGrpSpPr/>
          <p:nvPr/>
        </p:nvGrpSpPr>
        <p:grpSpPr>
          <a:xfrm>
            <a:off x="4610100" y="2806700"/>
            <a:ext cx="7073900" cy="1600200"/>
            <a:chOff x="4610100" y="2806700"/>
            <a:chExt cx="7073900" cy="1600200"/>
          </a:xfrm>
        </p:grpSpPr>
        <p:cxnSp>
          <p:nvCxnSpPr>
            <p:cNvPr id="48" name="obj_13629"/>
            <p:cNvCxnSpPr/>
            <p:nvPr/>
          </p:nvCxnSpPr>
          <p:spPr>
            <a:xfrm>
              <a:off x="4610100" y="2806700"/>
              <a:ext cx="0" cy="1600200"/>
            </a:xfrm>
            <a:prstGeom prst="line">
              <a:avLst/>
            </a:prstGeom>
            <a:ln w="50800">
              <a:solidFill>
                <a:srgbClr val="BB5708"/>
              </a:solidFill>
              <a:prstDash val="dash"/>
            </a:ln>
            <a:effectLst/>
          </p:spPr>
          <p:style>
            <a:lnRef idx="2">
              <a:schemeClr val="accent1"/>
            </a:lnRef>
            <a:fillRef idx="0">
              <a:schemeClr val="accent1"/>
            </a:fillRef>
            <a:effectRef idx="1">
              <a:schemeClr val="accent1"/>
            </a:effectRef>
            <a:fontRef idx="minor">
              <a:schemeClr val="tx1"/>
            </a:fontRef>
          </p:style>
        </p:cxnSp>
        <p:sp>
          <p:nvSpPr>
            <p:cNvPr id="49" name="obj_13630"/>
            <p:cNvSpPr txBox="1"/>
            <p:nvPr/>
          </p:nvSpPr>
          <p:spPr>
            <a:xfrm>
              <a:off x="7048500" y="3352800"/>
              <a:ext cx="4635500" cy="402354"/>
            </a:xfrm>
            <a:prstGeom prst="rect">
              <a:avLst/>
            </a:prstGeom>
            <a:noFill/>
            <a:effectLst/>
          </p:spPr>
          <p:txBody>
            <a:bodyPr wrap="square" lIns="0" tIns="0" rIns="0" bIns="0">
              <a:spAutoFit/>
            </a:bodyPr>
            <a:lstStyle/>
            <a:p>
              <a:pPr algn="l">
                <a:lnSpc>
                  <a:spcPct val="112000"/>
                </a:lnSpc>
                <a:spcBef>
                  <a:spcPts val="0"/>
                </a:spcBef>
                <a:spcAft>
                  <a:spcPts val="0"/>
                </a:spcAft>
              </a:pPr>
              <a:r>
                <a:rPr lang="el-GR" sz="2500" b="1">
                  <a:solidFill>
                    <a:srgbClr val="352379"/>
                  </a:solidFill>
                  <a:latin typeface="Montserrat"/>
                </a:rPr>
                <a:t>|Δ</a:t>
              </a:r>
              <a:r>
                <a:rPr lang="en-US" sz="2500" b="1">
                  <a:solidFill>
                    <a:srgbClr val="352379"/>
                  </a:solidFill>
                  <a:latin typeface="Montserrat"/>
                </a:rPr>
                <a:t>y| = |5 − 3| = 2</a:t>
              </a:r>
              <a:endParaRPr sz="2500" b="1">
                <a:solidFill>
                  <a:srgbClr val="352379"/>
                </a:solidFill>
                <a:latin typeface="Montserrat"/>
              </a:endParaRPr>
            </a:p>
          </p:txBody>
        </p:sp>
      </p:grpSp>
      <p:sp>
        <p:nvSpPr>
          <p:cNvPr id="50" name="obj_13631"/>
          <p:cNvSpPr txBox="1"/>
          <p:nvPr/>
        </p:nvSpPr>
        <p:spPr>
          <a:xfrm>
            <a:off x="7048500" y="4533900"/>
            <a:ext cx="4445000" cy="698500"/>
          </a:xfrm>
          <a:prstGeom prst="rect">
            <a:avLst/>
          </a:prstGeom>
          <a:noFill/>
          <a:effectLst/>
        </p:spPr>
        <p:txBody>
          <a:bodyPr wrap="square" lIns="0" tIns="0" rIns="0" bIns="0">
            <a:spAutoFit/>
          </a:bodyPr>
          <a:lstStyle/>
          <a:p>
            <a:pPr algn="l">
              <a:lnSpc>
                <a:spcPct val="112000"/>
              </a:lnSpc>
              <a:spcBef>
                <a:spcPts val="0"/>
              </a:spcBef>
              <a:spcAft>
                <a:spcPts val="0"/>
              </a:spcAft>
            </a:pPr>
            <a:r>
              <a:rPr sz="3200" b="1">
                <a:solidFill>
                  <a:srgbClr val="352379"/>
                </a:solidFill>
                <a:latin typeface="Montserrat"/>
              </a:rPr>
              <a:t>h = 4 + 2 = 6</a:t>
            </a:r>
          </a:p>
        </p:txBody>
      </p:sp>
      <p:sp>
        <p:nvSpPr>
          <p:cNvPr id="5" name="heuristic_coordinates">
            <a:extLst>
              <a:ext uri="{FF2B5EF4-FFF2-40B4-BE49-F238E27FC236}">
                <a16:creationId xmlns:a16="http://schemas.microsoft.com/office/drawing/2014/main" id="{F902015D-F53F-49EA-90EE-D8F372600D3C}"/>
              </a:ext>
            </a:extLst>
          </p:cNvPr>
          <p:cNvSpPr txBox="1"/>
          <p:nvPr/>
        </p:nvSpPr>
        <p:spPr bwMode="auto">
          <a:xfrm>
            <a:off x="1016000" y="1777999"/>
            <a:ext cx="5334000" cy="444500"/>
          </a:xfrm>
          <a:prstGeom prst="rect">
            <a:avLst/>
          </a:prstGeom>
        </p:spPr>
        <p:txBody>
          <a:bodyPr vert="horz" wrap="square" lIns="0" tIns="0" rIns="0" bIns="0" rtlCol="0">
            <a:noAutofit/>
          </a:bodyPr>
          <a:lstStyle/>
          <a:p>
            <a:r>
              <a:rPr lang="pt-BR" sz="2200">
                <a:solidFill>
                  <a:srgbClr val="352379"/>
                </a:solidFill>
                <a:latin typeface="Montserrat" pitchFamily="2" charset="-52"/>
              </a:rPr>
              <a:t>n = (9, 3),  G = (13, 5)</a:t>
            </a:r>
            <a:endParaRPr lang="ru-RU" sz="2200">
              <a:solidFill>
                <a:srgbClr val="352379"/>
              </a:solidFill>
              <a:latin typeface="Montserrat" pitchFamily="2" charset="-5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19"/>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63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Евклидово расстояние</a:t>
            </a:r>
          </a:p>
        </p:txBody>
      </p:sp>
      <p:sp>
        <p:nvSpPr>
          <p:cNvPr id="12" name="obj_1363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h = √((xₙ−xG)² + (yₙ−yG)²)</a:t>
            </a:r>
          </a:p>
        </p:txBody>
      </p:sp>
      <p:grpSp>
        <p:nvGrpSpPr>
          <p:cNvPr id="2" name="euclidean"/>
          <p:cNvGrpSpPr/>
          <p:nvPr/>
        </p:nvGrpSpPr>
        <p:grpSpPr>
          <a:xfrm>
            <a:off x="698500" y="2133600"/>
            <a:ext cx="4406900" cy="2781300"/>
            <a:chOff x="698500" y="2133600"/>
            <a:chExt cx="4406900" cy="2781300"/>
          </a:xfrm>
        </p:grpSpPr>
        <p:sp>
          <p:nvSpPr>
            <p:cNvPr id="13" name="obj_13635"/>
            <p:cNvSpPr/>
            <p:nvPr/>
          </p:nvSpPr>
          <p:spPr>
            <a:xfrm>
              <a:off x="698500" y="2133600"/>
              <a:ext cx="4406900" cy="2781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636"/>
            <p:cNvSpPr/>
            <p:nvPr/>
          </p:nvSpPr>
          <p:spPr>
            <a:xfrm>
              <a:off x="10160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637"/>
            <p:cNvSpPr/>
            <p:nvPr/>
          </p:nvSpPr>
          <p:spPr>
            <a:xfrm>
              <a:off x="1028700" y="2425700"/>
              <a:ext cx="762000" cy="7620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3638"/>
            <p:cNvSpPr/>
            <p:nvPr/>
          </p:nvSpPr>
          <p:spPr>
            <a:xfrm>
              <a:off x="18161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3639"/>
            <p:cNvSpPr/>
            <p:nvPr/>
          </p:nvSpPr>
          <p:spPr>
            <a:xfrm>
              <a:off x="26162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640"/>
            <p:cNvSpPr/>
            <p:nvPr/>
          </p:nvSpPr>
          <p:spPr>
            <a:xfrm>
              <a:off x="34163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641"/>
            <p:cNvSpPr/>
            <p:nvPr/>
          </p:nvSpPr>
          <p:spPr>
            <a:xfrm>
              <a:off x="42164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3642"/>
            <p:cNvSpPr/>
            <p:nvPr/>
          </p:nvSpPr>
          <p:spPr>
            <a:xfrm>
              <a:off x="10160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3643"/>
            <p:cNvSpPr txBox="1"/>
            <p:nvPr/>
          </p:nvSpPr>
          <p:spPr>
            <a:xfrm>
              <a:off x="10287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2" name="obj_13644"/>
            <p:cNvSpPr/>
            <p:nvPr/>
          </p:nvSpPr>
          <p:spPr>
            <a:xfrm>
              <a:off x="18161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3645"/>
            <p:cNvSpPr txBox="1"/>
            <p:nvPr/>
          </p:nvSpPr>
          <p:spPr>
            <a:xfrm>
              <a:off x="18288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4" name="obj_13646"/>
            <p:cNvSpPr/>
            <p:nvPr/>
          </p:nvSpPr>
          <p:spPr>
            <a:xfrm>
              <a:off x="26162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3647"/>
            <p:cNvSpPr txBox="1"/>
            <p:nvPr/>
          </p:nvSpPr>
          <p:spPr>
            <a:xfrm>
              <a:off x="26289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6" name="obj_13648"/>
            <p:cNvSpPr/>
            <p:nvPr/>
          </p:nvSpPr>
          <p:spPr>
            <a:xfrm>
              <a:off x="3416300" y="3213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3649"/>
            <p:cNvSpPr/>
            <p:nvPr/>
          </p:nvSpPr>
          <p:spPr>
            <a:xfrm>
              <a:off x="4216400" y="3213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3650"/>
            <p:cNvSpPr/>
            <p:nvPr/>
          </p:nvSpPr>
          <p:spPr>
            <a:xfrm>
              <a:off x="10160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3651"/>
            <p:cNvSpPr txBox="1"/>
            <p:nvPr/>
          </p:nvSpPr>
          <p:spPr>
            <a:xfrm>
              <a:off x="10287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0" name="obj_13652"/>
            <p:cNvSpPr/>
            <p:nvPr/>
          </p:nvSpPr>
          <p:spPr>
            <a:xfrm>
              <a:off x="18161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3653"/>
            <p:cNvSpPr txBox="1"/>
            <p:nvPr/>
          </p:nvSpPr>
          <p:spPr>
            <a:xfrm>
              <a:off x="18288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2" name="obj_13654"/>
            <p:cNvSpPr/>
            <p:nvPr/>
          </p:nvSpPr>
          <p:spPr>
            <a:xfrm>
              <a:off x="26162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3655"/>
            <p:cNvSpPr txBox="1"/>
            <p:nvPr/>
          </p:nvSpPr>
          <p:spPr>
            <a:xfrm>
              <a:off x="26289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4" name="obj_13656"/>
            <p:cNvSpPr/>
            <p:nvPr/>
          </p:nvSpPr>
          <p:spPr>
            <a:xfrm>
              <a:off x="3416300" y="4013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3657"/>
            <p:cNvSpPr/>
            <p:nvPr/>
          </p:nvSpPr>
          <p:spPr>
            <a:xfrm>
              <a:off x="4216400" y="4013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3658"/>
            <p:cNvSpPr/>
            <p:nvPr/>
          </p:nvSpPr>
          <p:spPr>
            <a:xfrm>
              <a:off x="4312412" y="4109212"/>
              <a:ext cx="576072" cy="5760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3659"/>
            <p:cNvSpPr txBox="1"/>
            <p:nvPr/>
          </p:nvSpPr>
          <p:spPr>
            <a:xfrm>
              <a:off x="4312412" y="4093210"/>
              <a:ext cx="576072" cy="640080"/>
            </a:xfrm>
            <a:prstGeom prst="rect">
              <a:avLst/>
            </a:prstGeom>
            <a:noFill/>
            <a:effectLst/>
          </p:spPr>
          <p:txBody>
            <a:bodyPr wrap="square" lIns="0" tIns="0" rIns="0" bIns="0">
              <a:spAutoFit/>
            </a:bodyPr>
            <a:lstStyle/>
            <a:p>
              <a:pPr algn="ctr">
                <a:lnSpc>
                  <a:spcPct val="112000"/>
                </a:lnSpc>
                <a:spcBef>
                  <a:spcPts val="0"/>
                </a:spcBef>
                <a:spcAft>
                  <a:spcPts val="0"/>
                </a:spcAft>
              </a:pPr>
              <a:r>
                <a:rPr sz="3339" b="1">
                  <a:solidFill>
                    <a:srgbClr val="FFFFFF"/>
                  </a:solidFill>
                  <a:latin typeface="Montserrat"/>
                </a:rPr>
                <a:t>G</a:t>
              </a:r>
            </a:p>
          </p:txBody>
        </p:sp>
        <p:sp>
          <p:nvSpPr>
            <p:cNvPr id="38" name="obj_13660"/>
            <p:cNvSpPr txBox="1"/>
            <p:nvPr/>
          </p:nvSpPr>
          <p:spPr>
            <a:xfrm>
              <a:off x="10160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9" name="obj_13661"/>
            <p:cNvSpPr txBox="1"/>
            <p:nvPr/>
          </p:nvSpPr>
          <p:spPr>
            <a:xfrm>
              <a:off x="18161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0" name="obj_13662"/>
            <p:cNvSpPr txBox="1"/>
            <p:nvPr/>
          </p:nvSpPr>
          <p:spPr>
            <a:xfrm>
              <a:off x="26162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1" name="obj_13663"/>
            <p:cNvSpPr txBox="1"/>
            <p:nvPr/>
          </p:nvSpPr>
          <p:spPr>
            <a:xfrm>
              <a:off x="34163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2" name="obj_13664"/>
            <p:cNvSpPr txBox="1"/>
            <p:nvPr/>
          </p:nvSpPr>
          <p:spPr>
            <a:xfrm>
              <a:off x="42164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3" name="obj_13665"/>
            <p:cNvSpPr txBox="1"/>
            <p:nvPr/>
          </p:nvSpPr>
          <p:spPr>
            <a:xfrm>
              <a:off x="698500" y="255701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4" name="obj_13666"/>
            <p:cNvSpPr txBox="1"/>
            <p:nvPr/>
          </p:nvSpPr>
          <p:spPr>
            <a:xfrm>
              <a:off x="698500" y="33571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5" name="obj_13667"/>
            <p:cNvSpPr txBox="1"/>
            <p:nvPr/>
          </p:nvSpPr>
          <p:spPr>
            <a:xfrm>
              <a:off x="698500" y="41572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cxnSp>
          <p:nvCxnSpPr>
            <p:cNvPr id="46" name="obj_13668"/>
            <p:cNvCxnSpPr/>
            <p:nvPr/>
          </p:nvCxnSpPr>
          <p:spPr>
            <a:xfrm>
              <a:off x="1409700" y="2806700"/>
              <a:ext cx="3200400" cy="0"/>
            </a:xfrm>
            <a:prstGeom prst="line">
              <a:avLst/>
            </a:prstGeom>
            <a:ln w="25400">
              <a:solidFill>
                <a:srgbClr val="BB570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47" name="obj_13669"/>
            <p:cNvCxnSpPr/>
            <p:nvPr/>
          </p:nvCxnSpPr>
          <p:spPr>
            <a:xfrm>
              <a:off x="4610100" y="2806700"/>
              <a:ext cx="0" cy="1600200"/>
            </a:xfrm>
            <a:prstGeom prst="line">
              <a:avLst/>
            </a:prstGeom>
            <a:ln w="25400">
              <a:solidFill>
                <a:srgbClr val="BB5708"/>
              </a:solidFill>
              <a:prstDash val="dash"/>
            </a:ln>
            <a:effectLst/>
          </p:spPr>
          <p:style>
            <a:lnRef idx="2">
              <a:schemeClr val="accent1"/>
            </a:lnRef>
            <a:fillRef idx="0">
              <a:schemeClr val="accent1"/>
            </a:fillRef>
            <a:effectRef idx="1">
              <a:schemeClr val="accent1"/>
            </a:effectRef>
            <a:fontRef idx="minor">
              <a:schemeClr val="tx1"/>
            </a:fontRef>
          </p:style>
        </p:cxnSp>
      </p:grpSp>
      <p:grpSp>
        <p:nvGrpSpPr>
          <p:cNvPr id="3" name="straight"/>
          <p:cNvGrpSpPr/>
          <p:nvPr/>
        </p:nvGrpSpPr>
        <p:grpSpPr>
          <a:xfrm>
            <a:off x="1409700" y="2286000"/>
            <a:ext cx="10274300" cy="3009900"/>
            <a:chOff x="1409700" y="2286000"/>
            <a:chExt cx="10274300" cy="3009900"/>
          </a:xfrm>
        </p:grpSpPr>
        <p:cxnSp>
          <p:nvCxnSpPr>
            <p:cNvPr id="48" name="obj_13671"/>
            <p:cNvCxnSpPr/>
            <p:nvPr/>
          </p:nvCxnSpPr>
          <p:spPr>
            <a:xfrm>
              <a:off x="1409700" y="2806700"/>
              <a:ext cx="3200400" cy="1600200"/>
            </a:xfrm>
            <a:prstGeom prst="line">
              <a:avLst/>
            </a:prstGeom>
            <a:ln w="50800">
              <a:solidFill>
                <a:srgbClr val="2454A5"/>
              </a:solidFill>
              <a:prstDash val="dash"/>
            </a:ln>
            <a:effectLst/>
          </p:spPr>
          <p:style>
            <a:lnRef idx="2">
              <a:schemeClr val="accent1"/>
            </a:lnRef>
            <a:fillRef idx="0">
              <a:schemeClr val="accent1"/>
            </a:fillRef>
            <a:effectRef idx="1">
              <a:schemeClr val="accent1"/>
            </a:effectRef>
            <a:fontRef idx="minor">
              <a:schemeClr val="tx1"/>
            </a:fontRef>
          </p:style>
        </p:cxnSp>
        <p:sp>
          <p:nvSpPr>
            <p:cNvPr id="49" name="obj_13672"/>
            <p:cNvSpPr txBox="1"/>
            <p:nvPr/>
          </p:nvSpPr>
          <p:spPr>
            <a:xfrm>
              <a:off x="6604000" y="2286000"/>
              <a:ext cx="50800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√(4² + 2²) ≈ 4,47</a:t>
              </a:r>
            </a:p>
          </p:txBody>
        </p:sp>
        <p:sp>
          <p:nvSpPr>
            <p:cNvPr id="50" name="obj_13673"/>
            <p:cNvSpPr txBox="1"/>
            <p:nvPr/>
          </p:nvSpPr>
          <p:spPr>
            <a:xfrm>
              <a:off x="6604000" y="3708400"/>
              <a:ext cx="5080000" cy="1587500"/>
            </a:xfrm>
            <a:prstGeom prst="rect">
              <a:avLst/>
            </a:prstGeom>
            <a:noFill/>
            <a:effectLst/>
          </p:spPr>
          <p:txBody>
            <a:bodyPr wrap="square" lIns="0" tIns="0" rIns="0" bIns="0">
              <a:spAutoFit/>
            </a:bodyPr>
            <a:lstStyle/>
            <a:p>
              <a:pPr algn="l">
                <a:lnSpc>
                  <a:spcPct val="112000"/>
                </a:lnSpc>
                <a:spcBef>
                  <a:spcPts val="0"/>
                </a:spcBef>
                <a:spcAft>
                  <a:spcPts val="0"/>
                </a:spcAft>
              </a:pPr>
              <a:r>
                <a:rPr lang="ru-RU" sz="2400" b="0">
                  <a:solidFill>
                    <a:srgbClr val="352379"/>
                  </a:solidFill>
                  <a:latin typeface="Montserrat"/>
                </a:rPr>
                <a:t>Расстояние по прямой.</a:t>
              </a:r>
            </a:p>
            <a:p>
              <a:pPr algn="l">
                <a:lnSpc>
                  <a:spcPct val="112000"/>
                </a:lnSpc>
                <a:spcBef>
                  <a:spcPts val="0"/>
                </a:spcBef>
                <a:spcAft>
                  <a:spcPts val="0"/>
                </a:spcAft>
              </a:pPr>
              <a:endParaRPr lang="ru-RU" sz="2400" b="0">
                <a:solidFill>
                  <a:srgbClr val="352379"/>
                </a:solidFill>
                <a:latin typeface="Montserrat"/>
              </a:endParaRPr>
            </a:p>
            <a:p>
              <a:pPr algn="l">
                <a:lnSpc>
                  <a:spcPct val="112000"/>
                </a:lnSpc>
                <a:spcBef>
                  <a:spcPts val="0"/>
                </a:spcBef>
                <a:spcAft>
                  <a:spcPts val="0"/>
                </a:spcAft>
              </a:pPr>
              <a:r>
                <a:rPr lang="ru-RU" sz="2400" b="0">
                  <a:solidFill>
                    <a:srgbClr val="352379"/>
                  </a:solidFill>
                  <a:latin typeface="Montserrat"/>
                </a:rPr>
                <a:t>Диагональный шаг</a:t>
              </a:r>
            </a:p>
            <a:p>
              <a:pPr algn="l">
                <a:lnSpc>
                  <a:spcPct val="112000"/>
                </a:lnSpc>
                <a:spcBef>
                  <a:spcPts val="0"/>
                </a:spcBef>
                <a:spcAft>
                  <a:spcPts val="0"/>
                </a:spcAft>
              </a:pPr>
              <a:r>
                <a:rPr lang="ru-RU" sz="2400" b="0">
                  <a:solidFill>
                    <a:srgbClr val="352379"/>
                  </a:solidFill>
                  <a:latin typeface="Montserrat"/>
                </a:rPr>
                <a:t>по-прежнему запрещён.</a:t>
              </a:r>
              <a:endParaRPr sz="2400" b="0">
                <a:solidFill>
                  <a:srgbClr val="352379"/>
                </a:solidFill>
                <a:latin typeface="Montserrat"/>
              </a:endParaRPr>
            </a:p>
          </p:txBody>
        </p:sp>
      </p:grpSp>
      <p:sp>
        <p:nvSpPr>
          <p:cNvPr id="4" name="heuristic_coordinates">
            <a:extLst>
              <a:ext uri="{FF2B5EF4-FFF2-40B4-BE49-F238E27FC236}">
                <a16:creationId xmlns:a16="http://schemas.microsoft.com/office/drawing/2014/main" id="{87E6DBDE-9A77-4EBE-BB44-29FDD91E5290}"/>
              </a:ext>
            </a:extLst>
          </p:cNvPr>
          <p:cNvSpPr txBox="1"/>
          <p:nvPr/>
        </p:nvSpPr>
        <p:spPr bwMode="auto">
          <a:xfrm>
            <a:off x="1016000" y="1777999"/>
            <a:ext cx="5334000" cy="444500"/>
          </a:xfrm>
          <a:prstGeom prst="rect">
            <a:avLst/>
          </a:prstGeom>
        </p:spPr>
        <p:txBody>
          <a:bodyPr vert="horz" wrap="square" lIns="0" tIns="0" rIns="0" bIns="0" rtlCol="0">
            <a:noAutofit/>
          </a:bodyPr>
          <a:lstStyle/>
          <a:p>
            <a:r>
              <a:rPr lang="pt-BR" sz="2200">
                <a:solidFill>
                  <a:srgbClr val="352379"/>
                </a:solidFill>
                <a:latin typeface="Montserrat" pitchFamily="2" charset="-52"/>
              </a:rPr>
              <a:t>n = (9, 3),  G = (13, 5)</a:t>
            </a:r>
            <a:endParaRPr lang="ru-RU" sz="2200">
              <a:solidFill>
                <a:srgbClr val="352379"/>
              </a:solidFill>
              <a:latin typeface="Montserrat" pitchFamily="2" charset="-5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674"/>
          <p:cNvSpPr txBox="1"/>
          <p:nvPr/>
        </p:nvSpPr>
        <p:spPr>
          <a:xfrm>
            <a:off x="482600" y="673100"/>
            <a:ext cx="11226800" cy="482889"/>
          </a:xfrm>
          <a:prstGeom prst="rect">
            <a:avLst/>
          </a:prstGeom>
          <a:noFill/>
          <a:effectLst/>
        </p:spPr>
        <p:txBody>
          <a:bodyPr wrap="square" lIns="0" tIns="0" rIns="0" bIns="0">
            <a:spAutoFit/>
          </a:bodyPr>
          <a:lstStyle/>
          <a:p>
            <a:pPr algn="l">
              <a:lnSpc>
                <a:spcPct val="112000"/>
              </a:lnSpc>
              <a:spcBef>
                <a:spcPts val="0"/>
              </a:spcBef>
              <a:spcAft>
                <a:spcPts val="0"/>
              </a:spcAft>
            </a:pPr>
            <a:r>
              <a:rPr lang="en-US" sz="3000" b="1">
                <a:solidFill>
                  <a:srgbClr val="352379"/>
                </a:solidFill>
                <a:latin typeface="Montserrat"/>
              </a:rPr>
              <a:t>Manhattan </a:t>
            </a:r>
            <a:r>
              <a:rPr lang="ru-RU" sz="3000" b="1">
                <a:solidFill>
                  <a:srgbClr val="352379"/>
                </a:solidFill>
                <a:latin typeface="Montserrat"/>
              </a:rPr>
              <a:t>и </a:t>
            </a:r>
            <a:r>
              <a:rPr lang="en-US" sz="3000" b="1">
                <a:solidFill>
                  <a:srgbClr val="352379"/>
                </a:solidFill>
                <a:latin typeface="Montserrat"/>
              </a:rPr>
              <a:t>Euclidean: </a:t>
            </a:r>
            <a:r>
              <a:rPr lang="ru-RU" sz="3000" b="1">
                <a:solidFill>
                  <a:srgbClr val="352379"/>
                </a:solidFill>
                <a:latin typeface="Montserrat"/>
              </a:rPr>
              <a:t>сравнение</a:t>
            </a:r>
            <a:endParaRPr sz="3000" b="1">
              <a:solidFill>
                <a:srgbClr val="352379"/>
              </a:solidFill>
              <a:latin typeface="Montserrat"/>
            </a:endParaRPr>
          </a:p>
        </p:txBody>
      </p:sp>
      <p:sp>
        <p:nvSpPr>
          <p:cNvPr id="12" name="obj_13675"/>
          <p:cNvSpPr txBox="1"/>
          <p:nvPr/>
        </p:nvSpPr>
        <p:spPr>
          <a:xfrm>
            <a:off x="660400" y="6019800"/>
            <a:ext cx="10871200" cy="289759"/>
          </a:xfrm>
          <a:prstGeom prst="rect">
            <a:avLst/>
          </a:prstGeom>
          <a:noFill/>
          <a:effectLst/>
        </p:spPr>
        <p:txBody>
          <a:bodyPr wrap="square" lIns="0" tIns="0" rIns="0" bIns="0">
            <a:spAutoFit/>
          </a:bodyPr>
          <a:lstStyle/>
          <a:p>
            <a:pPr algn="l">
              <a:lnSpc>
                <a:spcPct val="112000"/>
              </a:lnSpc>
              <a:spcBef>
                <a:spcPts val="0"/>
              </a:spcBef>
              <a:spcAft>
                <a:spcPts val="0"/>
              </a:spcAft>
            </a:pPr>
            <a:r>
              <a:rPr lang="ru-RU" sz="1800" b="0">
                <a:solidFill>
                  <a:srgbClr val="FFFFFF"/>
                </a:solidFill>
                <a:latin typeface="Montserrat"/>
              </a:rPr>
              <a:t>Выбор эвристики связан с разрешёнными действиями и ценой шага</a:t>
            </a:r>
            <a:endParaRPr sz="1800" b="0">
              <a:solidFill>
                <a:srgbClr val="FFFFFF"/>
              </a:solidFill>
              <a:latin typeface="Montserrat"/>
            </a:endParaRPr>
          </a:p>
        </p:txBody>
      </p:sp>
      <p:sp>
        <p:nvSpPr>
          <p:cNvPr id="3" name="Текст 2">
            <a:extLst>
              <a:ext uri="{FF2B5EF4-FFF2-40B4-BE49-F238E27FC236}">
                <a16:creationId xmlns:a16="http://schemas.microsoft.com/office/drawing/2014/main" id="{61FA5CC4-641A-495C-993A-3163005394D9}"/>
              </a:ext>
            </a:extLst>
          </p:cNvPr>
          <p:cNvSpPr>
            <a:spLocks noGrp="1"/>
          </p:cNvSpPr>
          <p:nvPr>
            <p:ph type="body" sz="quarter" idx="19"/>
          </p:nvPr>
        </p:nvSpPr>
        <p:spPr/>
        <p:txBody>
          <a:bodyPr/>
          <a:lstStyle/>
          <a:p>
            <a:endParaRPr lang="ru-RU"/>
          </a:p>
        </p:txBody>
      </p:sp>
      <p:grpSp>
        <p:nvGrpSpPr>
          <p:cNvPr id="21" name="comparison_map">
            <a:extLst>
              <a:ext uri="{FF2B5EF4-FFF2-40B4-BE49-F238E27FC236}">
                <a16:creationId xmlns:a16="http://schemas.microsoft.com/office/drawing/2014/main" id="{5275F585-A97B-465B-8CEE-347E716453B4}"/>
              </a:ext>
            </a:extLst>
          </p:cNvPr>
          <p:cNvGrpSpPr/>
          <p:nvPr/>
        </p:nvGrpSpPr>
        <p:grpSpPr>
          <a:xfrm>
            <a:off x="698500" y="2133600"/>
            <a:ext cx="4406900" cy="2781300"/>
            <a:chOff x="698500" y="2133600"/>
            <a:chExt cx="4406900" cy="2781300"/>
          </a:xfrm>
        </p:grpSpPr>
        <p:sp>
          <p:nvSpPr>
            <p:cNvPr id="22" name="obj_13635">
              <a:extLst>
                <a:ext uri="{FF2B5EF4-FFF2-40B4-BE49-F238E27FC236}">
                  <a16:creationId xmlns:a16="http://schemas.microsoft.com/office/drawing/2014/main" id="{ED24512D-3EE7-49B4-B9BE-6BBB3171DF7F}"/>
                </a:ext>
              </a:extLst>
            </p:cNvPr>
            <p:cNvSpPr/>
            <p:nvPr/>
          </p:nvSpPr>
          <p:spPr>
            <a:xfrm>
              <a:off x="698500" y="2133600"/>
              <a:ext cx="4406900" cy="2781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3636">
              <a:extLst>
                <a:ext uri="{FF2B5EF4-FFF2-40B4-BE49-F238E27FC236}">
                  <a16:creationId xmlns:a16="http://schemas.microsoft.com/office/drawing/2014/main" id="{41E6923C-BD65-4ED2-9279-EF4DB418DCFF}"/>
                </a:ext>
              </a:extLst>
            </p:cNvPr>
            <p:cNvSpPr/>
            <p:nvPr/>
          </p:nvSpPr>
          <p:spPr>
            <a:xfrm>
              <a:off x="10160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3637">
              <a:extLst>
                <a:ext uri="{FF2B5EF4-FFF2-40B4-BE49-F238E27FC236}">
                  <a16:creationId xmlns:a16="http://schemas.microsoft.com/office/drawing/2014/main" id="{8BA20D60-325F-49F4-B2E6-5C2270535AFF}"/>
                </a:ext>
              </a:extLst>
            </p:cNvPr>
            <p:cNvSpPr/>
            <p:nvPr/>
          </p:nvSpPr>
          <p:spPr>
            <a:xfrm>
              <a:off x="1028700" y="2425700"/>
              <a:ext cx="762000" cy="7620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3638">
              <a:extLst>
                <a:ext uri="{FF2B5EF4-FFF2-40B4-BE49-F238E27FC236}">
                  <a16:creationId xmlns:a16="http://schemas.microsoft.com/office/drawing/2014/main" id="{F1DBB6A8-182B-4106-8FAB-F55418299810}"/>
                </a:ext>
              </a:extLst>
            </p:cNvPr>
            <p:cNvSpPr/>
            <p:nvPr/>
          </p:nvSpPr>
          <p:spPr>
            <a:xfrm>
              <a:off x="18161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3639">
              <a:extLst>
                <a:ext uri="{FF2B5EF4-FFF2-40B4-BE49-F238E27FC236}">
                  <a16:creationId xmlns:a16="http://schemas.microsoft.com/office/drawing/2014/main" id="{7AEBF28C-A15C-41F4-9EF4-13DCA6059784}"/>
                </a:ext>
              </a:extLst>
            </p:cNvPr>
            <p:cNvSpPr/>
            <p:nvPr/>
          </p:nvSpPr>
          <p:spPr>
            <a:xfrm>
              <a:off x="26162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3640">
              <a:extLst>
                <a:ext uri="{FF2B5EF4-FFF2-40B4-BE49-F238E27FC236}">
                  <a16:creationId xmlns:a16="http://schemas.microsoft.com/office/drawing/2014/main" id="{E8678D83-F814-4282-981A-AF6A7EB4FA5E}"/>
                </a:ext>
              </a:extLst>
            </p:cNvPr>
            <p:cNvSpPr/>
            <p:nvPr/>
          </p:nvSpPr>
          <p:spPr>
            <a:xfrm>
              <a:off x="34163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3641">
              <a:extLst>
                <a:ext uri="{FF2B5EF4-FFF2-40B4-BE49-F238E27FC236}">
                  <a16:creationId xmlns:a16="http://schemas.microsoft.com/office/drawing/2014/main" id="{E9AA6F78-CF9E-4B90-BCAE-E7688421944C}"/>
                </a:ext>
              </a:extLst>
            </p:cNvPr>
            <p:cNvSpPr/>
            <p:nvPr/>
          </p:nvSpPr>
          <p:spPr>
            <a:xfrm>
              <a:off x="4216400" y="24130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3642">
              <a:extLst>
                <a:ext uri="{FF2B5EF4-FFF2-40B4-BE49-F238E27FC236}">
                  <a16:creationId xmlns:a16="http://schemas.microsoft.com/office/drawing/2014/main" id="{515EF574-825C-4F5D-8574-6581F974F5B3}"/>
                </a:ext>
              </a:extLst>
            </p:cNvPr>
            <p:cNvSpPr/>
            <p:nvPr/>
          </p:nvSpPr>
          <p:spPr>
            <a:xfrm>
              <a:off x="10160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3643">
              <a:extLst>
                <a:ext uri="{FF2B5EF4-FFF2-40B4-BE49-F238E27FC236}">
                  <a16:creationId xmlns:a16="http://schemas.microsoft.com/office/drawing/2014/main" id="{C06C66C6-6247-486B-BE07-2E2E34239368}"/>
                </a:ext>
              </a:extLst>
            </p:cNvPr>
            <p:cNvSpPr txBox="1"/>
            <p:nvPr/>
          </p:nvSpPr>
          <p:spPr>
            <a:xfrm>
              <a:off x="10287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31" name="obj_13644">
              <a:extLst>
                <a:ext uri="{FF2B5EF4-FFF2-40B4-BE49-F238E27FC236}">
                  <a16:creationId xmlns:a16="http://schemas.microsoft.com/office/drawing/2014/main" id="{91E4FD97-1E85-44CF-BB18-8C13E7C8E2C9}"/>
                </a:ext>
              </a:extLst>
            </p:cNvPr>
            <p:cNvSpPr/>
            <p:nvPr/>
          </p:nvSpPr>
          <p:spPr>
            <a:xfrm>
              <a:off x="18161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3645">
              <a:extLst>
                <a:ext uri="{FF2B5EF4-FFF2-40B4-BE49-F238E27FC236}">
                  <a16:creationId xmlns:a16="http://schemas.microsoft.com/office/drawing/2014/main" id="{9201115D-D985-4B29-A888-7FDFAE69F5C3}"/>
                </a:ext>
              </a:extLst>
            </p:cNvPr>
            <p:cNvSpPr txBox="1"/>
            <p:nvPr/>
          </p:nvSpPr>
          <p:spPr>
            <a:xfrm>
              <a:off x="18288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33" name="obj_13646">
              <a:extLst>
                <a:ext uri="{FF2B5EF4-FFF2-40B4-BE49-F238E27FC236}">
                  <a16:creationId xmlns:a16="http://schemas.microsoft.com/office/drawing/2014/main" id="{C6EBF06A-7B8A-4E47-92D0-97CBDD9E5C28}"/>
                </a:ext>
              </a:extLst>
            </p:cNvPr>
            <p:cNvSpPr/>
            <p:nvPr/>
          </p:nvSpPr>
          <p:spPr>
            <a:xfrm>
              <a:off x="2616200" y="32131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3647">
              <a:extLst>
                <a:ext uri="{FF2B5EF4-FFF2-40B4-BE49-F238E27FC236}">
                  <a16:creationId xmlns:a16="http://schemas.microsoft.com/office/drawing/2014/main" id="{3D21C9BC-797C-4BFB-99E2-9F21C9C1D6A2}"/>
                </a:ext>
              </a:extLst>
            </p:cNvPr>
            <p:cNvSpPr txBox="1"/>
            <p:nvPr/>
          </p:nvSpPr>
          <p:spPr>
            <a:xfrm>
              <a:off x="2628900" y="33651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35" name="obj_13648">
              <a:extLst>
                <a:ext uri="{FF2B5EF4-FFF2-40B4-BE49-F238E27FC236}">
                  <a16:creationId xmlns:a16="http://schemas.microsoft.com/office/drawing/2014/main" id="{46F0AEE4-77F0-4D28-BB97-432C9FF71B0A}"/>
                </a:ext>
              </a:extLst>
            </p:cNvPr>
            <p:cNvSpPr/>
            <p:nvPr/>
          </p:nvSpPr>
          <p:spPr>
            <a:xfrm>
              <a:off x="3416300" y="3213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3649">
              <a:extLst>
                <a:ext uri="{FF2B5EF4-FFF2-40B4-BE49-F238E27FC236}">
                  <a16:creationId xmlns:a16="http://schemas.microsoft.com/office/drawing/2014/main" id="{ED986878-0F17-44E4-B9B2-3269833790F8}"/>
                </a:ext>
              </a:extLst>
            </p:cNvPr>
            <p:cNvSpPr/>
            <p:nvPr/>
          </p:nvSpPr>
          <p:spPr>
            <a:xfrm>
              <a:off x="4216400" y="3213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3650">
              <a:extLst>
                <a:ext uri="{FF2B5EF4-FFF2-40B4-BE49-F238E27FC236}">
                  <a16:creationId xmlns:a16="http://schemas.microsoft.com/office/drawing/2014/main" id="{AAE99963-9E9B-4E12-AE7B-7285304C1D58}"/>
                </a:ext>
              </a:extLst>
            </p:cNvPr>
            <p:cNvSpPr/>
            <p:nvPr/>
          </p:nvSpPr>
          <p:spPr>
            <a:xfrm>
              <a:off x="10160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3651">
              <a:extLst>
                <a:ext uri="{FF2B5EF4-FFF2-40B4-BE49-F238E27FC236}">
                  <a16:creationId xmlns:a16="http://schemas.microsoft.com/office/drawing/2014/main" id="{9309DE96-0506-45E3-8852-662EAC759A8A}"/>
                </a:ext>
              </a:extLst>
            </p:cNvPr>
            <p:cNvSpPr txBox="1"/>
            <p:nvPr/>
          </p:nvSpPr>
          <p:spPr>
            <a:xfrm>
              <a:off x="10287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9" name="obj_13652">
              <a:extLst>
                <a:ext uri="{FF2B5EF4-FFF2-40B4-BE49-F238E27FC236}">
                  <a16:creationId xmlns:a16="http://schemas.microsoft.com/office/drawing/2014/main" id="{851420F4-686A-49DF-A199-7173C6E7FC04}"/>
                </a:ext>
              </a:extLst>
            </p:cNvPr>
            <p:cNvSpPr/>
            <p:nvPr/>
          </p:nvSpPr>
          <p:spPr>
            <a:xfrm>
              <a:off x="18161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3653">
              <a:extLst>
                <a:ext uri="{FF2B5EF4-FFF2-40B4-BE49-F238E27FC236}">
                  <a16:creationId xmlns:a16="http://schemas.microsoft.com/office/drawing/2014/main" id="{A5152A08-3AE0-4FE4-90D5-FA7B55843D87}"/>
                </a:ext>
              </a:extLst>
            </p:cNvPr>
            <p:cNvSpPr txBox="1"/>
            <p:nvPr/>
          </p:nvSpPr>
          <p:spPr>
            <a:xfrm>
              <a:off x="18288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41" name="obj_13654">
              <a:extLst>
                <a:ext uri="{FF2B5EF4-FFF2-40B4-BE49-F238E27FC236}">
                  <a16:creationId xmlns:a16="http://schemas.microsoft.com/office/drawing/2014/main" id="{C381FBC6-7459-4802-AFA2-DA709DEFC038}"/>
                </a:ext>
              </a:extLst>
            </p:cNvPr>
            <p:cNvSpPr/>
            <p:nvPr/>
          </p:nvSpPr>
          <p:spPr>
            <a:xfrm>
              <a:off x="2616200" y="40132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3655">
              <a:extLst>
                <a:ext uri="{FF2B5EF4-FFF2-40B4-BE49-F238E27FC236}">
                  <a16:creationId xmlns:a16="http://schemas.microsoft.com/office/drawing/2014/main" id="{FC1D58DA-208F-4825-9AA4-0625488D1AD8}"/>
                </a:ext>
              </a:extLst>
            </p:cNvPr>
            <p:cNvSpPr txBox="1"/>
            <p:nvPr/>
          </p:nvSpPr>
          <p:spPr>
            <a:xfrm>
              <a:off x="2628900" y="4165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43" name="obj_13656">
              <a:extLst>
                <a:ext uri="{FF2B5EF4-FFF2-40B4-BE49-F238E27FC236}">
                  <a16:creationId xmlns:a16="http://schemas.microsoft.com/office/drawing/2014/main" id="{8C3B07B6-A778-4F9E-AE23-FE25C977CAC8}"/>
                </a:ext>
              </a:extLst>
            </p:cNvPr>
            <p:cNvSpPr/>
            <p:nvPr/>
          </p:nvSpPr>
          <p:spPr>
            <a:xfrm>
              <a:off x="3416300" y="4013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3657">
              <a:extLst>
                <a:ext uri="{FF2B5EF4-FFF2-40B4-BE49-F238E27FC236}">
                  <a16:creationId xmlns:a16="http://schemas.microsoft.com/office/drawing/2014/main" id="{3018F648-3E4C-4235-95A6-266040903CC9}"/>
                </a:ext>
              </a:extLst>
            </p:cNvPr>
            <p:cNvSpPr/>
            <p:nvPr/>
          </p:nvSpPr>
          <p:spPr>
            <a:xfrm>
              <a:off x="4216400" y="4013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3658">
              <a:extLst>
                <a:ext uri="{FF2B5EF4-FFF2-40B4-BE49-F238E27FC236}">
                  <a16:creationId xmlns:a16="http://schemas.microsoft.com/office/drawing/2014/main" id="{B9B55D1F-6C2F-42BE-9716-9197412D6D51}"/>
                </a:ext>
              </a:extLst>
            </p:cNvPr>
            <p:cNvSpPr/>
            <p:nvPr/>
          </p:nvSpPr>
          <p:spPr>
            <a:xfrm>
              <a:off x="4312412" y="4109212"/>
              <a:ext cx="576072" cy="5760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3659">
              <a:extLst>
                <a:ext uri="{FF2B5EF4-FFF2-40B4-BE49-F238E27FC236}">
                  <a16:creationId xmlns:a16="http://schemas.microsoft.com/office/drawing/2014/main" id="{1C70A933-758A-4243-91BC-CBF42309D31C}"/>
                </a:ext>
              </a:extLst>
            </p:cNvPr>
            <p:cNvSpPr txBox="1"/>
            <p:nvPr/>
          </p:nvSpPr>
          <p:spPr>
            <a:xfrm>
              <a:off x="4312412" y="4093210"/>
              <a:ext cx="576072" cy="640080"/>
            </a:xfrm>
            <a:prstGeom prst="rect">
              <a:avLst/>
            </a:prstGeom>
            <a:noFill/>
            <a:effectLst/>
          </p:spPr>
          <p:txBody>
            <a:bodyPr wrap="square" lIns="0" tIns="0" rIns="0" bIns="0">
              <a:spAutoFit/>
            </a:bodyPr>
            <a:lstStyle/>
            <a:p>
              <a:pPr algn="ctr">
                <a:lnSpc>
                  <a:spcPct val="112000"/>
                </a:lnSpc>
                <a:spcBef>
                  <a:spcPts val="0"/>
                </a:spcBef>
                <a:spcAft>
                  <a:spcPts val="0"/>
                </a:spcAft>
              </a:pPr>
              <a:r>
                <a:rPr sz="3339" b="1">
                  <a:solidFill>
                    <a:srgbClr val="FFFFFF"/>
                  </a:solidFill>
                  <a:latin typeface="Montserrat"/>
                </a:rPr>
                <a:t>G</a:t>
              </a:r>
            </a:p>
          </p:txBody>
        </p:sp>
        <p:sp>
          <p:nvSpPr>
            <p:cNvPr id="47" name="obj_13660">
              <a:extLst>
                <a:ext uri="{FF2B5EF4-FFF2-40B4-BE49-F238E27FC236}">
                  <a16:creationId xmlns:a16="http://schemas.microsoft.com/office/drawing/2014/main" id="{B7E7C6AB-13FA-4C5F-8811-9B7A9B60B0DB}"/>
                </a:ext>
              </a:extLst>
            </p:cNvPr>
            <p:cNvSpPr txBox="1"/>
            <p:nvPr/>
          </p:nvSpPr>
          <p:spPr>
            <a:xfrm>
              <a:off x="10160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48" name="obj_13661">
              <a:extLst>
                <a:ext uri="{FF2B5EF4-FFF2-40B4-BE49-F238E27FC236}">
                  <a16:creationId xmlns:a16="http://schemas.microsoft.com/office/drawing/2014/main" id="{A1E27525-90C9-4862-B739-1BE14905A25F}"/>
                </a:ext>
              </a:extLst>
            </p:cNvPr>
            <p:cNvSpPr txBox="1"/>
            <p:nvPr/>
          </p:nvSpPr>
          <p:spPr>
            <a:xfrm>
              <a:off x="18161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9" name="obj_13662">
              <a:extLst>
                <a:ext uri="{FF2B5EF4-FFF2-40B4-BE49-F238E27FC236}">
                  <a16:creationId xmlns:a16="http://schemas.microsoft.com/office/drawing/2014/main" id="{8E14C518-A3B8-4A26-8495-8BB4A8DC0655}"/>
                </a:ext>
              </a:extLst>
            </p:cNvPr>
            <p:cNvSpPr txBox="1"/>
            <p:nvPr/>
          </p:nvSpPr>
          <p:spPr>
            <a:xfrm>
              <a:off x="26162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50" name="obj_13663">
              <a:extLst>
                <a:ext uri="{FF2B5EF4-FFF2-40B4-BE49-F238E27FC236}">
                  <a16:creationId xmlns:a16="http://schemas.microsoft.com/office/drawing/2014/main" id="{B3C426D5-A7B6-4B62-9C59-B3D928EB0988}"/>
                </a:ext>
              </a:extLst>
            </p:cNvPr>
            <p:cNvSpPr txBox="1"/>
            <p:nvPr/>
          </p:nvSpPr>
          <p:spPr>
            <a:xfrm>
              <a:off x="34163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51" name="obj_13664">
              <a:extLst>
                <a:ext uri="{FF2B5EF4-FFF2-40B4-BE49-F238E27FC236}">
                  <a16:creationId xmlns:a16="http://schemas.microsoft.com/office/drawing/2014/main" id="{56C4D8DB-AF74-43D0-B538-65ADD997A2D4}"/>
                </a:ext>
              </a:extLst>
            </p:cNvPr>
            <p:cNvSpPr txBox="1"/>
            <p:nvPr/>
          </p:nvSpPr>
          <p:spPr>
            <a:xfrm>
              <a:off x="4216400" y="21463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52" name="obj_13665">
              <a:extLst>
                <a:ext uri="{FF2B5EF4-FFF2-40B4-BE49-F238E27FC236}">
                  <a16:creationId xmlns:a16="http://schemas.microsoft.com/office/drawing/2014/main" id="{E750580E-9A1A-41EF-9732-779BF200210A}"/>
                </a:ext>
              </a:extLst>
            </p:cNvPr>
            <p:cNvSpPr txBox="1"/>
            <p:nvPr/>
          </p:nvSpPr>
          <p:spPr>
            <a:xfrm>
              <a:off x="698500" y="255701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53" name="obj_13666">
              <a:extLst>
                <a:ext uri="{FF2B5EF4-FFF2-40B4-BE49-F238E27FC236}">
                  <a16:creationId xmlns:a16="http://schemas.microsoft.com/office/drawing/2014/main" id="{87937B93-C7E7-4BB2-807C-27CA9BE7EC03}"/>
                </a:ext>
              </a:extLst>
            </p:cNvPr>
            <p:cNvSpPr txBox="1"/>
            <p:nvPr/>
          </p:nvSpPr>
          <p:spPr>
            <a:xfrm>
              <a:off x="698500" y="33571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54" name="obj_13667">
              <a:extLst>
                <a:ext uri="{FF2B5EF4-FFF2-40B4-BE49-F238E27FC236}">
                  <a16:creationId xmlns:a16="http://schemas.microsoft.com/office/drawing/2014/main" id="{8B8E66B0-9CE8-4F05-9176-A6A6CB7BB6EB}"/>
                </a:ext>
              </a:extLst>
            </p:cNvPr>
            <p:cNvSpPr txBox="1"/>
            <p:nvPr/>
          </p:nvSpPr>
          <p:spPr>
            <a:xfrm>
              <a:off x="698500" y="41572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cxnSp>
          <p:nvCxnSpPr>
            <p:cNvPr id="55" name="obj_13668">
              <a:extLst>
                <a:ext uri="{FF2B5EF4-FFF2-40B4-BE49-F238E27FC236}">
                  <a16:creationId xmlns:a16="http://schemas.microsoft.com/office/drawing/2014/main" id="{433E25CC-6317-49B4-9B91-0D6B1F97382D}"/>
                </a:ext>
              </a:extLst>
            </p:cNvPr>
            <p:cNvCxnSpPr/>
            <p:nvPr/>
          </p:nvCxnSpPr>
          <p:spPr>
            <a:xfrm>
              <a:off x="1409700" y="2806700"/>
              <a:ext cx="3200400" cy="0"/>
            </a:xfrm>
            <a:prstGeom prst="line">
              <a:avLst/>
            </a:prstGeom>
            <a:ln w="25400">
              <a:solidFill>
                <a:srgbClr val="BB570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6" name="obj_13669">
              <a:extLst>
                <a:ext uri="{FF2B5EF4-FFF2-40B4-BE49-F238E27FC236}">
                  <a16:creationId xmlns:a16="http://schemas.microsoft.com/office/drawing/2014/main" id="{4925A9FF-0298-4330-AD95-525C9AEA481E}"/>
                </a:ext>
              </a:extLst>
            </p:cNvPr>
            <p:cNvCxnSpPr/>
            <p:nvPr/>
          </p:nvCxnSpPr>
          <p:spPr>
            <a:xfrm>
              <a:off x="4610100" y="2806700"/>
              <a:ext cx="0" cy="1600200"/>
            </a:xfrm>
            <a:prstGeom prst="line">
              <a:avLst/>
            </a:prstGeom>
            <a:ln w="25400">
              <a:solidFill>
                <a:srgbClr val="BB5708"/>
              </a:solidFill>
              <a:prstDash val="dash"/>
            </a:ln>
            <a:effectLst/>
          </p:spPr>
          <p:style>
            <a:lnRef idx="2">
              <a:schemeClr val="accent1"/>
            </a:lnRef>
            <a:fillRef idx="0">
              <a:schemeClr val="accent1"/>
            </a:fillRef>
            <a:effectRef idx="1">
              <a:schemeClr val="accent1"/>
            </a:effectRef>
            <a:fontRef idx="minor">
              <a:schemeClr val="tx1"/>
            </a:fontRef>
          </p:style>
        </p:cxnSp>
      </p:grpSp>
      <p:cxnSp>
        <p:nvCxnSpPr>
          <p:cNvPr id="4" name="comparison_straight">
            <a:extLst>
              <a:ext uri="{FF2B5EF4-FFF2-40B4-BE49-F238E27FC236}">
                <a16:creationId xmlns:a16="http://schemas.microsoft.com/office/drawing/2014/main" id="{BDC419CD-01EF-4451-978C-508CBA8F8289}"/>
              </a:ext>
            </a:extLst>
          </p:cNvPr>
          <p:cNvCxnSpPr/>
          <p:nvPr/>
        </p:nvCxnSpPr>
        <p:spPr>
          <a:xfrm>
            <a:off x="1409700" y="2806700"/>
            <a:ext cx="3200400" cy="1600200"/>
          </a:xfrm>
          <a:prstGeom prst="line">
            <a:avLst/>
          </a:prstGeom>
          <a:ln w="50800">
            <a:solidFill>
              <a:srgbClr val="2454A5"/>
            </a:solidFill>
            <a:prstDash val="dash"/>
          </a:ln>
        </p:spPr>
        <p:style>
          <a:lnRef idx="1">
            <a:schemeClr val="accent1"/>
          </a:lnRef>
          <a:fillRef idx="0">
            <a:schemeClr val="accent1"/>
          </a:fillRef>
          <a:effectRef idx="0">
            <a:schemeClr val="accent1"/>
          </a:effectRef>
          <a:fontRef idx="minor">
            <a:schemeClr val="tx1"/>
          </a:fontRef>
        </p:style>
      </p:cxnSp>
      <p:sp>
        <p:nvSpPr>
          <p:cNvPr id="5" name="compare_coordinates">
            <a:extLst>
              <a:ext uri="{FF2B5EF4-FFF2-40B4-BE49-F238E27FC236}">
                <a16:creationId xmlns:a16="http://schemas.microsoft.com/office/drawing/2014/main" id="{49D29CD8-E98F-4B95-88D4-B3EECF26CAF0}"/>
              </a:ext>
            </a:extLst>
          </p:cNvPr>
          <p:cNvSpPr txBox="1"/>
          <p:nvPr/>
        </p:nvSpPr>
        <p:spPr bwMode="auto">
          <a:xfrm>
            <a:off x="1016000" y="1777999"/>
            <a:ext cx="5334000" cy="444500"/>
          </a:xfrm>
          <a:prstGeom prst="rect">
            <a:avLst/>
          </a:prstGeom>
        </p:spPr>
        <p:txBody>
          <a:bodyPr vert="horz" wrap="square" lIns="0" tIns="0" rIns="0" bIns="0" rtlCol="0">
            <a:noAutofit/>
          </a:bodyPr>
          <a:lstStyle/>
          <a:p>
            <a:r>
              <a:rPr lang="pt-BR" sz="2200">
                <a:solidFill>
                  <a:srgbClr val="352379"/>
                </a:solidFill>
                <a:latin typeface="Montserrat" pitchFamily="2" charset="-52"/>
              </a:rPr>
              <a:t>n = (9, 3),  G = (13, 5)</a:t>
            </a:r>
            <a:endParaRPr lang="ru-RU" sz="2200">
              <a:solidFill>
                <a:srgbClr val="352379"/>
              </a:solidFill>
              <a:latin typeface="Montserrat" pitchFamily="2" charset="-52"/>
            </a:endParaRPr>
          </a:p>
        </p:txBody>
      </p:sp>
      <p:sp>
        <p:nvSpPr>
          <p:cNvPr id="6" name="compare_manhattan">
            <a:extLst>
              <a:ext uri="{FF2B5EF4-FFF2-40B4-BE49-F238E27FC236}">
                <a16:creationId xmlns:a16="http://schemas.microsoft.com/office/drawing/2014/main" id="{391F7709-A795-4E4C-96B3-5849FC17D1F7}"/>
              </a:ext>
            </a:extLst>
          </p:cNvPr>
          <p:cNvSpPr txBox="1"/>
          <p:nvPr/>
        </p:nvSpPr>
        <p:spPr bwMode="auto">
          <a:xfrm>
            <a:off x="6286500" y="2044699"/>
            <a:ext cx="5397500" cy="965200"/>
          </a:xfrm>
          <a:prstGeom prst="rect">
            <a:avLst/>
          </a:prstGeom>
        </p:spPr>
        <p:txBody>
          <a:bodyPr vert="horz" wrap="square" lIns="0" tIns="0" rIns="0" bIns="0" rtlCol="0">
            <a:noAutofit/>
          </a:bodyPr>
          <a:lstStyle/>
          <a:p>
            <a:r>
              <a:rPr lang="ru-RU" sz="2500" b="1">
                <a:solidFill>
                  <a:srgbClr val="BB5708"/>
                </a:solidFill>
                <a:latin typeface="Montserrat" pitchFamily="2" charset="-52"/>
              </a:rPr>
              <a:t>Manhattan = 6</a:t>
            </a:r>
          </a:p>
          <a:p>
            <a:r>
              <a:rPr lang="ru-RU" sz="2500" b="1">
                <a:solidFill>
                  <a:srgbClr val="BB5708"/>
                </a:solidFill>
                <a:latin typeface="Montserrat" pitchFamily="2" charset="-52"/>
              </a:rPr>
              <a:t>По горизонтали и вертикали</a:t>
            </a:r>
          </a:p>
        </p:txBody>
      </p:sp>
      <p:sp>
        <p:nvSpPr>
          <p:cNvPr id="57" name="compare_euclidean">
            <a:extLst>
              <a:ext uri="{FF2B5EF4-FFF2-40B4-BE49-F238E27FC236}">
                <a16:creationId xmlns:a16="http://schemas.microsoft.com/office/drawing/2014/main" id="{325F6525-12E8-4F1F-BAAC-B518E06E0EAC}"/>
              </a:ext>
            </a:extLst>
          </p:cNvPr>
          <p:cNvSpPr txBox="1"/>
          <p:nvPr/>
        </p:nvSpPr>
        <p:spPr bwMode="auto">
          <a:xfrm>
            <a:off x="6286500" y="3238499"/>
            <a:ext cx="5397500" cy="889000"/>
          </a:xfrm>
          <a:prstGeom prst="rect">
            <a:avLst/>
          </a:prstGeom>
        </p:spPr>
        <p:txBody>
          <a:bodyPr vert="horz" wrap="square" lIns="0" tIns="0" rIns="0" bIns="0" rtlCol="0">
            <a:noAutofit/>
          </a:bodyPr>
          <a:lstStyle/>
          <a:p>
            <a:r>
              <a:rPr lang="en-US" sz="2500" b="1">
                <a:solidFill>
                  <a:srgbClr val="2454A5"/>
                </a:solidFill>
                <a:latin typeface="Montserrat" pitchFamily="2" charset="-52"/>
              </a:rPr>
              <a:t>Euclidean ≈ 4,47</a:t>
            </a:r>
          </a:p>
          <a:p>
            <a:r>
              <a:rPr lang="ru-RU" sz="2500" b="1">
                <a:solidFill>
                  <a:srgbClr val="2454A5"/>
                </a:solidFill>
                <a:latin typeface="Montserrat" pitchFamily="2" charset="-52"/>
              </a:rPr>
              <a:t>По прямой</a:t>
            </a:r>
          </a:p>
        </p:txBody>
      </p:sp>
      <p:sp>
        <p:nvSpPr>
          <p:cNvPr id="58" name="compare_model">
            <a:extLst>
              <a:ext uri="{FF2B5EF4-FFF2-40B4-BE49-F238E27FC236}">
                <a16:creationId xmlns:a16="http://schemas.microsoft.com/office/drawing/2014/main" id="{7BB523BC-4DF2-4612-B933-885365942D51}"/>
              </a:ext>
            </a:extLst>
          </p:cNvPr>
          <p:cNvSpPr txBox="1"/>
          <p:nvPr/>
        </p:nvSpPr>
        <p:spPr bwMode="auto">
          <a:xfrm>
            <a:off x="6286500" y="4444999"/>
            <a:ext cx="5397500" cy="1168400"/>
          </a:xfrm>
          <a:prstGeom prst="rect">
            <a:avLst/>
          </a:prstGeom>
        </p:spPr>
        <p:txBody>
          <a:bodyPr vert="horz" wrap="square" lIns="0" tIns="0" rIns="0" bIns="0" rtlCol="0">
            <a:noAutofit/>
          </a:bodyPr>
          <a:lstStyle/>
          <a:p>
            <a:r>
              <a:rPr lang="ru-RU" sz="2200">
                <a:solidFill>
                  <a:srgbClr val="352379"/>
                </a:solidFill>
                <a:latin typeface="Montserrat" pitchFamily="2" charset="-52"/>
              </a:rPr>
              <a:t>Движение: 4 направления.</a:t>
            </a:r>
          </a:p>
          <a:p>
            <a:r>
              <a:rPr lang="ru-RU" sz="2200">
                <a:solidFill>
                  <a:srgbClr val="352379"/>
                </a:solidFill>
                <a:latin typeface="Montserrat" pitchFamily="2" charset="-52"/>
              </a:rPr>
              <a:t>Стены и цены клеток</a:t>
            </a:r>
          </a:p>
          <a:p>
            <a:r>
              <a:rPr lang="ru-RU" sz="2200">
                <a:solidFill>
                  <a:srgbClr val="352379"/>
                </a:solidFill>
                <a:latin typeface="Montserrat" pitchFamily="2" charset="-52"/>
              </a:rPr>
              <a:t>в оценки не входят.</a:t>
            </a:r>
          </a:p>
        </p:txBody>
      </p:sp>
      <p:sp>
        <p:nvSpPr>
          <p:cNvPr id="59" name="compare_legend">
            <a:extLst>
              <a:ext uri="{FF2B5EF4-FFF2-40B4-BE49-F238E27FC236}">
                <a16:creationId xmlns:a16="http://schemas.microsoft.com/office/drawing/2014/main" id="{DE8431A4-7CDF-4B36-B9A9-BF79F7129390}"/>
              </a:ext>
            </a:extLst>
          </p:cNvPr>
          <p:cNvSpPr txBox="1"/>
          <p:nvPr/>
        </p:nvSpPr>
        <p:spPr bwMode="auto">
          <a:xfrm>
            <a:off x="889000" y="5118099"/>
            <a:ext cx="5334000" cy="558800"/>
          </a:xfrm>
          <a:prstGeom prst="rect">
            <a:avLst/>
          </a:prstGeom>
        </p:spPr>
        <p:txBody>
          <a:bodyPr vert="horz" wrap="square" lIns="0" tIns="0" rIns="0" bIns="0" rtlCol="0">
            <a:noAutofit/>
          </a:bodyPr>
          <a:lstStyle/>
          <a:p>
            <a:r>
              <a:rPr lang="ru-RU" sz="1700">
                <a:solidFill>
                  <a:srgbClr val="352379"/>
                </a:solidFill>
                <a:latin typeface="Montserrat" pitchFamily="2" charset="-52"/>
              </a:rPr>
              <a:t>Оранжевый: по осям. Синий: по прямой.</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992"/>
          <p:cNvSpPr txBox="1"/>
          <p:nvPr/>
        </p:nvSpPr>
        <p:spPr>
          <a:xfrm>
            <a:off x="482600" y="673100"/>
            <a:ext cx="11226800" cy="482889"/>
          </a:xfrm>
          <a:prstGeom prst="rect">
            <a:avLst/>
          </a:prstGeom>
          <a:noFill/>
          <a:effectLst/>
        </p:spPr>
        <p:txBody>
          <a:bodyPr wrap="square" lIns="0" tIns="0" rIns="0" bIns="0">
            <a:spAutoFit/>
          </a:bodyPr>
          <a:lstStyle/>
          <a:p>
            <a:pPr algn="l">
              <a:lnSpc>
                <a:spcPct val="112000"/>
              </a:lnSpc>
              <a:spcBef>
                <a:spcPts val="0"/>
              </a:spcBef>
              <a:spcAft>
                <a:spcPts val="0"/>
              </a:spcAft>
            </a:pPr>
            <a:r>
              <a:rPr lang="ru-RU" sz="3000" b="1">
                <a:solidFill>
                  <a:srgbClr val="352379"/>
                </a:solidFill>
                <a:latin typeface="Montserrat"/>
              </a:rPr>
              <a:t>Вычислите две эвристические оценки</a:t>
            </a:r>
            <a:endParaRPr sz="3000" b="1">
              <a:solidFill>
                <a:srgbClr val="352379"/>
              </a:solidFill>
              <a:latin typeface="Montserrat"/>
            </a:endParaRPr>
          </a:p>
        </p:txBody>
      </p:sp>
      <p:sp>
        <p:nvSpPr>
          <p:cNvPr id="12" name="obj_993"/>
          <p:cNvSpPr txBox="1"/>
          <p:nvPr/>
        </p:nvSpPr>
        <p:spPr>
          <a:xfrm>
            <a:off x="660400" y="6019800"/>
            <a:ext cx="10871200" cy="289759"/>
          </a:xfrm>
          <a:prstGeom prst="rect">
            <a:avLst/>
          </a:prstGeom>
          <a:noFill/>
          <a:effectLst/>
        </p:spPr>
        <p:txBody>
          <a:bodyPr wrap="square" lIns="0" tIns="0" rIns="0" bIns="0">
            <a:spAutoFit/>
          </a:bodyPr>
          <a:lstStyle/>
          <a:p>
            <a:pPr algn="l">
              <a:lnSpc>
                <a:spcPct val="112000"/>
              </a:lnSpc>
              <a:spcBef>
                <a:spcPts val="0"/>
              </a:spcBef>
              <a:spcAft>
                <a:spcPts val="0"/>
              </a:spcAft>
            </a:pPr>
            <a:r>
              <a:rPr lang="ru-RU" sz="1800" b="0">
                <a:solidFill>
                  <a:srgbClr val="FFFFFF"/>
                </a:solidFill>
                <a:latin typeface="Montserrat"/>
              </a:rPr>
              <a:t>Сначала ответ аудитории, затем разности координат и обе оценки</a:t>
            </a:r>
            <a:endParaRPr sz="1800" b="0">
              <a:solidFill>
                <a:srgbClr val="FFFFFF"/>
              </a:solidFill>
              <a:latin typeface="Montserrat"/>
            </a:endParaRPr>
          </a:p>
        </p:txBody>
      </p:sp>
      <p:sp>
        <p:nvSpPr>
          <p:cNvPr id="46" name="obj_1028"/>
          <p:cNvSpPr txBox="1"/>
          <p:nvPr/>
        </p:nvSpPr>
        <p:spPr>
          <a:xfrm>
            <a:off x="6604000" y="2082799"/>
            <a:ext cx="5080000" cy="825500"/>
          </a:xfrm>
          <a:prstGeom prst="rect">
            <a:avLst/>
          </a:prstGeom>
          <a:noFill/>
          <a:effectLst/>
        </p:spPr>
        <p:txBody>
          <a:bodyPr wrap="square" lIns="0" tIns="0" rIns="0" bIns="0">
            <a:spAutoFit/>
          </a:bodyPr>
          <a:lstStyle/>
          <a:p>
            <a:pPr algn="l">
              <a:lnSpc>
                <a:spcPct val="112000"/>
              </a:lnSpc>
              <a:spcBef>
                <a:spcPts val="0"/>
              </a:spcBef>
              <a:spcAft>
                <a:spcPts val="0"/>
              </a:spcAft>
            </a:pPr>
            <a:r>
              <a:rPr lang="el-GR" sz="2800" b="1">
                <a:solidFill>
                  <a:srgbClr val="352379"/>
                </a:solidFill>
                <a:latin typeface="Montserrat"/>
              </a:rPr>
              <a:t>|Δ</a:t>
            </a:r>
            <a:r>
              <a:rPr lang="en-US" sz="2800" b="1">
                <a:solidFill>
                  <a:srgbClr val="352379"/>
                </a:solidFill>
                <a:latin typeface="Montserrat"/>
              </a:rPr>
              <a:t>x| = 6,  |</a:t>
            </a:r>
            <a:r>
              <a:rPr lang="el-GR" sz="2800" b="1">
                <a:solidFill>
                  <a:srgbClr val="352379"/>
                </a:solidFill>
                <a:latin typeface="Montserrat"/>
              </a:rPr>
              <a:t>Δ</a:t>
            </a:r>
            <a:r>
              <a:rPr lang="en-US" sz="2800" b="1">
                <a:solidFill>
                  <a:srgbClr val="352379"/>
                </a:solidFill>
                <a:latin typeface="Montserrat"/>
              </a:rPr>
              <a:t>y| = 4</a:t>
            </a:r>
            <a:endParaRPr sz="2800" b="1">
              <a:solidFill>
                <a:srgbClr val="352379"/>
              </a:solidFill>
              <a:latin typeface="Montserrat"/>
            </a:endParaRPr>
          </a:p>
        </p:txBody>
      </p:sp>
      <p:sp>
        <p:nvSpPr>
          <p:cNvPr id="47" name="obj_1029"/>
          <p:cNvSpPr txBox="1"/>
          <p:nvPr/>
        </p:nvSpPr>
        <p:spPr>
          <a:xfrm>
            <a:off x="6604000" y="3301999"/>
            <a:ext cx="5080000" cy="952500"/>
          </a:xfrm>
          <a:prstGeom prst="rect">
            <a:avLst/>
          </a:prstGeom>
          <a:noFill/>
          <a:effectLst/>
        </p:spPr>
        <p:txBody>
          <a:bodyPr wrap="square" lIns="0" tIns="0" rIns="0" bIns="0">
            <a:spAutoFit/>
          </a:bodyPr>
          <a:lstStyle/>
          <a:p>
            <a:pPr algn="l">
              <a:lnSpc>
                <a:spcPct val="112000"/>
              </a:lnSpc>
              <a:spcBef>
                <a:spcPts val="0"/>
              </a:spcBef>
              <a:spcAft>
                <a:spcPts val="0"/>
              </a:spcAft>
            </a:pPr>
            <a:r>
              <a:rPr lang="en-US" sz="2700" b="1">
                <a:solidFill>
                  <a:srgbClr val="352379"/>
                </a:solidFill>
                <a:latin typeface="Montserrat"/>
              </a:rPr>
              <a:t>Manhattan = 6 + 4 = 10</a:t>
            </a:r>
            <a:endParaRPr sz="2700" b="1">
              <a:solidFill>
                <a:srgbClr val="352379"/>
              </a:solidFill>
              <a:latin typeface="Montserrat"/>
            </a:endParaRPr>
          </a:p>
        </p:txBody>
      </p:sp>
      <p:sp>
        <p:nvSpPr>
          <p:cNvPr id="48" name="obj_1030"/>
          <p:cNvSpPr txBox="1"/>
          <p:nvPr/>
        </p:nvSpPr>
        <p:spPr>
          <a:xfrm>
            <a:off x="6604000" y="4508500"/>
            <a:ext cx="5080000" cy="1117600"/>
          </a:xfrm>
          <a:prstGeom prst="rect">
            <a:avLst/>
          </a:prstGeom>
          <a:noFill/>
          <a:effectLst/>
        </p:spPr>
        <p:txBody>
          <a:bodyPr wrap="square" lIns="0" tIns="0" rIns="0" bIns="0">
            <a:spAutoFit/>
          </a:bodyPr>
          <a:lstStyle/>
          <a:p>
            <a:pPr algn="l">
              <a:lnSpc>
                <a:spcPct val="112000"/>
              </a:lnSpc>
              <a:spcBef>
                <a:spcPts val="0"/>
              </a:spcBef>
              <a:spcAft>
                <a:spcPts val="0"/>
              </a:spcAft>
            </a:pPr>
            <a:r>
              <a:rPr lang="en-US" sz="2700" b="1">
                <a:solidFill>
                  <a:srgbClr val="352379"/>
                </a:solidFill>
                <a:latin typeface="Montserrat"/>
              </a:rPr>
              <a:t>Euclidean = √(6² + 4²)</a:t>
            </a:r>
          </a:p>
          <a:p>
            <a:pPr algn="l">
              <a:lnSpc>
                <a:spcPct val="112000"/>
              </a:lnSpc>
              <a:spcBef>
                <a:spcPts val="0"/>
              </a:spcBef>
              <a:spcAft>
                <a:spcPts val="0"/>
              </a:spcAft>
            </a:pPr>
            <a:r>
              <a:rPr lang="en-US" sz="2700" b="1">
                <a:solidFill>
                  <a:srgbClr val="352379"/>
                </a:solidFill>
                <a:latin typeface="Montserrat"/>
              </a:rPr>
              <a:t>= √52 ≈ 7,21</a:t>
            </a:r>
            <a:endParaRPr sz="2700" b="1">
              <a:solidFill>
                <a:srgbClr val="352379"/>
              </a:solidFill>
              <a:latin typeface="Montserrat"/>
            </a:endParaRPr>
          </a:p>
        </p:txBody>
      </p:sp>
      <p:sp>
        <p:nvSpPr>
          <p:cNvPr id="3" name="exercise_task">
            <a:extLst>
              <a:ext uri="{FF2B5EF4-FFF2-40B4-BE49-F238E27FC236}">
                <a16:creationId xmlns:a16="http://schemas.microsoft.com/office/drawing/2014/main" id="{A9B26321-B429-4C89-AD6D-F0C8E58F9AB1}"/>
              </a:ext>
            </a:extLst>
          </p:cNvPr>
          <p:cNvSpPr txBox="1"/>
          <p:nvPr/>
        </p:nvSpPr>
        <p:spPr bwMode="auto">
          <a:xfrm>
            <a:off x="825500" y="2070099"/>
            <a:ext cx="5334000" cy="3048000"/>
          </a:xfrm>
          <a:prstGeom prst="rect">
            <a:avLst/>
          </a:prstGeom>
        </p:spPr>
        <p:txBody>
          <a:bodyPr vert="horz" wrap="square" lIns="0" tIns="0" rIns="0" bIns="0" rtlCol="0">
            <a:noAutofit/>
          </a:bodyPr>
          <a:lstStyle/>
          <a:p>
            <a:r>
              <a:rPr lang="ru-RU" sz="2700">
                <a:solidFill>
                  <a:srgbClr val="352379"/>
                </a:solidFill>
                <a:latin typeface="Montserrat" pitchFamily="2" charset="-52"/>
              </a:rPr>
              <a:t>Текущая точка </a:t>
            </a:r>
            <a:r>
              <a:rPr lang="en-US" sz="2700">
                <a:solidFill>
                  <a:srgbClr val="352379"/>
                </a:solidFill>
                <a:latin typeface="Montserrat" pitchFamily="2" charset="-52"/>
              </a:rPr>
              <a:t>n = (2, 3)</a:t>
            </a:r>
          </a:p>
          <a:p>
            <a:endParaRPr lang="en-US" sz="2700">
              <a:solidFill>
                <a:srgbClr val="352379"/>
              </a:solidFill>
              <a:latin typeface="Montserrat" pitchFamily="2" charset="-52"/>
            </a:endParaRPr>
          </a:p>
          <a:p>
            <a:r>
              <a:rPr lang="ru-RU" sz="2700">
                <a:solidFill>
                  <a:srgbClr val="352379"/>
                </a:solidFill>
                <a:latin typeface="Montserrat" pitchFamily="2" charset="-52"/>
              </a:rPr>
              <a:t>Цель </a:t>
            </a:r>
            <a:r>
              <a:rPr lang="en-US" sz="2700">
                <a:solidFill>
                  <a:srgbClr val="352379"/>
                </a:solidFill>
                <a:latin typeface="Montserrat" pitchFamily="2" charset="-52"/>
              </a:rPr>
              <a:t>G = (8, 7)</a:t>
            </a:r>
          </a:p>
          <a:p>
            <a:endParaRPr lang="en-US" sz="2700">
              <a:solidFill>
                <a:srgbClr val="352379"/>
              </a:solidFill>
              <a:latin typeface="Montserrat" pitchFamily="2" charset="-52"/>
            </a:endParaRPr>
          </a:p>
          <a:p>
            <a:r>
              <a:rPr lang="ru-RU" sz="2700">
                <a:solidFill>
                  <a:srgbClr val="352379"/>
                </a:solidFill>
                <a:latin typeface="Montserrat" pitchFamily="2" charset="-52"/>
              </a:rPr>
              <a:t>Найдите </a:t>
            </a:r>
            <a:r>
              <a:rPr lang="en-US" sz="2700">
                <a:solidFill>
                  <a:srgbClr val="352379"/>
                </a:solidFill>
                <a:latin typeface="Montserrat" pitchFamily="2" charset="-52"/>
              </a:rPr>
              <a:t>Manhattan</a:t>
            </a:r>
          </a:p>
          <a:p>
            <a:r>
              <a:rPr lang="ru-RU" sz="2700">
                <a:solidFill>
                  <a:srgbClr val="352379"/>
                </a:solidFill>
                <a:latin typeface="Montserrat" pitchFamily="2" charset="-52"/>
              </a:rPr>
              <a:t>и </a:t>
            </a:r>
            <a:r>
              <a:rPr lang="en-US" sz="2700">
                <a:solidFill>
                  <a:srgbClr val="352379"/>
                </a:solidFill>
                <a:latin typeface="Montserrat" pitchFamily="2" charset="-52"/>
              </a:rPr>
              <a:t>Euclidean.</a:t>
            </a:r>
            <a:endParaRPr lang="ru-RU" sz="2700">
              <a:solidFill>
                <a:srgbClr val="352379"/>
              </a:solidFill>
              <a:latin typeface="Montserrat" pitchFamily="2" charset="-5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119"/>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19"/>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16</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03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Жадный выбор: минимальное h</a:t>
            </a:r>
          </a:p>
        </p:txBody>
      </p:sp>
      <p:sp>
        <p:nvSpPr>
          <p:cNvPr id="12" name="obj_103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Greedy Best-First Search выбирает минимум h среди OPEN</a:t>
            </a:r>
          </a:p>
        </p:txBody>
      </p:sp>
      <p:graphicFrame>
        <p:nvGraphicFramePr>
          <p:cNvPr id="13" name="obj_1033"/>
          <p:cNvGraphicFramePr>
            <a:graphicFrameLocks noGrp="1"/>
          </p:cNvGraphicFramePr>
          <p:nvPr/>
        </p:nvGraphicFramePr>
        <p:xfrm>
          <a:off x="1079500" y="2197100"/>
          <a:ext cx="10033000" cy="28448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5207000">
                  <a:extLst>
                    <a:ext uri="{9D8B030D-6E8A-4147-A177-3AD203B41FA5}">
                      <a16:colId xmlns:a16="http://schemas.microsoft.com/office/drawing/2014/main" val="20002"/>
                    </a:ext>
                  </a:extLst>
                </a:gridCol>
              </a:tblGrid>
              <a:tr h="711200">
                <a:tc>
                  <a:txBody>
                    <a:bodyPr/>
                    <a:lstStyle/>
                    <a:p>
                      <a:pPr>
                        <a:spcAft>
                          <a:spcPts val="0"/>
                        </a:spcAft>
                      </a:pPr>
                      <a:r>
                        <a:rPr sz="25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Причина</a:t>
                      </a:r>
                    </a:p>
                  </a:txBody>
                  <a:tcPr marL="88900" marR="63500" marT="50800" marB="38100" anchor="ctr">
                    <a:solidFill>
                      <a:srgbClr val="352379"/>
                    </a:solidFill>
                  </a:tcPr>
                </a:tc>
                <a:extLst>
                  <a:ext uri="{0D108BD9-81ED-4DB2-BD59-A6C34878D82A}">
                    <a16:rowId xmlns:a16="http://schemas.microsoft.com/office/drawing/2014/main" val="10000"/>
                  </a:ext>
                </a:extLst>
              </a:tr>
              <a:tr h="711200">
                <a:tc>
                  <a:txBody>
                    <a:bodyPr/>
                    <a:lstStyle/>
                    <a:p>
                      <a:pPr>
                        <a:spcAft>
                          <a:spcPts val="0"/>
                        </a:spcAft>
                      </a:pPr>
                      <a:r>
                        <a:rPr sz="2500" b="0">
                          <a:solidFill>
                            <a:srgbClr val="352379"/>
                          </a:solidFill>
                          <a:latin typeface="Montserrat"/>
                        </a:rPr>
                        <a:t>(4,5)</a:t>
                      </a:r>
                    </a:p>
                  </a:txBody>
                  <a:tcPr marL="88900" marR="63500" marT="50800" marB="38100" anchor="ctr">
                    <a:solidFill>
                      <a:srgbClr val="FFF0DA"/>
                    </a:solidFill>
                  </a:tcPr>
                </a:tc>
                <a:tc>
                  <a:txBody>
                    <a:bodyPr/>
                    <a:lstStyle/>
                    <a:p>
                      <a:pPr>
                        <a:spcAft>
                          <a:spcPts val="0"/>
                        </a:spcAft>
                      </a:pPr>
                      <a:r>
                        <a:rPr sz="2500" b="0">
                          <a:solidFill>
                            <a:srgbClr val="352379"/>
                          </a:solidFill>
                          <a:latin typeface="Montserrat"/>
                        </a:rPr>
                        <a:t>9</a:t>
                      </a:r>
                    </a:p>
                  </a:txBody>
                  <a:tcPr marL="88900" marR="63500" marT="50800" marB="38100" anchor="ctr">
                    <a:solidFill>
                      <a:srgbClr val="FFF0DA"/>
                    </a:solidFill>
                  </a:tcPr>
                </a:tc>
                <a:tc>
                  <a:txBody>
                    <a:bodyPr/>
                    <a:lstStyle/>
                    <a:p>
                      <a:pPr>
                        <a:spcAft>
                          <a:spcPts val="0"/>
                        </a:spcAft>
                      </a:pPr>
                      <a:r>
                        <a:rPr sz="2500" b="0">
                          <a:solidFill>
                            <a:srgbClr val="352379"/>
                          </a:solidFill>
                          <a:latin typeface="Montserrat"/>
                        </a:rPr>
                        <a:t>Ближе по оценке</a:t>
                      </a:r>
                    </a:p>
                  </a:txBody>
                  <a:tcPr marL="88900" marR="63500" marT="50800" marB="38100" anchor="ctr">
                    <a:solidFill>
                      <a:srgbClr val="FFF0DA"/>
                    </a:solidFill>
                  </a:tcPr>
                </a:tc>
                <a:extLst>
                  <a:ext uri="{0D108BD9-81ED-4DB2-BD59-A6C34878D82A}">
                    <a16:rowId xmlns:a16="http://schemas.microsoft.com/office/drawing/2014/main" val="10001"/>
                  </a:ext>
                </a:extLst>
              </a:tr>
              <a:tr h="711200">
                <a:tc>
                  <a:txBody>
                    <a:bodyPr/>
                    <a:lstStyle/>
                    <a:p>
                      <a:pPr>
                        <a:spcAft>
                          <a:spcPts val="0"/>
                        </a:spcAft>
                      </a:pPr>
                      <a:r>
                        <a:rPr sz="25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Дальше по оценке</a:t>
                      </a:r>
                    </a:p>
                  </a:txBody>
                  <a:tcPr marL="88900" marR="63500" marT="50800" marB="38100" anchor="ctr">
                    <a:solidFill>
                      <a:srgbClr val="FFFFFF"/>
                    </a:solidFill>
                  </a:tcPr>
                </a:tc>
                <a:extLst>
                  <a:ext uri="{0D108BD9-81ED-4DB2-BD59-A6C34878D82A}">
                    <a16:rowId xmlns:a16="http://schemas.microsoft.com/office/drawing/2014/main" val="10002"/>
                  </a:ext>
                </a:extLst>
              </a:tr>
              <a:tr h="711200">
                <a:tc>
                  <a:txBody>
                    <a:bodyPr/>
                    <a:lstStyle/>
                    <a:p>
                      <a:pPr>
                        <a:spcAft>
                          <a:spcPts val="0"/>
                        </a:spcAft>
                      </a:pPr>
                      <a:r>
                        <a:rPr sz="25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Дальше по оценке</a:t>
                      </a:r>
                    </a:p>
                  </a:txBody>
                  <a:tcPr marL="88900" marR="63500" marT="50800" marB="38100" anchor="ctr">
                    <a:solidFill>
                      <a:srgbClr val="F6F3FA"/>
                    </a:solidFill>
                  </a:tcPr>
                </a:tc>
                <a:extLst>
                  <a:ext uri="{0D108BD9-81ED-4DB2-BD59-A6C34878D82A}">
                    <a16:rowId xmlns:a16="http://schemas.microsoft.com/office/drawing/2014/main" val="10003"/>
                  </a:ext>
                </a:extLst>
              </a:tr>
            </a:tbl>
          </a:graphicData>
        </a:graphic>
      </p:graphicFrame>
      <p:sp>
        <p:nvSpPr>
          <p:cNvPr id="14" name="obj_1034"/>
          <p:cNvSpPr txBox="1"/>
          <p:nvPr/>
        </p:nvSpPr>
        <p:spPr>
          <a:xfrm>
            <a:off x="1079500" y="4991100"/>
            <a:ext cx="10033000" cy="5588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Выбираем (4,5), хотя это болото.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17</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035"/>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начальное состояние</a:t>
            </a:r>
          </a:p>
        </p:txBody>
      </p:sp>
      <p:sp>
        <p:nvSpPr>
          <p:cNvPr id="12" name="obj_1036"/>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 OPEN находится только S с h(S)=12</a:t>
            </a:r>
          </a:p>
        </p:txBody>
      </p:sp>
      <p:grpSp>
        <p:nvGrpSpPr>
          <p:cNvPr id="2" name="greedy_init"/>
          <p:cNvGrpSpPr/>
          <p:nvPr/>
        </p:nvGrpSpPr>
        <p:grpSpPr>
          <a:xfrm>
            <a:off x="698500" y="2133600"/>
            <a:ext cx="4292600" cy="3619500"/>
            <a:chOff x="698500" y="2133600"/>
            <a:chExt cx="4292600" cy="3619500"/>
          </a:xfrm>
        </p:grpSpPr>
        <p:sp>
          <p:nvSpPr>
            <p:cNvPr id="13" name="obj_1038"/>
            <p:cNvSpPr/>
            <p:nvPr/>
          </p:nvSpPr>
          <p:spPr>
            <a:xfrm>
              <a:off x="698500" y="2133600"/>
              <a:ext cx="4292600" cy="3619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039"/>
            <p:cNvSpPr/>
            <p:nvPr/>
          </p:nvSpPr>
          <p:spPr>
            <a:xfrm>
              <a:off x="10160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040"/>
            <p:cNvSpPr/>
            <p:nvPr/>
          </p:nvSpPr>
          <p:spPr>
            <a:xfrm>
              <a:off x="16637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041"/>
            <p:cNvSpPr/>
            <p:nvPr/>
          </p:nvSpPr>
          <p:spPr>
            <a:xfrm>
              <a:off x="23114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042"/>
            <p:cNvSpPr/>
            <p:nvPr/>
          </p:nvSpPr>
          <p:spPr>
            <a:xfrm>
              <a:off x="29591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043"/>
            <p:cNvSpPr/>
            <p:nvPr/>
          </p:nvSpPr>
          <p:spPr>
            <a:xfrm>
              <a:off x="36068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044"/>
            <p:cNvSpPr/>
            <p:nvPr/>
          </p:nvSpPr>
          <p:spPr>
            <a:xfrm>
              <a:off x="42545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045"/>
            <p:cNvSpPr/>
            <p:nvPr/>
          </p:nvSpPr>
          <p:spPr>
            <a:xfrm>
              <a:off x="10160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046"/>
            <p:cNvSpPr/>
            <p:nvPr/>
          </p:nvSpPr>
          <p:spPr>
            <a:xfrm>
              <a:off x="16637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047"/>
            <p:cNvSpPr/>
            <p:nvPr/>
          </p:nvSpPr>
          <p:spPr>
            <a:xfrm>
              <a:off x="23114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048"/>
            <p:cNvSpPr/>
            <p:nvPr/>
          </p:nvSpPr>
          <p:spPr>
            <a:xfrm>
              <a:off x="29591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049"/>
            <p:cNvSpPr/>
            <p:nvPr/>
          </p:nvSpPr>
          <p:spPr>
            <a:xfrm>
              <a:off x="3606800" y="30607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050"/>
            <p:cNvSpPr txBox="1"/>
            <p:nvPr/>
          </p:nvSpPr>
          <p:spPr>
            <a:xfrm>
              <a:off x="3619500" y="31837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26" name="obj_1051"/>
            <p:cNvSpPr/>
            <p:nvPr/>
          </p:nvSpPr>
          <p:spPr>
            <a:xfrm>
              <a:off x="4254500" y="30607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052"/>
            <p:cNvSpPr txBox="1"/>
            <p:nvPr/>
          </p:nvSpPr>
          <p:spPr>
            <a:xfrm>
              <a:off x="4267200" y="31837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28" name="obj_1053"/>
            <p:cNvSpPr/>
            <p:nvPr/>
          </p:nvSpPr>
          <p:spPr>
            <a:xfrm>
              <a:off x="10160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054"/>
            <p:cNvSpPr/>
            <p:nvPr/>
          </p:nvSpPr>
          <p:spPr>
            <a:xfrm>
              <a:off x="16637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055"/>
            <p:cNvSpPr/>
            <p:nvPr/>
          </p:nvSpPr>
          <p:spPr>
            <a:xfrm>
              <a:off x="1689100" y="3733800"/>
              <a:ext cx="584200" cy="5842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056"/>
            <p:cNvSpPr/>
            <p:nvPr/>
          </p:nvSpPr>
          <p:spPr>
            <a:xfrm>
              <a:off x="1741424" y="3786124"/>
              <a:ext cx="466344" cy="4663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057"/>
            <p:cNvSpPr txBox="1"/>
            <p:nvPr/>
          </p:nvSpPr>
          <p:spPr>
            <a:xfrm>
              <a:off x="1741424" y="3773170"/>
              <a:ext cx="466344" cy="518160"/>
            </a:xfrm>
            <a:prstGeom prst="rect">
              <a:avLst/>
            </a:prstGeom>
            <a:noFill/>
            <a:effectLst/>
          </p:spPr>
          <p:txBody>
            <a:bodyPr wrap="square" lIns="0" tIns="0" rIns="0" bIns="0">
              <a:spAutoFit/>
            </a:bodyPr>
            <a:lstStyle/>
            <a:p>
              <a:pPr algn="ctr">
                <a:lnSpc>
                  <a:spcPct val="112000"/>
                </a:lnSpc>
                <a:spcBef>
                  <a:spcPts val="0"/>
                </a:spcBef>
                <a:spcAft>
                  <a:spcPts val="0"/>
                </a:spcAft>
              </a:pPr>
              <a:r>
                <a:rPr sz="2703" b="1">
                  <a:solidFill>
                    <a:srgbClr val="FFFFFF"/>
                  </a:solidFill>
                  <a:latin typeface="Montserrat"/>
                </a:rPr>
                <a:t>S</a:t>
              </a:r>
            </a:p>
          </p:txBody>
        </p:sp>
        <p:sp>
          <p:nvSpPr>
            <p:cNvPr id="33" name="obj_1058"/>
            <p:cNvSpPr/>
            <p:nvPr/>
          </p:nvSpPr>
          <p:spPr>
            <a:xfrm>
              <a:off x="23114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059"/>
            <p:cNvSpPr/>
            <p:nvPr/>
          </p:nvSpPr>
          <p:spPr>
            <a:xfrm>
              <a:off x="29591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060"/>
            <p:cNvSpPr/>
            <p:nvPr/>
          </p:nvSpPr>
          <p:spPr>
            <a:xfrm>
              <a:off x="3606800" y="3708400"/>
              <a:ext cx="635000" cy="6350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061"/>
            <p:cNvSpPr txBox="1"/>
            <p:nvPr/>
          </p:nvSpPr>
          <p:spPr>
            <a:xfrm>
              <a:off x="3619500" y="38314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58662C"/>
                  </a:solidFill>
                  <a:latin typeface="Montserrat"/>
                </a:rPr>
                <a:t>∴3</a:t>
              </a:r>
            </a:p>
          </p:txBody>
        </p:sp>
        <p:sp>
          <p:nvSpPr>
            <p:cNvPr id="37" name="obj_1062"/>
            <p:cNvSpPr/>
            <p:nvPr/>
          </p:nvSpPr>
          <p:spPr>
            <a:xfrm>
              <a:off x="4254500" y="3708400"/>
              <a:ext cx="635000" cy="6350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063"/>
            <p:cNvSpPr txBox="1"/>
            <p:nvPr/>
          </p:nvSpPr>
          <p:spPr>
            <a:xfrm>
              <a:off x="4267200" y="38314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58662C"/>
                  </a:solidFill>
                  <a:latin typeface="Montserrat"/>
                </a:rPr>
                <a:t>∴3</a:t>
              </a:r>
            </a:p>
          </p:txBody>
        </p:sp>
        <p:sp>
          <p:nvSpPr>
            <p:cNvPr id="39" name="obj_1064"/>
            <p:cNvSpPr/>
            <p:nvPr/>
          </p:nvSpPr>
          <p:spPr>
            <a:xfrm>
              <a:off x="10160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065"/>
            <p:cNvSpPr/>
            <p:nvPr/>
          </p:nvSpPr>
          <p:spPr>
            <a:xfrm>
              <a:off x="16637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066"/>
            <p:cNvSpPr/>
            <p:nvPr/>
          </p:nvSpPr>
          <p:spPr>
            <a:xfrm>
              <a:off x="23114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067"/>
            <p:cNvSpPr/>
            <p:nvPr/>
          </p:nvSpPr>
          <p:spPr>
            <a:xfrm>
              <a:off x="29591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068"/>
            <p:cNvSpPr/>
            <p:nvPr/>
          </p:nvSpPr>
          <p:spPr>
            <a:xfrm>
              <a:off x="3606800" y="43561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069"/>
            <p:cNvSpPr txBox="1"/>
            <p:nvPr/>
          </p:nvSpPr>
          <p:spPr>
            <a:xfrm>
              <a:off x="3619500" y="44791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45" name="obj_1070"/>
            <p:cNvSpPr/>
            <p:nvPr/>
          </p:nvSpPr>
          <p:spPr>
            <a:xfrm>
              <a:off x="4254500" y="43561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071"/>
            <p:cNvSpPr txBox="1"/>
            <p:nvPr/>
          </p:nvSpPr>
          <p:spPr>
            <a:xfrm>
              <a:off x="4267200" y="44791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47" name="obj_1072"/>
            <p:cNvSpPr/>
            <p:nvPr/>
          </p:nvSpPr>
          <p:spPr>
            <a:xfrm>
              <a:off x="10160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073"/>
            <p:cNvSpPr/>
            <p:nvPr/>
          </p:nvSpPr>
          <p:spPr>
            <a:xfrm>
              <a:off x="16637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074"/>
            <p:cNvSpPr/>
            <p:nvPr/>
          </p:nvSpPr>
          <p:spPr>
            <a:xfrm>
              <a:off x="23114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075"/>
            <p:cNvSpPr/>
            <p:nvPr/>
          </p:nvSpPr>
          <p:spPr>
            <a:xfrm>
              <a:off x="29591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076"/>
            <p:cNvSpPr/>
            <p:nvPr/>
          </p:nvSpPr>
          <p:spPr>
            <a:xfrm>
              <a:off x="36068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077"/>
            <p:cNvSpPr/>
            <p:nvPr/>
          </p:nvSpPr>
          <p:spPr>
            <a:xfrm>
              <a:off x="42545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078"/>
            <p:cNvSpPr txBox="1"/>
            <p:nvPr/>
          </p:nvSpPr>
          <p:spPr>
            <a:xfrm>
              <a:off x="10160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4" name="obj_1079"/>
            <p:cNvSpPr txBox="1"/>
            <p:nvPr/>
          </p:nvSpPr>
          <p:spPr>
            <a:xfrm>
              <a:off x="16637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5" name="obj_1080"/>
            <p:cNvSpPr txBox="1"/>
            <p:nvPr/>
          </p:nvSpPr>
          <p:spPr>
            <a:xfrm>
              <a:off x="23114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6" name="obj_1081"/>
            <p:cNvSpPr txBox="1"/>
            <p:nvPr/>
          </p:nvSpPr>
          <p:spPr>
            <a:xfrm>
              <a:off x="29591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7" name="obj_1082"/>
            <p:cNvSpPr txBox="1"/>
            <p:nvPr/>
          </p:nvSpPr>
          <p:spPr>
            <a:xfrm>
              <a:off x="36068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8" name="obj_1083"/>
            <p:cNvSpPr txBox="1"/>
            <p:nvPr/>
          </p:nvSpPr>
          <p:spPr>
            <a:xfrm>
              <a:off x="42545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59" name="obj_1084"/>
            <p:cNvSpPr txBox="1"/>
            <p:nvPr/>
          </p:nvSpPr>
          <p:spPr>
            <a:xfrm>
              <a:off x="698500" y="25295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0" name="obj_1085"/>
            <p:cNvSpPr txBox="1"/>
            <p:nvPr/>
          </p:nvSpPr>
          <p:spPr>
            <a:xfrm>
              <a:off x="698500" y="31772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1" name="obj_1086"/>
            <p:cNvSpPr txBox="1"/>
            <p:nvPr/>
          </p:nvSpPr>
          <p:spPr>
            <a:xfrm>
              <a:off x="698500" y="38249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2" name="obj_1087"/>
            <p:cNvSpPr txBox="1"/>
            <p:nvPr/>
          </p:nvSpPr>
          <p:spPr>
            <a:xfrm>
              <a:off x="698500" y="44726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3" name="obj_1088"/>
            <p:cNvSpPr txBox="1"/>
            <p:nvPr/>
          </p:nvSpPr>
          <p:spPr>
            <a:xfrm>
              <a:off x="698500" y="51203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graphicFrame>
        <p:nvGraphicFramePr>
          <p:cNvPr id="64" name="obj_1089"/>
          <p:cNvGraphicFramePr>
            <a:graphicFrameLocks noGrp="1"/>
          </p:cNvGraphicFramePr>
          <p:nvPr/>
        </p:nvGraphicFramePr>
        <p:xfrm>
          <a:off x="7239000" y="2311400"/>
          <a:ext cx="4191000" cy="13716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tblGrid>
              <a:tr h="685800">
                <a:tc>
                  <a:txBody>
                    <a:bodyPr/>
                    <a:lstStyle/>
                    <a:p>
                      <a:pPr>
                        <a:spcAft>
                          <a:spcPts val="0"/>
                        </a:spcAft>
                      </a:pPr>
                      <a:r>
                        <a:rPr sz="26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6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685800">
                <a:tc>
                  <a:txBody>
                    <a:bodyPr/>
                    <a:lstStyle/>
                    <a:p>
                      <a:pPr>
                        <a:spcAft>
                          <a:spcPts val="0"/>
                        </a:spcAft>
                      </a:pPr>
                      <a:r>
                        <a:rPr sz="2600" b="0">
                          <a:solidFill>
                            <a:srgbClr val="352379"/>
                          </a:solidFill>
                          <a:latin typeface="Montserrat"/>
                        </a:rPr>
                        <a:t>(1,5)</a:t>
                      </a:r>
                    </a:p>
                  </a:txBody>
                  <a:tcPr marL="88900" marR="63500" marT="50800" marB="38100" anchor="ctr">
                    <a:solidFill>
                      <a:srgbClr val="F6F3FA"/>
                    </a:solidFill>
                  </a:tcPr>
                </a:tc>
                <a:tc>
                  <a:txBody>
                    <a:bodyPr/>
                    <a:lstStyle/>
                    <a:p>
                      <a:pPr>
                        <a:spcAft>
                          <a:spcPts val="0"/>
                        </a:spcAft>
                      </a:pPr>
                      <a:r>
                        <a:rPr sz="26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1"/>
                  </a:ext>
                </a:extLst>
              </a:tr>
            </a:tbl>
          </a:graphicData>
        </a:graphic>
      </p:graphicFrame>
      <p:sp>
        <p:nvSpPr>
          <p:cNvPr id="65" name="obj_1090"/>
          <p:cNvSpPr txBox="1"/>
          <p:nvPr/>
        </p:nvSpPr>
        <p:spPr>
          <a:xfrm>
            <a:off x="7239000" y="4140200"/>
            <a:ext cx="4191000" cy="12065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CLOSED = ∅</a:t>
            </a:r>
          </a:p>
          <a:p>
            <a:pPr algn="l">
              <a:lnSpc>
                <a:spcPct val="112000"/>
              </a:lnSpc>
              <a:spcBef>
                <a:spcPts val="0"/>
              </a:spcBef>
              <a:spcAft>
                <a:spcPts val="0"/>
              </a:spcAft>
            </a:pPr>
            <a:r>
              <a:rPr sz="2500" b="0">
                <a:solidFill>
                  <a:srgbClr val="352379"/>
                </a:solidFill>
                <a:latin typeface="Montserrat"/>
              </a:rPr>
              <a:t>В OPEN только 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18</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09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раскрываем соседей S</a:t>
            </a:r>
          </a:p>
        </p:txBody>
      </p:sp>
      <p:sp>
        <p:nvSpPr>
          <p:cNvPr id="12" name="obj_109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Жадный поиск выбирает только h, стоимость пути не задаёт приоритет</a:t>
            </a:r>
          </a:p>
        </p:txBody>
      </p:sp>
      <p:sp>
        <p:nvSpPr>
          <p:cNvPr id="13" name="obj_1093"/>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1095"/>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096"/>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097"/>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098"/>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099"/>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100"/>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101"/>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102"/>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103"/>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104"/>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105"/>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106"/>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107"/>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7" name="obj_1108"/>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109"/>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9" name="obj_1110"/>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111"/>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112"/>
            <p:cNvSpPr/>
            <p:nvPr/>
          </p:nvSpPr>
          <p:spPr>
            <a:xfrm>
              <a:off x="15240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113"/>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114"/>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4" name="obj_1115"/>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116"/>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117"/>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118"/>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8" name="obj_1119"/>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120"/>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0" name="obj_1121"/>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122"/>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123"/>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124"/>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125"/>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126"/>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6" name="obj_1127"/>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128"/>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8" name="obj_1129"/>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130"/>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131"/>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132"/>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133"/>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134"/>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135"/>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5" name="obj_1136"/>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6" name="obj_1137"/>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7" name="obj_1138"/>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8" name="obj_1139"/>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9" name="obj_1140"/>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0" name="obj_1141"/>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1" name="obj_1142"/>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2" name="obj_1143"/>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3" name="obj_1144"/>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4" name="obj_1145"/>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65" name="obj_1146"/>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66" name="open_before"/>
          <p:cNvGraphicFramePr>
            <a:graphicFrameLocks noGrp="1"/>
          </p:cNvGraphicFramePr>
          <p:nvPr/>
        </p:nvGraphicFramePr>
        <p:xfrm>
          <a:off x="6985000" y="1993900"/>
          <a:ext cx="4724400" cy="8636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(1,5)</a:t>
                      </a:r>
                    </a:p>
                  </a:txBody>
                  <a:tcPr marL="88900" marR="63500" marT="50800" marB="38100" anchor="ctr">
                    <a:solidFill>
                      <a:srgbClr val="FFF0DA"/>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FF0DA"/>
                    </a:solidFill>
                  </a:tcPr>
                </a:tc>
                <a:extLst>
                  <a:ext uri="{0D108BD9-81ED-4DB2-BD59-A6C34878D82A}">
                    <a16:rowId xmlns:a16="http://schemas.microsoft.com/office/drawing/2014/main" val="10001"/>
                  </a:ext>
                </a:extLst>
              </a:tr>
            </a:tbl>
          </a:graphicData>
        </a:graphic>
      </p:graphicFrame>
      <p:sp>
        <p:nvSpPr>
          <p:cNvPr id="67" name="obj_1148"/>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0 вершин</a:t>
            </a:r>
          </a:p>
        </p:txBody>
      </p:sp>
      <p:grpSp>
        <p:nvGrpSpPr>
          <p:cNvPr id="3" name="click1_current"/>
          <p:cNvGrpSpPr/>
          <p:nvPr/>
        </p:nvGrpSpPr>
        <p:grpSpPr>
          <a:xfrm>
            <a:off x="685800" y="2095500"/>
            <a:ext cx="5969000" cy="2120900"/>
            <a:chOff x="685800" y="2095500"/>
            <a:chExt cx="5969000" cy="2120900"/>
          </a:xfrm>
        </p:grpSpPr>
        <p:sp>
          <p:nvSpPr>
            <p:cNvPr id="68" name="obj_1150"/>
            <p:cNvSpPr/>
            <p:nvPr/>
          </p:nvSpPr>
          <p:spPr>
            <a:xfrm>
              <a:off x="15113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151"/>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(1,5), h = 12</a:t>
              </a:r>
            </a:p>
          </p:txBody>
        </p:sp>
      </p:grpSp>
      <p:grpSp>
        <p:nvGrpSpPr>
          <p:cNvPr id="4" name="click2_neighbor"/>
          <p:cNvGrpSpPr/>
          <p:nvPr/>
        </p:nvGrpSpPr>
        <p:grpSpPr>
          <a:xfrm>
            <a:off x="1739900" y="3771900"/>
            <a:ext cx="9969500" cy="1168400"/>
            <a:chOff x="1739900" y="3771900"/>
            <a:chExt cx="9969500" cy="1168400"/>
          </a:xfrm>
        </p:grpSpPr>
        <p:sp>
          <p:nvSpPr>
            <p:cNvPr id="70" name="obj_1153"/>
            <p:cNvSpPr/>
            <p:nvPr/>
          </p:nvSpPr>
          <p:spPr>
            <a:xfrm>
              <a:off x="19939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obj_1154"/>
            <p:cNvCxnSpPr/>
            <p:nvPr/>
          </p:nvCxnSpPr>
          <p:spPr>
            <a:xfrm>
              <a:off x="17399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2" name="obj_1155"/>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(2,5). Цена входа: 1.</a:t>
              </a:r>
            </a:p>
          </p:txBody>
        </p:sp>
      </p:grpSp>
      <p:grpSp>
        <p:nvGrpSpPr>
          <p:cNvPr id="5" name="click3_calc"/>
          <p:cNvGrpSpPr/>
          <p:nvPr/>
        </p:nvGrpSpPr>
        <p:grpSpPr>
          <a:xfrm>
            <a:off x="6985000" y="4940300"/>
            <a:ext cx="4724400" cy="546100"/>
            <a:chOff x="6985000" y="4940300"/>
            <a:chExt cx="4724400" cy="546100"/>
          </a:xfrm>
        </p:grpSpPr>
        <p:sp>
          <p:nvSpPr>
            <p:cNvPr id="73" name="obj_1157"/>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h(2,5) = 11</a:t>
              </a:r>
            </a:p>
          </p:txBody>
        </p:sp>
      </p:grpSp>
      <p:grpSp>
        <p:nvGrpSpPr>
          <p:cNvPr id="6" name="click4_map_after"/>
          <p:cNvGrpSpPr/>
          <p:nvPr/>
        </p:nvGrpSpPr>
        <p:grpSpPr>
          <a:xfrm>
            <a:off x="635000" y="2514600"/>
            <a:ext cx="6032500" cy="3187700"/>
            <a:chOff x="635000" y="2514600"/>
            <a:chExt cx="6032500" cy="3187700"/>
          </a:xfrm>
        </p:grpSpPr>
        <p:sp>
          <p:nvSpPr>
            <p:cNvPr id="74" name="obj_1159"/>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160"/>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161"/>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162"/>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163"/>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164"/>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165"/>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166"/>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167"/>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168"/>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169"/>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170"/>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171"/>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172"/>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88" name="obj_1173"/>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174"/>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0" name="obj_1175"/>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176"/>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177"/>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178"/>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179"/>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180"/>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96" name="obj_1181"/>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182"/>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183"/>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184"/>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185"/>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1" name="obj_1186"/>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187"/>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3" name="obj_1188"/>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189"/>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190"/>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191"/>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192"/>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193"/>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194"/>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0" name="obj_1195"/>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196"/>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2" name="obj_1197"/>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198"/>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199"/>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200"/>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201"/>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202"/>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203"/>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19" name="obj_1204"/>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20" name="obj_1205"/>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21" name="obj_1206"/>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22" name="obj_1207"/>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23" name="obj_1208"/>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24" name="obj_1209"/>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25" name="obj_1210"/>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26" name="obj_1211"/>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27" name="obj_1212"/>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28" name="obj_1213"/>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29" name="obj_1214"/>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215"/>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1; добавлена (1,5)</a:t>
              </a:r>
            </a:p>
          </p:txBody>
        </p:sp>
      </p:grpSp>
      <p:graphicFrame>
        <p:nvGraphicFramePr>
          <p:cNvPr id="131"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(2,5)</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32" name="obj_1217"/>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33" name="click4_decision"/>
          <p:cNvGrpSpPr/>
          <p:nvPr/>
        </p:nvGrpSpPr>
        <p:grpSpPr>
          <a:xfrm>
            <a:off x="6985000" y="4241800"/>
            <a:ext cx="4724400" cy="1447800"/>
            <a:chOff x="6985000" y="4241800"/>
            <a:chExt cx="4724400" cy="1447800"/>
          </a:xfrm>
        </p:grpSpPr>
        <p:sp>
          <p:nvSpPr>
            <p:cNvPr id="134" name="obj_1219"/>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1220"/>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(2,5), вход 1.</a:t>
              </a:r>
            </a:p>
          </p:txBody>
        </p:sp>
        <p:sp>
          <p:nvSpPr>
            <p:cNvPr id="136" name="obj_1221"/>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h(2,5) = 11</a:t>
              </a:r>
            </a:p>
          </p:txBody>
        </p:sp>
        <p:sp>
          <p:nvSpPr>
            <p:cNvPr id="137" name="obj_1222"/>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Добавляем (2,5) с h=11.</a:t>
              </a:r>
            </a:p>
            <a:p>
              <a:pPr algn="l">
                <a:lnSpc>
                  <a:spcPct val="112000"/>
                </a:lnSpc>
                <a:spcBef>
                  <a:spcPts val="0"/>
                </a:spcBef>
                <a:spcAft>
                  <a:spcPts val="0"/>
                </a:spcAft>
              </a:pPr>
              <a:r>
                <a:rPr sz="1800" b="1">
                  <a:solidFill>
                    <a:srgbClr val="352379"/>
                  </a:solidFill>
                  <a:latin typeface="Montserrat"/>
                </a:rPr>
                <a:t>Следующий минимум: (2,5).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6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6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1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19</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223"/>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выбираем (2,5)</a:t>
            </a:r>
          </a:p>
        </p:txBody>
      </p:sp>
      <p:sp>
        <p:nvSpPr>
          <p:cNvPr id="12" name="obj_1224"/>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Жадный поиск выбирает только h, стоимость пути не задаёт приоритет</a:t>
            </a:r>
          </a:p>
        </p:txBody>
      </p:sp>
      <p:sp>
        <p:nvSpPr>
          <p:cNvPr id="13" name="obj_1225"/>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1227"/>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228"/>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229"/>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230"/>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231"/>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232"/>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233"/>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234"/>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235"/>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236"/>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237"/>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238"/>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239"/>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240"/>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1241"/>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242"/>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0" name="obj_1243"/>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244"/>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245"/>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246"/>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247"/>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248"/>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6" name="obj_1249"/>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250"/>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251"/>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252"/>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253"/>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1" name="obj_1254"/>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255"/>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3" name="obj_1256"/>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257"/>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258"/>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259"/>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260"/>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261"/>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262"/>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0" name="obj_1263"/>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264"/>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2" name="obj_1265"/>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266"/>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267"/>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268"/>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269"/>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270"/>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271"/>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9" name="obj_1272"/>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0" name="obj_1273"/>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1" name="obj_1274"/>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2" name="obj_1275"/>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3" name="obj_1276"/>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4" name="obj_1277"/>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5" name="obj_1278"/>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6" name="obj_1279"/>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7" name="obj_1280"/>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8" name="obj_1281"/>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69" name="obj_128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0"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(2,5)</a:t>
                      </a:r>
                    </a:p>
                  </a:txBody>
                  <a:tcPr marL="88900" marR="63500" marT="50800" marB="38100" anchor="ctr">
                    <a:solidFill>
                      <a:srgbClr val="FFF0DA"/>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1" name="obj_1284"/>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1 вершин</a:t>
            </a:r>
          </a:p>
        </p:txBody>
      </p:sp>
      <p:grpSp>
        <p:nvGrpSpPr>
          <p:cNvPr id="3" name="click1_current"/>
          <p:cNvGrpSpPr/>
          <p:nvPr/>
        </p:nvGrpSpPr>
        <p:grpSpPr>
          <a:xfrm>
            <a:off x="685800" y="2095500"/>
            <a:ext cx="5969000" cy="2120900"/>
            <a:chOff x="685800" y="2095500"/>
            <a:chExt cx="5969000" cy="2120900"/>
          </a:xfrm>
        </p:grpSpPr>
        <p:sp>
          <p:nvSpPr>
            <p:cNvPr id="72" name="obj_1286"/>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287"/>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(2,5), h = 11</a:t>
              </a:r>
            </a:p>
          </p:txBody>
        </p:sp>
      </p:grpSp>
      <p:grpSp>
        <p:nvGrpSpPr>
          <p:cNvPr id="4" name="click2_neighbor"/>
          <p:cNvGrpSpPr/>
          <p:nvPr/>
        </p:nvGrpSpPr>
        <p:grpSpPr>
          <a:xfrm>
            <a:off x="2222500" y="3771900"/>
            <a:ext cx="9486900" cy="1168400"/>
            <a:chOff x="2222500" y="3771900"/>
            <a:chExt cx="9486900" cy="1168400"/>
          </a:xfrm>
        </p:grpSpPr>
        <p:sp>
          <p:nvSpPr>
            <p:cNvPr id="74" name="obj_1289"/>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5" name="obj_1290"/>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6" name="obj_1291"/>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(3,5). Цена входа: 1.</a:t>
              </a:r>
            </a:p>
          </p:txBody>
        </p:sp>
      </p:grpSp>
      <p:grpSp>
        <p:nvGrpSpPr>
          <p:cNvPr id="5" name="click3_calc"/>
          <p:cNvGrpSpPr/>
          <p:nvPr/>
        </p:nvGrpSpPr>
        <p:grpSpPr>
          <a:xfrm>
            <a:off x="6985000" y="4940300"/>
            <a:ext cx="4724400" cy="546100"/>
            <a:chOff x="6985000" y="4940300"/>
            <a:chExt cx="4724400" cy="546100"/>
          </a:xfrm>
        </p:grpSpPr>
        <p:sp>
          <p:nvSpPr>
            <p:cNvPr id="77" name="obj_1293"/>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h(3,5) = 10</a:t>
              </a:r>
            </a:p>
          </p:txBody>
        </p:sp>
      </p:grpSp>
      <p:grpSp>
        <p:nvGrpSpPr>
          <p:cNvPr id="6" name="click4_map_after"/>
          <p:cNvGrpSpPr/>
          <p:nvPr/>
        </p:nvGrpSpPr>
        <p:grpSpPr>
          <a:xfrm>
            <a:off x="635000" y="2514600"/>
            <a:ext cx="6032500" cy="3187700"/>
            <a:chOff x="635000" y="2514600"/>
            <a:chExt cx="6032500" cy="3187700"/>
          </a:xfrm>
        </p:grpSpPr>
        <p:sp>
          <p:nvSpPr>
            <p:cNvPr id="78" name="obj_1295"/>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296"/>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297"/>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298"/>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299"/>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300"/>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301"/>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302"/>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303"/>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304"/>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305"/>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306"/>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307"/>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308"/>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309"/>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3" name="obj_1310"/>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311"/>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5" name="obj_1312"/>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313"/>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314"/>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315"/>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316"/>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317"/>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1" name="obj_1318"/>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319"/>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320"/>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321"/>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322"/>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323"/>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7" name="obj_1324"/>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325"/>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9" name="obj_1326"/>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327"/>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328"/>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329"/>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330"/>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331"/>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332"/>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333"/>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7" name="obj_1334"/>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335"/>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9" name="obj_1336"/>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337"/>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338"/>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339"/>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1340"/>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341"/>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342"/>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26" name="obj_1343"/>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27" name="obj_1344"/>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28" name="obj_1345"/>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29" name="obj_1346"/>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0" name="obj_1347"/>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1" name="obj_1348"/>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32" name="obj_1349"/>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33" name="obj_1350"/>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34" name="obj_1351"/>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35" name="obj_1352"/>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36" name="obj_1353"/>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354"/>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2; добавлена (2,5)</a:t>
              </a:r>
            </a:p>
          </p:txBody>
        </p:sp>
      </p:grpSp>
      <p:graphicFrame>
        <p:nvGraphicFramePr>
          <p:cNvPr id="138"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(3,5)</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10</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(2,6)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(2,4)</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39" name="obj_1356"/>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40" name="click4_decision"/>
          <p:cNvGrpSpPr/>
          <p:nvPr/>
        </p:nvGrpSpPr>
        <p:grpSpPr>
          <a:xfrm>
            <a:off x="6985000" y="4241800"/>
            <a:ext cx="4724400" cy="1447800"/>
            <a:chOff x="6985000" y="4241800"/>
            <a:chExt cx="4724400" cy="1447800"/>
          </a:xfrm>
        </p:grpSpPr>
        <p:sp>
          <p:nvSpPr>
            <p:cNvPr id="141" name="obj_1358"/>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359"/>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(3,5), вход 1.</a:t>
              </a:r>
            </a:p>
          </p:txBody>
        </p:sp>
        <p:sp>
          <p:nvSpPr>
            <p:cNvPr id="143" name="obj_1360"/>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h(3,5) = 10</a:t>
              </a:r>
            </a:p>
          </p:txBody>
        </p:sp>
        <p:sp>
          <p:nvSpPr>
            <p:cNvPr id="144" name="obj_1361"/>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Добавляем (3,5) с h=10.</a:t>
              </a:r>
            </a:p>
            <a:p>
              <a:pPr algn="l">
                <a:lnSpc>
                  <a:spcPct val="112000"/>
                </a:lnSpc>
                <a:spcBef>
                  <a:spcPts val="0"/>
                </a:spcBef>
                <a:spcAft>
                  <a:spcPts val="0"/>
                </a:spcAft>
              </a:pPr>
              <a:r>
                <a:rPr sz="1800" b="1">
                  <a:solidFill>
                    <a:srgbClr val="352379"/>
                  </a:solidFill>
                  <a:latin typeface="Montserrat"/>
                </a:rPr>
                <a:t>Следующий минимум: (3,5).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0"/>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69"/>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1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20</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6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выбираем (3,5)</a:t>
            </a:r>
          </a:p>
        </p:txBody>
      </p:sp>
      <p:sp>
        <p:nvSpPr>
          <p:cNvPr id="12" name="obj_136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Жадный поиск выбирает только h, стоимость пути не задаёт приоритет</a:t>
            </a:r>
          </a:p>
        </p:txBody>
      </p:sp>
      <p:sp>
        <p:nvSpPr>
          <p:cNvPr id="13" name="obj_1364"/>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1366"/>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67"/>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368"/>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369"/>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70"/>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71"/>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372"/>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373"/>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374"/>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375"/>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376"/>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377"/>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378"/>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379"/>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380"/>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9" name="obj_1381"/>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382"/>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1" name="obj_1383"/>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384"/>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385"/>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386"/>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387"/>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388"/>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7" name="obj_1389"/>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390"/>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391"/>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392"/>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393"/>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394"/>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3" name="obj_1395"/>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396"/>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5" name="obj_1397"/>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398"/>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399"/>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400"/>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401"/>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402"/>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403"/>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404"/>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1405"/>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406"/>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1407"/>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408"/>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409"/>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410"/>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411"/>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412"/>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413"/>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62" name="obj_1414"/>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3" name="obj_1415"/>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4" name="obj_1416"/>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5" name="obj_1417"/>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6" name="obj_1418"/>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7" name="obj_1419"/>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8" name="obj_1420"/>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9" name="obj_1421"/>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0" name="obj_1422"/>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1" name="obj_1423"/>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72" name="obj_1424"/>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3"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(3,5)</a:t>
                      </a:r>
                    </a:p>
                  </a:txBody>
                  <a:tcPr marL="88900" marR="63500" marT="50800" marB="38100" anchor="ctr">
                    <a:solidFill>
                      <a:srgbClr val="FFF0DA"/>
                    </a:solidFill>
                  </a:tcPr>
                </a:tc>
                <a:tc>
                  <a:txBody>
                    <a:bodyPr/>
                    <a:lstStyle/>
                    <a:p>
                      <a:pPr>
                        <a:spcAft>
                          <a:spcPts val="0"/>
                        </a:spcAft>
                      </a:pPr>
                      <a:r>
                        <a:rPr sz="2200" b="0">
                          <a:solidFill>
                            <a:srgbClr val="352379"/>
                          </a:solidFill>
                          <a:latin typeface="Montserrat"/>
                        </a:rPr>
                        <a:t>10</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(2,6)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(2,4)</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13</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4" name="obj_1426"/>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2 вершин</a:t>
            </a:r>
          </a:p>
        </p:txBody>
      </p:sp>
      <p:grpSp>
        <p:nvGrpSpPr>
          <p:cNvPr id="3" name="click1_current"/>
          <p:cNvGrpSpPr/>
          <p:nvPr/>
        </p:nvGrpSpPr>
        <p:grpSpPr>
          <a:xfrm>
            <a:off x="685800" y="2095500"/>
            <a:ext cx="5969000" cy="2120900"/>
            <a:chOff x="685800" y="2095500"/>
            <a:chExt cx="5969000" cy="2120900"/>
          </a:xfrm>
        </p:grpSpPr>
        <p:sp>
          <p:nvSpPr>
            <p:cNvPr id="75" name="obj_1428"/>
            <p:cNvSpPr/>
            <p:nvPr/>
          </p:nvSpPr>
          <p:spPr>
            <a:xfrm>
              <a:off x="24765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429"/>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(3,5), h = 10</a:t>
              </a:r>
            </a:p>
          </p:txBody>
        </p:sp>
      </p:grpSp>
      <p:grpSp>
        <p:nvGrpSpPr>
          <p:cNvPr id="4" name="click2_neighbor"/>
          <p:cNvGrpSpPr/>
          <p:nvPr/>
        </p:nvGrpSpPr>
        <p:grpSpPr>
          <a:xfrm>
            <a:off x="2705100" y="3771900"/>
            <a:ext cx="9004300" cy="1168400"/>
            <a:chOff x="2705100" y="3771900"/>
            <a:chExt cx="9004300" cy="1168400"/>
          </a:xfrm>
        </p:grpSpPr>
        <p:sp>
          <p:nvSpPr>
            <p:cNvPr id="77" name="obj_1431"/>
            <p:cNvSpPr/>
            <p:nvPr/>
          </p:nvSpPr>
          <p:spPr>
            <a:xfrm>
              <a:off x="29591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obj_1432"/>
            <p:cNvCxnSpPr/>
            <p:nvPr/>
          </p:nvCxnSpPr>
          <p:spPr>
            <a:xfrm>
              <a:off x="27051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9" name="obj_1433"/>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(4,5). Цена входа: 3.</a:t>
              </a:r>
            </a:p>
          </p:txBody>
        </p:sp>
      </p:grpSp>
      <p:grpSp>
        <p:nvGrpSpPr>
          <p:cNvPr id="5" name="click3_calc"/>
          <p:cNvGrpSpPr/>
          <p:nvPr/>
        </p:nvGrpSpPr>
        <p:grpSpPr>
          <a:xfrm>
            <a:off x="6985000" y="4940300"/>
            <a:ext cx="4724400" cy="546100"/>
            <a:chOff x="6985000" y="4940300"/>
            <a:chExt cx="4724400" cy="546100"/>
          </a:xfrm>
        </p:grpSpPr>
        <p:sp>
          <p:nvSpPr>
            <p:cNvPr id="80" name="obj_1435"/>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h(4,5) = 9</a:t>
              </a:r>
            </a:p>
          </p:txBody>
        </p:sp>
      </p:grpSp>
      <p:grpSp>
        <p:nvGrpSpPr>
          <p:cNvPr id="6" name="click4_map_after"/>
          <p:cNvGrpSpPr/>
          <p:nvPr/>
        </p:nvGrpSpPr>
        <p:grpSpPr>
          <a:xfrm>
            <a:off x="635000" y="2514600"/>
            <a:ext cx="6032500" cy="3187700"/>
            <a:chOff x="635000" y="2514600"/>
            <a:chExt cx="6032500" cy="3187700"/>
          </a:xfrm>
        </p:grpSpPr>
        <p:sp>
          <p:nvSpPr>
            <p:cNvPr id="81" name="obj_1437"/>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438"/>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439"/>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440"/>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441"/>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442"/>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443"/>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444"/>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445"/>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446"/>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447"/>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448"/>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449"/>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450"/>
            <p:cNvSpPr/>
            <p:nvPr/>
          </p:nvSpPr>
          <p:spPr>
            <a:xfrm>
              <a:off x="24892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451"/>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452"/>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7" name="obj_1453"/>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454"/>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9" name="obj_1455"/>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456"/>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457"/>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458"/>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459"/>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460"/>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5" name="obj_1461"/>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462"/>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463"/>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464"/>
            <p:cNvSpPr/>
            <p:nvPr/>
          </p:nvSpPr>
          <p:spPr>
            <a:xfrm>
              <a:off x="25796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465"/>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466"/>
            <p:cNvSpPr/>
            <p:nvPr/>
          </p:nvSpPr>
          <p:spPr>
            <a:xfrm>
              <a:off x="29718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467"/>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2" name="obj_1468"/>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469"/>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4" name="obj_1470"/>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471"/>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472"/>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473"/>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474"/>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475"/>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476"/>
            <p:cNvSpPr/>
            <p:nvPr/>
          </p:nvSpPr>
          <p:spPr>
            <a:xfrm>
              <a:off x="24892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477"/>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478"/>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3" name="obj_1479"/>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480"/>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5" name="obj_1481"/>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482"/>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483"/>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484"/>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1485"/>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486"/>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487"/>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32" name="obj_1488"/>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33" name="obj_1489"/>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34" name="obj_1490"/>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35" name="obj_1491"/>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6" name="obj_1492"/>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7" name="obj_1493"/>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38" name="obj_1494"/>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39" name="obj_1495"/>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40" name="obj_1496"/>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41" name="obj_1497"/>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42" name="obj_1498"/>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1499"/>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3; добавлена (3,5)</a:t>
              </a:r>
            </a:p>
          </p:txBody>
        </p:sp>
      </p:grpSp>
      <p:graphicFrame>
        <p:nvGraphicFramePr>
          <p:cNvPr id="144"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(4,5)</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9</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(2,6)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5" name="obj_1501"/>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46" name="click4_decision"/>
          <p:cNvGrpSpPr/>
          <p:nvPr/>
        </p:nvGrpSpPr>
        <p:grpSpPr>
          <a:xfrm>
            <a:off x="6985000" y="4241800"/>
            <a:ext cx="4724400" cy="1447800"/>
            <a:chOff x="6985000" y="4241800"/>
            <a:chExt cx="4724400" cy="1447800"/>
          </a:xfrm>
        </p:grpSpPr>
        <p:sp>
          <p:nvSpPr>
            <p:cNvPr id="147" name="obj_1503"/>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1504"/>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(4,5), вход 3.</a:t>
              </a:r>
            </a:p>
          </p:txBody>
        </p:sp>
        <p:sp>
          <p:nvSpPr>
            <p:cNvPr id="149" name="obj_1505"/>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h(4,5) = 9</a:t>
              </a:r>
            </a:p>
          </p:txBody>
        </p:sp>
        <p:sp>
          <p:nvSpPr>
            <p:cNvPr id="150" name="obj_1506"/>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Добавляем (4,5) с h=9.</a:t>
              </a:r>
            </a:p>
            <a:p>
              <a:pPr algn="l">
                <a:lnSpc>
                  <a:spcPct val="112000"/>
                </a:lnSpc>
                <a:spcBef>
                  <a:spcPts val="0"/>
                </a:spcBef>
                <a:spcAft>
                  <a:spcPts val="0"/>
                </a:spcAft>
              </a:pPr>
              <a:r>
                <a:rPr sz="1800" b="1">
                  <a:solidFill>
                    <a:srgbClr val="352379"/>
                  </a:solidFill>
                  <a:latin typeface="Montserrat"/>
                </a:rPr>
                <a:t>Следующий минимум: (4,5).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1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21</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507"/>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вход в болото не меняет ключ</a:t>
            </a:r>
          </a:p>
        </p:txBody>
      </p:sp>
      <p:sp>
        <p:nvSpPr>
          <p:cNvPr id="12" name="obj_1508"/>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Жадный поиск выбирает только h, стоимость пути не задаёт приоритет</a:t>
            </a:r>
          </a:p>
        </p:txBody>
      </p:sp>
      <p:sp>
        <p:nvSpPr>
          <p:cNvPr id="13" name="obj_1509"/>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1511"/>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512"/>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513"/>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514"/>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515"/>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516"/>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517"/>
            <p:cNvSpPr/>
            <p:nvPr/>
          </p:nvSpPr>
          <p:spPr>
            <a:xfrm>
              <a:off x="3429000" y="27940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51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519"/>
            <p:cNvSpPr/>
            <p:nvPr/>
          </p:nvSpPr>
          <p:spPr>
            <a:xfrm>
              <a:off x="10414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520"/>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521"/>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522"/>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523"/>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7" name="obj_1524"/>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525"/>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9" name="obj_1526"/>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527"/>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1" name="obj_1528"/>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529"/>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3" name="obj_1530"/>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531"/>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532"/>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533"/>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534"/>
            <p:cNvSpPr/>
            <p:nvPr/>
          </p:nvSpPr>
          <p:spPr>
            <a:xfrm>
              <a:off x="19812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535"/>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536"/>
            <p:cNvSpPr txBox="1"/>
            <p:nvPr/>
          </p:nvSpPr>
          <p:spPr>
            <a:xfrm>
              <a:off x="19939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0" name="obj_1537"/>
            <p:cNvSpPr/>
            <p:nvPr/>
          </p:nvSpPr>
          <p:spPr>
            <a:xfrm>
              <a:off x="24638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538"/>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2" name="obj_1539"/>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540"/>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4" name="obj_1541"/>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542"/>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6" name="obj_1543"/>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544"/>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545"/>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546"/>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547"/>
            <p:cNvSpPr/>
            <p:nvPr/>
          </p:nvSpPr>
          <p:spPr>
            <a:xfrm>
              <a:off x="19812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548"/>
            <p:cNvSpPr txBox="1"/>
            <p:nvPr/>
          </p:nvSpPr>
          <p:spPr>
            <a:xfrm>
              <a:off x="19939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2" name="obj_1549"/>
            <p:cNvSpPr/>
            <p:nvPr/>
          </p:nvSpPr>
          <p:spPr>
            <a:xfrm>
              <a:off x="24638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550"/>
            <p:cNvSpPr txBox="1"/>
            <p:nvPr/>
          </p:nvSpPr>
          <p:spPr>
            <a:xfrm>
              <a:off x="24765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4" name="obj_1551"/>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552"/>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6" name="obj_1553"/>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554"/>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8" name="obj_1555"/>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556"/>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557"/>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558"/>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559"/>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560"/>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561"/>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5" name="obj_1562"/>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6" name="obj_1563"/>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7" name="obj_1564"/>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8" name="obj_1565"/>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69" name="obj_1566"/>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70" name="obj_1567"/>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1" name="obj_1568"/>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2" name="obj_1569"/>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3" name="obj_1570"/>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4" name="obj_1571"/>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75" name="obj_157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6"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(4,5)</a:t>
                      </a:r>
                    </a:p>
                  </a:txBody>
                  <a:tcPr marL="88900" marR="63500" marT="50800" marB="38100" anchor="ctr">
                    <a:solidFill>
                      <a:srgbClr val="FFF0DA"/>
                    </a:solidFill>
                  </a:tcPr>
                </a:tc>
                <a:tc>
                  <a:txBody>
                    <a:bodyPr/>
                    <a:lstStyle/>
                    <a:p>
                      <a:pPr>
                        <a:spcAft>
                          <a:spcPts val="0"/>
                        </a:spcAft>
                      </a:pPr>
                      <a:r>
                        <a:rPr sz="2200" b="0">
                          <a:solidFill>
                            <a:srgbClr val="352379"/>
                          </a:solidFill>
                          <a:latin typeface="Montserrat"/>
                        </a:rPr>
                        <a:t>9</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(2,6)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12</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7" name="obj_1574"/>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3 вершин</a:t>
            </a:r>
          </a:p>
        </p:txBody>
      </p:sp>
      <p:grpSp>
        <p:nvGrpSpPr>
          <p:cNvPr id="3" name="click1_current"/>
          <p:cNvGrpSpPr/>
          <p:nvPr/>
        </p:nvGrpSpPr>
        <p:grpSpPr>
          <a:xfrm>
            <a:off x="685800" y="2095500"/>
            <a:ext cx="5969000" cy="2120900"/>
            <a:chOff x="685800" y="2095500"/>
            <a:chExt cx="5969000" cy="2120900"/>
          </a:xfrm>
        </p:grpSpPr>
        <p:sp>
          <p:nvSpPr>
            <p:cNvPr id="78" name="obj_1576"/>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577"/>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(4,5), h = 9</a:t>
              </a:r>
            </a:p>
          </p:txBody>
        </p:sp>
      </p:grpSp>
      <p:grpSp>
        <p:nvGrpSpPr>
          <p:cNvPr id="4" name="click2_neighbor"/>
          <p:cNvGrpSpPr/>
          <p:nvPr/>
        </p:nvGrpSpPr>
        <p:grpSpPr>
          <a:xfrm>
            <a:off x="2222500" y="3771900"/>
            <a:ext cx="9486900" cy="1168400"/>
            <a:chOff x="2222500" y="3771900"/>
            <a:chExt cx="9486900" cy="1168400"/>
          </a:xfrm>
        </p:grpSpPr>
        <p:sp>
          <p:nvSpPr>
            <p:cNvPr id="80" name="obj_1579"/>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1" name="obj_1580"/>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2" name="obj_1581"/>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(5,5). Цена входа: 3.</a:t>
              </a:r>
            </a:p>
          </p:txBody>
        </p:sp>
      </p:grpSp>
      <p:grpSp>
        <p:nvGrpSpPr>
          <p:cNvPr id="5" name="click3_calc"/>
          <p:cNvGrpSpPr/>
          <p:nvPr/>
        </p:nvGrpSpPr>
        <p:grpSpPr>
          <a:xfrm>
            <a:off x="6985000" y="4940300"/>
            <a:ext cx="4724400" cy="546100"/>
            <a:chOff x="6985000" y="4940300"/>
            <a:chExt cx="4724400" cy="546100"/>
          </a:xfrm>
        </p:grpSpPr>
        <p:sp>
          <p:nvSpPr>
            <p:cNvPr id="83" name="obj_1583"/>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h(5,5) = 8</a:t>
              </a:r>
            </a:p>
          </p:txBody>
        </p:sp>
      </p:grpSp>
      <p:grpSp>
        <p:nvGrpSpPr>
          <p:cNvPr id="6" name="click4_map_after"/>
          <p:cNvGrpSpPr/>
          <p:nvPr/>
        </p:nvGrpSpPr>
        <p:grpSpPr>
          <a:xfrm>
            <a:off x="635000" y="2514600"/>
            <a:ext cx="6032500" cy="3187700"/>
            <a:chOff x="635000" y="2514600"/>
            <a:chExt cx="6032500" cy="3187700"/>
          </a:xfrm>
        </p:grpSpPr>
        <p:sp>
          <p:nvSpPr>
            <p:cNvPr id="84" name="obj_1585"/>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586"/>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587"/>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588"/>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589"/>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590"/>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591"/>
            <p:cNvSpPr/>
            <p:nvPr/>
          </p:nvSpPr>
          <p:spPr>
            <a:xfrm>
              <a:off x="3429000" y="27940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592"/>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593"/>
            <p:cNvSpPr/>
            <p:nvPr/>
          </p:nvSpPr>
          <p:spPr>
            <a:xfrm>
              <a:off x="10414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594"/>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595"/>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596"/>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597"/>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598"/>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8" name="obj_1599"/>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600"/>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0" name="obj_1601"/>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602"/>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2" name="obj_1603"/>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604"/>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4" name="obj_1605"/>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606"/>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607"/>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608"/>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609"/>
            <p:cNvSpPr/>
            <p:nvPr/>
          </p:nvSpPr>
          <p:spPr>
            <a:xfrm>
              <a:off x="19812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610"/>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611"/>
            <p:cNvSpPr txBox="1"/>
            <p:nvPr/>
          </p:nvSpPr>
          <p:spPr>
            <a:xfrm>
              <a:off x="19939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1" name="obj_1612"/>
            <p:cNvSpPr/>
            <p:nvPr/>
          </p:nvSpPr>
          <p:spPr>
            <a:xfrm>
              <a:off x="24638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613"/>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614"/>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4" name="obj_1615"/>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616"/>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6" name="obj_1617"/>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618"/>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8" name="obj_1619"/>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620"/>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621"/>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622"/>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623"/>
            <p:cNvSpPr/>
            <p:nvPr/>
          </p:nvSpPr>
          <p:spPr>
            <a:xfrm>
              <a:off x="19812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1624"/>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625"/>
            <p:cNvSpPr txBox="1"/>
            <p:nvPr/>
          </p:nvSpPr>
          <p:spPr>
            <a:xfrm>
              <a:off x="19939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5" name="obj_1626"/>
            <p:cNvSpPr/>
            <p:nvPr/>
          </p:nvSpPr>
          <p:spPr>
            <a:xfrm>
              <a:off x="24638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627"/>
            <p:cNvSpPr txBox="1"/>
            <p:nvPr/>
          </p:nvSpPr>
          <p:spPr>
            <a:xfrm>
              <a:off x="24765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7" name="obj_1628"/>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629"/>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9" name="obj_1630"/>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631"/>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1" name="obj_1632"/>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1633"/>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634"/>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635"/>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1636"/>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637"/>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638"/>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38" name="obj_1639"/>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39" name="obj_1640"/>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40" name="obj_1641"/>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41" name="obj_1642"/>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42" name="obj_1643"/>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43" name="obj_1644"/>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44" name="obj_1645"/>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45" name="obj_1646"/>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46" name="obj_1647"/>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47" name="obj_1648"/>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48" name="obj_1649"/>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650"/>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4; добавлена (4,5)</a:t>
              </a:r>
            </a:p>
          </p:txBody>
        </p:sp>
      </p:grpSp>
      <p:graphicFrame>
        <p:nvGraphicFramePr>
          <p:cNvPr id="150"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311400">
                  <a:extLst>
                    <a:ext uri="{9D8B030D-6E8A-4147-A177-3AD203B41FA5}">
                      <a16:colId xmlns:a16="http://schemas.microsoft.com/office/drawing/2014/main" val="20001"/>
                    </a:ext>
                  </a:extLst>
                </a:gridCol>
              </a:tblGrid>
              <a:tr h="431800">
                <a:tc>
                  <a:txBody>
                    <a:bodyPr/>
                    <a:lstStyle/>
                    <a:p>
                      <a:pPr>
                        <a:spcAft>
                          <a:spcPts val="0"/>
                        </a:spcAft>
                      </a:pPr>
                      <a:r>
                        <a:rPr sz="2200" b="1">
                          <a:solidFill>
                            <a:srgbClr val="FFFFFF"/>
                          </a:solidFill>
                          <a:latin typeface="Montserrat"/>
                        </a:rPr>
                        <a:t>Кандидат</a:t>
                      </a:r>
                    </a:p>
                  </a:txBody>
                  <a:tcPr marL="88900" marR="63500" marT="50800" marB="38100" anchor="ctr">
                    <a:solidFill>
                      <a:srgbClr val="352379"/>
                    </a:solidFill>
                  </a:tcPr>
                </a:tc>
                <a:tc>
                  <a:txBody>
                    <a:bodyPr/>
                    <a:lstStyle/>
                    <a:p>
                      <a:pPr>
                        <a:spcAft>
                          <a:spcPts val="0"/>
                        </a:spcAft>
                      </a:pPr>
                      <a:r>
                        <a:rPr sz="2200" b="1">
                          <a:solidFill>
                            <a:srgbClr val="FFFFFF"/>
                          </a:solidFill>
                          <a:latin typeface="Montserrat"/>
                        </a:rPr>
                        <a:t>h</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200" b="0">
                          <a:solidFill>
                            <a:srgbClr val="352379"/>
                          </a:solidFill>
                          <a:latin typeface="Montserrat"/>
                        </a:rPr>
                        <a:t>(5,5)</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8</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200" b="0">
                          <a:solidFill>
                            <a:srgbClr val="352379"/>
                          </a:solidFill>
                          <a:latin typeface="Montserrat"/>
                        </a:rPr>
                        <a:t>(4,6)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10</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200" b="0">
                          <a:solidFill>
                            <a:srgbClr val="352379"/>
                          </a:solidFill>
                          <a:latin typeface="Montserrat"/>
                        </a:rPr>
                        <a:t>(4,4)</a:t>
                      </a:r>
                    </a:p>
                  </a:txBody>
                  <a:tcPr marL="88900" marR="63500" marT="50800" marB="38100" anchor="ctr">
                    <a:solidFill>
                      <a:srgbClr val="F6F3FA"/>
                    </a:solidFill>
                  </a:tcPr>
                </a:tc>
                <a:tc>
                  <a:txBody>
                    <a:bodyPr/>
                    <a:lstStyle/>
                    <a:p>
                      <a:pPr>
                        <a:spcAft>
                          <a:spcPts val="0"/>
                        </a:spcAft>
                      </a:pPr>
                      <a:r>
                        <a:rPr sz="2200" b="0">
                          <a:solidFill>
                            <a:srgbClr val="352379"/>
                          </a:solidFill>
                          <a:latin typeface="Montserrat"/>
                        </a:rPr>
                        <a:t>10</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2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200" b="0">
                          <a:solidFill>
                            <a:srgbClr val="352379"/>
                          </a:solidFill>
                          <a:latin typeface="Montserrat"/>
                        </a:rPr>
                        <a:t>11</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51" name="obj_165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52" name="click4_decision"/>
          <p:cNvGrpSpPr/>
          <p:nvPr/>
        </p:nvGrpSpPr>
        <p:grpSpPr>
          <a:xfrm>
            <a:off x="6985000" y="4241800"/>
            <a:ext cx="4724400" cy="1447800"/>
            <a:chOff x="6985000" y="4241800"/>
            <a:chExt cx="4724400" cy="1447800"/>
          </a:xfrm>
        </p:grpSpPr>
        <p:sp>
          <p:nvSpPr>
            <p:cNvPr id="153" name="obj_1654"/>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655"/>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(5,5), вход 3.</a:t>
              </a:r>
            </a:p>
          </p:txBody>
        </p:sp>
        <p:sp>
          <p:nvSpPr>
            <p:cNvPr id="155" name="obj_1656"/>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h(5,5) = 8</a:t>
              </a:r>
            </a:p>
          </p:txBody>
        </p:sp>
        <p:sp>
          <p:nvSpPr>
            <p:cNvPr id="156" name="obj_1657"/>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Добавляем (5,5) с h=8.</a:t>
              </a:r>
            </a:p>
            <a:p>
              <a:pPr algn="l">
                <a:lnSpc>
                  <a:spcPct val="112000"/>
                </a:lnSpc>
                <a:spcBef>
                  <a:spcPts val="0"/>
                </a:spcBef>
                <a:spcAft>
                  <a:spcPts val="0"/>
                </a:spcAft>
              </a:pPr>
              <a:r>
                <a:rPr sz="1800" b="1">
                  <a:solidFill>
                    <a:srgbClr val="352379"/>
                  </a:solidFill>
                  <a:latin typeface="Montserrat"/>
                </a:rPr>
                <a:t>Следующий минимум: (5,5).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5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15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658"/>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продолжаем до цели</a:t>
            </a:r>
          </a:p>
        </p:txBody>
      </p:sp>
      <p:sp>
        <p:nvSpPr>
          <p:cNvPr id="12" name="obj_1659"/>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Каждый щелчок — следующее реальное развёртывание; финал — извлечение G</a:t>
            </a:r>
          </a:p>
        </p:txBody>
      </p:sp>
      <p:grpSp>
        <p:nvGrpSpPr>
          <p:cNvPr id="2" name="greedy_stage_4"/>
          <p:cNvGrpSpPr/>
          <p:nvPr/>
        </p:nvGrpSpPr>
        <p:grpSpPr>
          <a:xfrm>
            <a:off x="482600" y="1600200"/>
            <a:ext cx="11226800" cy="4089400"/>
            <a:chOff x="482600" y="1600200"/>
            <a:chExt cx="11226800" cy="4089400"/>
          </a:xfrm>
        </p:grpSpPr>
        <p:sp>
          <p:nvSpPr>
            <p:cNvPr id="13" name="obj_1661"/>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662"/>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663"/>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664"/>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665"/>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666"/>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667"/>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668"/>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669"/>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670"/>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671"/>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672"/>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673"/>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674"/>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675"/>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676"/>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677"/>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678"/>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679"/>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680"/>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681"/>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682"/>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683"/>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684"/>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685"/>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686"/>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687"/>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688"/>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689"/>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690"/>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691"/>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692"/>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693"/>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694"/>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695"/>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696"/>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697"/>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698"/>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699"/>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700"/>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701"/>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702"/>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703"/>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704"/>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705"/>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706"/>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707"/>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708"/>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709"/>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710"/>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711"/>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712"/>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713"/>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714"/>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715"/>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716"/>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717"/>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718"/>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719"/>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720"/>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721"/>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722"/>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723"/>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724"/>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725"/>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726"/>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727"/>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728"/>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729"/>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730"/>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731"/>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732"/>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5" name="obj_1733"/>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734"/>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7" name="obj_1735"/>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736"/>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 name="obj_1737"/>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738"/>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1" name="obj_1739"/>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740"/>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3" name="obj_1741"/>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742"/>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5" name="obj_1743"/>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744"/>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7" name="obj_1745"/>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746"/>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9" name="obj_1747"/>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748"/>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749"/>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750"/>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751"/>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752"/>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753"/>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754"/>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755"/>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108" name="obj_1756"/>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757"/>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758"/>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759"/>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760"/>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761"/>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762"/>
            <p:cNvSpPr/>
            <p:nvPr/>
          </p:nvSpPr>
          <p:spPr>
            <a:xfrm>
              <a:off x="20574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763"/>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6" name="obj_1764"/>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765"/>
            <p:cNvSpPr/>
            <p:nvPr/>
          </p:nvSpPr>
          <p:spPr>
            <a:xfrm>
              <a:off x="2374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766"/>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 name="obj_1767"/>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768"/>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1" name="obj_1769"/>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770"/>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3" name="obj_1771"/>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772"/>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5" name="obj_1773"/>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774"/>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7" name="obj_1775"/>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776"/>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9" name="obj_1777"/>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778"/>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1" name="obj_1779"/>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1780"/>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781"/>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782"/>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135" name="obj_1783"/>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784"/>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785"/>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1786"/>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1787"/>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1788"/>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1789"/>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790"/>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1791"/>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792"/>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793"/>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6" name="obj_1794"/>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795"/>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8" name="obj_1796"/>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797"/>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0" name="obj_1798"/>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1799"/>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2" name="obj_1800"/>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801"/>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4" name="obj_1802"/>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803"/>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6" name="obj_1804"/>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1805"/>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8" name="obj_1806"/>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1807"/>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0" name="obj_1808"/>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1809"/>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1810"/>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1811"/>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1812"/>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1813"/>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1814"/>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1815"/>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1816"/>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1817"/>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1818"/>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1819"/>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1820"/>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1821"/>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1822"/>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1823"/>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1824"/>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1825"/>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1826"/>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1827"/>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1828"/>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1829"/>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830"/>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1831"/>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1832"/>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833"/>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834"/>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1835"/>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1836"/>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1837"/>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838"/>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839"/>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840"/>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841"/>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842"/>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843"/>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1844"/>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845"/>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846"/>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1847"/>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848"/>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849"/>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1850"/>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851"/>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852"/>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1853"/>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854"/>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855"/>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1856"/>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857"/>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858"/>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1859"/>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860"/>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861"/>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1862"/>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863"/>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864"/>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1865"/>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866"/>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867"/>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868"/>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869"/>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870"/>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871"/>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24" name="obj_1872"/>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25" name="obj_1873"/>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26" name="obj_1874"/>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27" name="obj_1875"/>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28" name="obj_1876"/>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29" name="obj_1877"/>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30" name="obj_1878"/>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31" name="obj_1879"/>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32" name="obj_1880"/>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33" name="obj_1881"/>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34" name="obj_1882"/>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35" name="obj_1883"/>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36" name="obj_1884"/>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37" name="obj_1885"/>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38" name="obj_1886"/>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39" name="obj_1887"/>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40" name="obj_1888"/>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41" name="obj_1889"/>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42" name="obj_1890"/>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43" name="obj_1891"/>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44" name="obj_1892"/>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45" name="obj_1893"/>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46" name="obj_1894"/>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47" name="obj_1895"/>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48" name="obj_1896"/>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49" name="obj_1897"/>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4: current = (4,5)</a:t>
              </a:r>
            </a:p>
          </p:txBody>
        </p:sp>
        <p:sp>
          <p:nvSpPr>
            <p:cNvPr id="250" name="obj_1898"/>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9</a:t>
              </a:r>
            </a:p>
            <a:p>
              <a:pPr algn="l">
                <a:lnSpc>
                  <a:spcPct val="112000"/>
                </a:lnSpc>
                <a:spcBef>
                  <a:spcPts val="0"/>
                </a:spcBef>
                <a:spcAft>
                  <a:spcPts val="0"/>
                </a:spcAft>
              </a:pPr>
              <a:r>
                <a:rPr sz="2200" b="0">
                  <a:solidFill>
                    <a:srgbClr val="352379"/>
                  </a:solidFill>
                  <a:latin typeface="Montserrat"/>
                </a:rPr>
                <a:t>Обработано: 4</a:t>
              </a:r>
            </a:p>
            <a:p>
              <a:pPr algn="l">
                <a:lnSpc>
                  <a:spcPct val="112000"/>
                </a:lnSpc>
                <a:spcBef>
                  <a:spcPts val="0"/>
                </a:spcBef>
                <a:spcAft>
                  <a:spcPts val="0"/>
                </a:spcAft>
              </a:pPr>
              <a:r>
                <a:rPr sz="2200" b="0">
                  <a:solidFill>
                    <a:srgbClr val="352379"/>
                  </a:solidFill>
                  <a:latin typeface="Montserrat"/>
                </a:rPr>
                <a:t>Кандидаты: (5,5): 8, (4,6): 10, (4,4): 10</a:t>
              </a:r>
            </a:p>
          </p:txBody>
        </p:sp>
      </p:grpSp>
      <p:grpSp>
        <p:nvGrpSpPr>
          <p:cNvPr id="3" name="greedy_stage_5"/>
          <p:cNvGrpSpPr/>
          <p:nvPr/>
        </p:nvGrpSpPr>
        <p:grpSpPr>
          <a:xfrm>
            <a:off x="482600" y="1600200"/>
            <a:ext cx="11226800" cy="4089400"/>
            <a:chOff x="482600" y="1600200"/>
            <a:chExt cx="11226800" cy="4089400"/>
          </a:xfrm>
        </p:grpSpPr>
        <p:sp>
          <p:nvSpPr>
            <p:cNvPr id="251" name="obj_1900"/>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1901"/>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1902"/>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1903"/>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1904"/>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1905"/>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1906"/>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1907"/>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1908"/>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1909"/>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1910"/>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1911"/>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1912"/>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1913"/>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1914"/>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1915"/>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1916"/>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1917"/>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1918"/>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1919"/>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1920"/>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1921"/>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1922"/>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1923"/>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1924"/>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1925"/>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1926"/>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1927"/>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1928"/>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1929"/>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1930"/>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1931"/>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1932"/>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bj_1933"/>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1934"/>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1935"/>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1936"/>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1937"/>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1938"/>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bj_1939"/>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1940"/>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1941"/>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1942"/>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1943"/>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1944"/>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1945"/>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bj_1946"/>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1947"/>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1948"/>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1949"/>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1950"/>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1951"/>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1952"/>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1953"/>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1954"/>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1955"/>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1956"/>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1957"/>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1958"/>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1959"/>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1960"/>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1961"/>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1962"/>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1963"/>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1964"/>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1965"/>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1966"/>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1967"/>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1968"/>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1969"/>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1970"/>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1971"/>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23" name="obj_1972"/>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1973"/>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1974"/>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26" name="obj_1975"/>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1976"/>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28" name="obj_1977"/>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1978"/>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0" name="obj_1979"/>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1980"/>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2" name="obj_1981"/>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1982"/>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4" name="obj_1983"/>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1984"/>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6" name="obj_1985"/>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bj_1986"/>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8" name="obj_1987"/>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bj_1988"/>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bj_1989"/>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bj_1990"/>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bj_1991"/>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bj_1992"/>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bj_1993"/>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bj_1994"/>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bj_1995"/>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347" name="obj_1996"/>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bj_1997"/>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bj_1998"/>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bj_1999"/>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bj_2000"/>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bj_2001"/>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bj_2002"/>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54" name="obj_2003"/>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bj_2004"/>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bj_2005"/>
            <p:cNvSpPr/>
            <p:nvPr/>
          </p:nvSpPr>
          <p:spPr>
            <a:xfrm>
              <a:off x="23622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bj_2006"/>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58" name="obj_2007"/>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bj_2008"/>
            <p:cNvSpPr/>
            <p:nvPr/>
          </p:nvSpPr>
          <p:spPr>
            <a:xfrm>
              <a:off x="26797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bj_2009"/>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1" name="obj_2010"/>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bj_2011"/>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3" name="obj_2012"/>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bj_2013"/>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5" name="obj_2014"/>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bj_2015"/>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7" name="obj_2016"/>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bj_2017"/>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9" name="obj_2018"/>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bj_2019"/>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1" name="obj_2020"/>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bj_2021"/>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bj_2022"/>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bj_2023"/>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375" name="obj_2024"/>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bj_2025"/>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bj_2026"/>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2027"/>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2028"/>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bj_2029"/>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bj_2030"/>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bj_2031"/>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bj_2032"/>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bj_2033"/>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bj_2034"/>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86" name="obj_2035"/>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bj_2036"/>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bj_2037"/>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89" name="obj_2038"/>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bj_2039"/>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1" name="obj_2040"/>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bj_2041"/>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3" name="obj_2042"/>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bj_2043"/>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5" name="obj_2044"/>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bj_2045"/>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7" name="obj_2046"/>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bj_2047"/>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9" name="obj_2048"/>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bj_2049"/>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1" name="obj_2050"/>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bj_2051"/>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bj_2052"/>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bj_2053"/>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bj_2054"/>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bj_2055"/>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bj_2056"/>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bj_2057"/>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bj_2058"/>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bj_2059"/>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bj_2060"/>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bj_2061"/>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bj_2062"/>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bj_2063"/>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bj_2064"/>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bj_2065"/>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bj_2066"/>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bj_2067"/>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bj_2068"/>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bj_2069"/>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bj_2070"/>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bj_2071"/>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bj_2072"/>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bj_2073"/>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bj_2074"/>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bj_2075"/>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bj_2076"/>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bj_2077"/>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bj_2078"/>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bj_2079"/>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bj_2080"/>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bj_2081"/>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bj_2082"/>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bj_2083"/>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bj_2084"/>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bj_2085"/>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bj_2086"/>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bj_2087"/>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bj_2088"/>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bj_2089"/>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bj_2090"/>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bj_2091"/>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bj_2092"/>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bj_2093"/>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bj_2094"/>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bj_2095"/>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bj_2096"/>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bj_2097"/>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bj_2098"/>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bj_2099"/>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bj_2100"/>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bj_2101"/>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bj_2102"/>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bj_2103"/>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bj_2104"/>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bj_2105"/>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bj_2106"/>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bj_2107"/>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bj_2108"/>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bj_2109"/>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bj_2110"/>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bj_2111"/>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bj_2112"/>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bj_2113"/>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65" name="obj_2114"/>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66" name="obj_2115"/>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467" name="obj_2116"/>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468" name="obj_2117"/>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469" name="obj_2118"/>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470" name="obj_2119"/>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471" name="obj_2120"/>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472" name="obj_2121"/>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473" name="obj_2122"/>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474" name="obj_2123"/>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75" name="obj_2124"/>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76" name="obj_2125"/>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77" name="obj_2126"/>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78" name="obj_2127"/>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479" name="obj_2128"/>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480" name="obj_2129"/>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481" name="obj_2130"/>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482" name="obj_2131"/>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83" name="obj_2132"/>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84" name="obj_2133"/>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485" name="obj_2134"/>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486" name="obj_2135"/>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487" name="obj_2136"/>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488" name="obj_2137"/>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489" name="obj_2138"/>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490" name="obj_2139"/>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5: current = (5,5)</a:t>
              </a:r>
            </a:p>
          </p:txBody>
        </p:sp>
        <p:sp>
          <p:nvSpPr>
            <p:cNvPr id="491" name="obj_2140"/>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8</a:t>
              </a:r>
            </a:p>
            <a:p>
              <a:pPr algn="l">
                <a:lnSpc>
                  <a:spcPct val="112000"/>
                </a:lnSpc>
                <a:spcBef>
                  <a:spcPts val="0"/>
                </a:spcBef>
                <a:spcAft>
                  <a:spcPts val="0"/>
                </a:spcAft>
              </a:pPr>
              <a:r>
                <a:rPr sz="2200" b="0">
                  <a:solidFill>
                    <a:srgbClr val="352379"/>
                  </a:solidFill>
                  <a:latin typeface="Montserrat"/>
                </a:rPr>
                <a:t>Обработано: 5</a:t>
              </a:r>
            </a:p>
            <a:p>
              <a:pPr algn="l">
                <a:lnSpc>
                  <a:spcPct val="112000"/>
                </a:lnSpc>
                <a:spcBef>
                  <a:spcPts val="0"/>
                </a:spcBef>
                <a:spcAft>
                  <a:spcPts val="0"/>
                </a:spcAft>
              </a:pPr>
              <a:r>
                <a:rPr sz="2200" b="0">
                  <a:solidFill>
                    <a:srgbClr val="352379"/>
                  </a:solidFill>
                  <a:latin typeface="Montserrat"/>
                </a:rPr>
                <a:t>Кандидаты: (6,5): 7, (5,6): 9, (5,4): 9</a:t>
              </a:r>
            </a:p>
          </p:txBody>
        </p:sp>
      </p:grpSp>
      <p:grpSp>
        <p:nvGrpSpPr>
          <p:cNvPr id="4" name="greedy_stage_6"/>
          <p:cNvGrpSpPr/>
          <p:nvPr/>
        </p:nvGrpSpPr>
        <p:grpSpPr>
          <a:xfrm>
            <a:off x="482600" y="1600200"/>
            <a:ext cx="11226800" cy="4089400"/>
            <a:chOff x="482600" y="1600200"/>
            <a:chExt cx="11226800" cy="4089400"/>
          </a:xfrm>
        </p:grpSpPr>
        <p:sp>
          <p:nvSpPr>
            <p:cNvPr id="492" name="obj_2142"/>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bj_2143"/>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obj_2144"/>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5" name="obj_2145"/>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bj_2146"/>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bj_2147"/>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bj_2148"/>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bj_2149"/>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bj_2150"/>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bj_2151"/>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bj_2152"/>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bj_2153"/>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obj_2154"/>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 name="obj_2155"/>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bj_2156"/>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bj_2157"/>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bj_2158"/>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bj_2159"/>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bj_2160"/>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bj_2161"/>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bj_2162"/>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bj_2163"/>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obj_2164"/>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 name="obj_2165"/>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bj_2166"/>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bj_2167"/>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bj_2168"/>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bj_2169"/>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bj_2170"/>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bj_2171"/>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bj_2172"/>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bj_2173"/>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obj_2174"/>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5" name="obj_2175"/>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bj_2176"/>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bj_2177"/>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bj_2178"/>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bj_2179"/>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bj_2180"/>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bj_2181"/>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bj_2182"/>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bj_2183"/>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obj_2184"/>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5" name="obj_2185"/>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bj_2186"/>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bj_2187"/>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bj_2188"/>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bj_2189"/>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bj_2190"/>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bj_2191"/>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bj_2192"/>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bj_2193"/>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obj_2194"/>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5" name="obj_2195"/>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bj_2196"/>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bj_2197"/>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bj_2198"/>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bj_2199"/>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bj_2200"/>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bj_2201"/>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bj_2202"/>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bj_2203"/>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bj_2204"/>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bj_2205"/>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bj_2206"/>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bj_2207"/>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bj_2208"/>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bj_2209"/>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bj_2210"/>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bj_2211"/>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bj_2212"/>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bj_2213"/>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64" name="obj_2214"/>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bj_2215"/>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bj_2216"/>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67" name="obj_2217"/>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bj_2218"/>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bj_2219"/>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70" name="obj_2220"/>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bj_2221"/>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72" name="obj_2222"/>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bj_2223"/>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74" name="obj_2224"/>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bj_2225"/>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76" name="obj_2226"/>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bj_2227"/>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78" name="obj_2228"/>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bj_2229"/>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580" name="obj_2230"/>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bj_2231"/>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bj_2232"/>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bj_2233"/>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bj_2234"/>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bj_2235"/>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bj_2236"/>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bj_2237"/>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bj_2238"/>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589" name="obj_2239"/>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0" name="obj_2240"/>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1" name="obj_2241"/>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2" name="obj_2242"/>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obj_2243"/>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4" name="obj_2244"/>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5" name="obj_2245"/>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596" name="obj_2246"/>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7" name="obj_2247"/>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8" name="obj_2248"/>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599" name="obj_2249"/>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0" name="obj_2250"/>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1" name="obj_2251"/>
            <p:cNvSpPr/>
            <p:nvPr/>
          </p:nvSpPr>
          <p:spPr>
            <a:xfrm>
              <a:off x="26670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2" name="obj_2252"/>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03" name="obj_2253"/>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4" name="obj_2254"/>
            <p:cNvSpPr/>
            <p:nvPr/>
          </p:nvSpPr>
          <p:spPr>
            <a:xfrm>
              <a:off x="29845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5" name="obj_2255"/>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06" name="obj_2256"/>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7" name="obj_2257"/>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08" name="obj_2258"/>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9" name="obj_2259"/>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10" name="obj_2260"/>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obj_2261"/>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12" name="obj_2262"/>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3" name="obj_2263"/>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14" name="obj_2264"/>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5" name="obj_2265"/>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6" name="obj_2266"/>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 name="obj_2267"/>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618" name="obj_2268"/>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9" name="obj_2269"/>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0" name="obj_2270"/>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1" name="obj_2271"/>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2" name="obj_2272"/>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3" name="obj_2273"/>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 name="obj_2274"/>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5" name="obj_2275"/>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6" name="obj_2276"/>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7" name="obj_2277"/>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8" name="obj_2278"/>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29" name="obj_2279"/>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0" name="obj_2280"/>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1" name="obj_2281"/>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2" name="obj_2282"/>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3" name="obj_2283"/>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4" name="obj_2284"/>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5" name="obj_2285"/>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6" name="obj_2286"/>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7" name="obj_2287"/>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8" name="obj_2288"/>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9" name="obj_2289"/>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0" name="obj_2290"/>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41" name="obj_2291"/>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2" name="obj_2292"/>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43" name="obj_2293"/>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4" name="obj_2294"/>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45" name="obj_2295"/>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obj_2296"/>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7" name="obj_2297"/>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8" name="obj_2298"/>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9" name="obj_2299"/>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obj_2300"/>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1" name="obj_2301"/>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2" name="obj_2302"/>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3" name="obj_2303"/>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4" name="obj_2304"/>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5" name="obj_2305"/>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6" name="obj_2306"/>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7" name="obj_2307"/>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8" name="obj_2308"/>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9" name="obj_2309"/>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obj_2310"/>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1" name="obj_2311"/>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2" name="obj_2312"/>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3" name="obj_2313"/>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obj_2314"/>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5" name="obj_2315"/>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6" name="obj_2316"/>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7" name="obj_2317"/>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8" name="obj_2318"/>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9" name="obj_2319"/>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0" name="obj_2320"/>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1" name="obj_2321"/>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2" name="obj_2322"/>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3" name="obj_2323"/>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4" name="obj_2324"/>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5" name="obj_2325"/>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6" name="obj_2326"/>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7" name="obj_2327"/>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8" name="obj_2328"/>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9" name="obj_2329"/>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0" name="obj_2330"/>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1" name="obj_2331"/>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2" name="obj_2332"/>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3" name="obj_2333"/>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4" name="obj_2334"/>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5" name="obj_2335"/>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6" name="obj_2336"/>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7" name="obj_2337"/>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8" name="obj_2338"/>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9" name="obj_2339"/>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0" name="obj_2340"/>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obj_2341"/>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2" name="obj_2342"/>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3" name="obj_2343"/>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4" name="obj_2344"/>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5" name="obj_2345"/>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6" name="obj_2346"/>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7" name="obj_2347"/>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8" name="obj_2348"/>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9" name="obj_2349"/>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0" name="obj_2350"/>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1" name="obj_2351"/>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obj_2352"/>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3" name="obj_2353"/>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4" name="obj_2354"/>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5" name="obj_2355"/>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6" name="obj_2356"/>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7" name="obj_2357"/>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8" name="obj_2358"/>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709" name="obj_2359"/>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710" name="obj_2360"/>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711" name="obj_2361"/>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712" name="obj_2362"/>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713" name="obj_2363"/>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14" name="obj_2364"/>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15" name="obj_2365"/>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716" name="obj_2366"/>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717" name="obj_2367"/>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718" name="obj_2368"/>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719" name="obj_2369"/>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720" name="obj_2370"/>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721" name="obj_2371"/>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722" name="obj_2372"/>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723" name="obj_2373"/>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724" name="obj_2374"/>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725" name="obj_2375"/>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726" name="obj_2376"/>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27" name="obj_2377"/>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28" name="obj_2378"/>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29" name="obj_2379"/>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30" name="obj_2380"/>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731" name="obj_2381"/>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732" name="obj_2382"/>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733" name="obj_2383"/>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734" name="obj_2384"/>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6: current = (6,5)</a:t>
              </a:r>
            </a:p>
          </p:txBody>
        </p:sp>
        <p:sp>
          <p:nvSpPr>
            <p:cNvPr id="735" name="obj_2385"/>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7</a:t>
              </a:r>
            </a:p>
            <a:p>
              <a:pPr algn="l">
                <a:lnSpc>
                  <a:spcPct val="112000"/>
                </a:lnSpc>
                <a:spcBef>
                  <a:spcPts val="0"/>
                </a:spcBef>
                <a:spcAft>
                  <a:spcPts val="0"/>
                </a:spcAft>
              </a:pPr>
              <a:r>
                <a:rPr sz="2200" b="0">
                  <a:solidFill>
                    <a:srgbClr val="352379"/>
                  </a:solidFill>
                  <a:latin typeface="Montserrat"/>
                </a:rPr>
                <a:t>Обработано: 6</a:t>
              </a:r>
            </a:p>
            <a:p>
              <a:pPr algn="l">
                <a:lnSpc>
                  <a:spcPct val="112000"/>
                </a:lnSpc>
                <a:spcBef>
                  <a:spcPts val="0"/>
                </a:spcBef>
                <a:spcAft>
                  <a:spcPts val="0"/>
                </a:spcAft>
              </a:pPr>
              <a:r>
                <a:rPr sz="2200" b="0">
                  <a:solidFill>
                    <a:srgbClr val="352379"/>
                  </a:solidFill>
                  <a:latin typeface="Montserrat"/>
                </a:rPr>
                <a:t>Кандидаты: (7,5): 6, (6,6): 8, (6,4): 8</a:t>
              </a:r>
            </a:p>
          </p:txBody>
        </p:sp>
      </p:grpSp>
      <p:grpSp>
        <p:nvGrpSpPr>
          <p:cNvPr id="5" name="greedy_stage_7"/>
          <p:cNvGrpSpPr/>
          <p:nvPr/>
        </p:nvGrpSpPr>
        <p:grpSpPr>
          <a:xfrm>
            <a:off x="482600" y="1600200"/>
            <a:ext cx="11226800" cy="4089400"/>
            <a:chOff x="482600" y="1600200"/>
            <a:chExt cx="11226800" cy="4089400"/>
          </a:xfrm>
        </p:grpSpPr>
        <p:sp>
          <p:nvSpPr>
            <p:cNvPr id="736" name="obj_2387"/>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7" name="obj_2388"/>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8" name="obj_2389"/>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9" name="obj_2390"/>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0" name="obj_2391"/>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1" name="obj_2392"/>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2" name="obj_2393"/>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obj_2394"/>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4" name="obj_2395"/>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5" name="obj_2396"/>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6" name="obj_2397"/>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7" name="obj_2398"/>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8" name="obj_2399"/>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9" name="obj_2400"/>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0" name="obj_2401"/>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1" name="obj_2402"/>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2" name="obj_2403"/>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3" name="obj_2404"/>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4" name="obj_2405"/>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5" name="obj_2406"/>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6" name="obj_2407"/>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7" name="obj_2408"/>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8" name="obj_2409"/>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9" name="obj_2410"/>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0" name="obj_2411"/>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1" name="obj_2412"/>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2" name="obj_2413"/>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3" name="obj_2414"/>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4" name="obj_2415"/>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5" name="obj_2416"/>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6" name="obj_2417"/>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7" name="obj_2418"/>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8" name="obj_2419"/>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9" name="obj_2420"/>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0" name="obj_2421"/>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1" name="obj_2422"/>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2" name="obj_2423"/>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3" name="obj_2424"/>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4" name="obj_2425"/>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5" name="obj_2426"/>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6" name="obj_2427"/>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7" name="obj_2428"/>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8" name="obj_2429"/>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9" name="obj_2430"/>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0" name="obj_2431"/>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1" name="obj_2432"/>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2" name="obj_2433"/>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3" name="obj_2434"/>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4" name="obj_2435"/>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5" name="obj_2436"/>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6" name="obj_2437"/>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7" name="obj_2438"/>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8" name="obj_2439"/>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9" name="obj_2440"/>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0" name="obj_2441"/>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1" name="obj_2442"/>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2" name="obj_2443"/>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3" name="obj_2444"/>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4" name="obj_2445"/>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5" name="obj_2446"/>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6" name="obj_2447"/>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7" name="obj_2448"/>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8" name="obj_2449"/>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9" name="obj_2450"/>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0" name="obj_2451"/>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1" name="obj_2452"/>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2" name="obj_2453"/>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3" name="obj_2454"/>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4" name="obj_2455"/>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5" name="obj_2456"/>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6" name="obj_2457"/>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7" name="obj_2458"/>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08" name="obj_2459"/>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9" name="obj_2460"/>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0" name="obj_2461"/>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11" name="obj_2462"/>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2" name="obj_2463"/>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3" name="obj_2464"/>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14" name="obj_2465"/>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obj_2466"/>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6" name="obj_2467"/>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17" name="obj_2468"/>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8" name="obj_2469"/>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19" name="obj_2470"/>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 name="obj_2471"/>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21" name="obj_2472"/>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2" name="obj_2473"/>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23" name="obj_2474"/>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4" name="obj_2475"/>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25" name="obj_2476"/>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6" name="obj_2477"/>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7" name="obj_2478"/>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8" name="obj_2479"/>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9" name="obj_2480"/>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0" name="obj_2481"/>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obj_2482"/>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2" name="obj_2483"/>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3" name="obj_2484"/>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834" name="obj_2485"/>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5" name="obj_2486"/>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6" name="obj_2487"/>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7" name="obj_2488"/>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8" name="obj_2489"/>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9" name="obj_2490"/>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0" name="obj_2491"/>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41" name="obj_2492"/>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2" name="obj_2493"/>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3" name="obj_2494"/>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44" name="obj_2495"/>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5" name="obj_2496"/>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6" name="obj_2497"/>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47" name="obj_2498"/>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8" name="obj_2499"/>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9" name="obj_2500"/>
            <p:cNvSpPr/>
            <p:nvPr/>
          </p:nvSpPr>
          <p:spPr>
            <a:xfrm>
              <a:off x="29718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0" name="obj_2501"/>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51" name="obj_2502"/>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2" name="obj_2503"/>
            <p:cNvSpPr/>
            <p:nvPr/>
          </p:nvSpPr>
          <p:spPr>
            <a:xfrm>
              <a:off x="32893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3" name="obj_2504"/>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54" name="obj_2505"/>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5" name="obj_2506"/>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56" name="obj_2507"/>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7" name="obj_2508"/>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58" name="obj_2509"/>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9" name="obj_2510"/>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860" name="obj_2511"/>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1" name="obj_2512"/>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2" name="obj_2513"/>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3" name="obj_2514"/>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864" name="obj_2515"/>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5" name="obj_2516"/>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6" name="obj_2517"/>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7" name="obj_2518"/>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8" name="obj_2519"/>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9" name="obj_2520"/>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0" name="obj_2521"/>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1" name="obj_2522"/>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2" name="obj_2523"/>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3" name="obj_2524"/>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4" name="obj_2525"/>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75" name="obj_2526"/>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6" name="obj_2527"/>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7" name="obj_2528"/>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78" name="obj_2529"/>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9" name="obj_2530"/>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0" name="obj_2531"/>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1" name="obj_2532"/>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2" name="obj_2533"/>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3" name="obj_2534"/>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4" name="obj_2535"/>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5" name="obj_2536"/>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6" name="obj_2537"/>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7" name="obj_2538"/>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8" name="obj_2539"/>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9" name="obj_2540"/>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0" name="obj_2541"/>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 name="obj_2542"/>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2" name="obj_2543"/>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 name="obj_2544"/>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 name="obj_2545"/>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 name="obj_2546"/>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6" name="obj_2547"/>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7" name="obj_2548"/>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8" name="obj_2549"/>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9" name="obj_2550"/>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 name="obj_2551"/>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 name="obj_2552"/>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 name="obj_2553"/>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 name="obj_2554"/>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 name="obj_2555"/>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obj_2556"/>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6" name="obj_2557"/>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obj_2558"/>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8" name="obj_2559"/>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obj_2560"/>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obj_2561"/>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obj_2562"/>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2" name="obj_2563"/>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obj_2564"/>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4" name="obj_2565"/>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obj_2566"/>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obj_2567"/>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obj_2568"/>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obj_2569"/>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9" name="obj_2570"/>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obj_2571"/>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obj_2572"/>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 name="obj_2573"/>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obj_2574"/>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obj_2575"/>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obj_2576"/>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obj_2577"/>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obj_2578"/>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obj_2579"/>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obj_2580"/>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obj_2581"/>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obj_2582"/>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obj_2583"/>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obj_2584"/>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4" name="obj_2585"/>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5" name="obj_2586"/>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6" name="obj_2587"/>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7" name="obj_2588"/>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8" name="obj_2589"/>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9" name="obj_2590"/>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0" name="obj_2591"/>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1" name="obj_2592"/>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2" name="obj_2593"/>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3" name="obj_2594"/>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4" name="obj_2595"/>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5" name="obj_2596"/>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obj_2597"/>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obj_2598"/>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8" name="obj_2599"/>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9" name="obj_2600"/>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 name="obj_2601"/>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1" name="obj_2602"/>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2" name="obj_2603"/>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3" name="obj_2604"/>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4" name="obj_2605"/>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5" name="obj_2606"/>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956" name="obj_2607"/>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957" name="obj_2608"/>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958" name="obj_2609"/>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959" name="obj_2610"/>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960" name="obj_2611"/>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961" name="obj_2612"/>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962" name="obj_2613"/>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963" name="obj_2614"/>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964" name="obj_2615"/>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965" name="obj_2616"/>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966" name="obj_2617"/>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967" name="obj_2618"/>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968" name="obj_2619"/>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969" name="obj_2620"/>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970" name="obj_2621"/>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971" name="obj_2622"/>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972" name="obj_2623"/>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973" name="obj_2624"/>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974" name="obj_2625"/>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975" name="obj_2626"/>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976" name="obj_2627"/>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977" name="obj_2628"/>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978" name="obj_2629"/>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979" name="obj_2630"/>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980" name="obj_2631"/>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981" name="obj_2632"/>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7: current = (7,5)</a:t>
              </a:r>
            </a:p>
          </p:txBody>
        </p:sp>
        <p:sp>
          <p:nvSpPr>
            <p:cNvPr id="982" name="obj_2633"/>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6</a:t>
              </a:r>
            </a:p>
            <a:p>
              <a:pPr algn="l">
                <a:lnSpc>
                  <a:spcPct val="112000"/>
                </a:lnSpc>
                <a:spcBef>
                  <a:spcPts val="0"/>
                </a:spcBef>
                <a:spcAft>
                  <a:spcPts val="0"/>
                </a:spcAft>
              </a:pPr>
              <a:r>
                <a:rPr sz="2200" b="0">
                  <a:solidFill>
                    <a:srgbClr val="352379"/>
                  </a:solidFill>
                  <a:latin typeface="Montserrat"/>
                </a:rPr>
                <a:t>Обработано: 7</a:t>
              </a:r>
            </a:p>
            <a:p>
              <a:pPr algn="l">
                <a:lnSpc>
                  <a:spcPct val="112000"/>
                </a:lnSpc>
                <a:spcBef>
                  <a:spcPts val="0"/>
                </a:spcBef>
                <a:spcAft>
                  <a:spcPts val="0"/>
                </a:spcAft>
              </a:pPr>
              <a:r>
                <a:rPr sz="2200" b="0">
                  <a:solidFill>
                    <a:srgbClr val="352379"/>
                  </a:solidFill>
                  <a:latin typeface="Montserrat"/>
                </a:rPr>
                <a:t>Кандидаты: (8,5): 5, (7,6): 7, (7,4): 7</a:t>
              </a:r>
            </a:p>
          </p:txBody>
        </p:sp>
      </p:grpSp>
      <p:grpSp>
        <p:nvGrpSpPr>
          <p:cNvPr id="6" name="greedy_stage_8"/>
          <p:cNvGrpSpPr/>
          <p:nvPr/>
        </p:nvGrpSpPr>
        <p:grpSpPr>
          <a:xfrm>
            <a:off x="482600" y="1600200"/>
            <a:ext cx="11226800" cy="4089400"/>
            <a:chOff x="482600" y="1600200"/>
            <a:chExt cx="11226800" cy="4089400"/>
          </a:xfrm>
        </p:grpSpPr>
        <p:sp>
          <p:nvSpPr>
            <p:cNvPr id="983" name="obj_2635"/>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4" name="obj_2636"/>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5" name="obj_2637"/>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6" name="obj_2638"/>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7" name="obj_2639"/>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8" name="obj_2640"/>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9" name="obj_2641"/>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0" name="obj_2642"/>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1" name="obj_2643"/>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2" name="obj_2644"/>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3" name="obj_2645"/>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obj_2646"/>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5" name="obj_2647"/>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6" name="obj_2648"/>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7" name="obj_2649"/>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8" name="obj_2650"/>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9" name="obj_2651"/>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obj_2652"/>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obj_2653"/>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obj_2654"/>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obj_2655"/>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obj_2656"/>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obj_2657"/>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obj_2658"/>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obj_2659"/>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obj_2660"/>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obj_2661"/>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obj_2662"/>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obj_2663"/>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obj_2664"/>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obj_2665"/>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obj_2666"/>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obj_2667"/>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bj_2668"/>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obj_2669"/>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obj_2670"/>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obj_2671"/>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obj_2672"/>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bj_2673"/>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obj_2674"/>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obj_2675"/>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obj_2676"/>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obj_2677"/>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obj_2678"/>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obj_2679"/>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8" name="obj_2680"/>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obj_2681"/>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obj_2682"/>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obj_2683"/>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obj_2684"/>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obj_2685"/>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obj_2686"/>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obj_2687"/>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obj_2688"/>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obj_2689"/>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obj_2690"/>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9" name="obj_2691"/>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0" name="obj_2692"/>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obj_2693"/>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2" name="obj_2694"/>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3" name="obj_2695"/>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obj_2696"/>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 name="obj_2697"/>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6" name="obj_2698"/>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obj_2699"/>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obj_2700"/>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9" name="obj_2701"/>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0" name="obj_2702"/>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obj_2703"/>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2" name="obj_2704"/>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3" name="obj_2705"/>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obj_2706"/>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5" name="obj_2707"/>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6" name="obj_2708"/>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7" name="obj_2709"/>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8" name="obj_2710"/>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obj_2711"/>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0" name="obj_2712"/>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61" name="obj_2713"/>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obj_2714"/>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3" name="obj_2715"/>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64" name="obj_2716"/>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obj_2717"/>
            <p:cNvSpPr/>
            <p:nvPr/>
          </p:nvSpPr>
          <p:spPr>
            <a:xfrm>
              <a:off x="3289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obj_2718"/>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67" name="obj_2719"/>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8" name="obj_2720"/>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69" name="obj_2721"/>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0" name="obj_2722"/>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71" name="obj_2723"/>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2" name="obj_2724"/>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73" name="obj_2725"/>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4" name="obj_2726"/>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5" name="obj_2727"/>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6" name="obj_2728"/>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7" name="obj_2729"/>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8" name="obj_2730"/>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9" name="obj_2731"/>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0" name="obj_2732"/>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1" name="obj_2733"/>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1082" name="obj_2734"/>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3" name="obj_2735"/>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 name="obj_2736"/>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 name="obj_2737"/>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6" name="obj_2738"/>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7" name="obj_2739"/>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8" name="obj_2740"/>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89" name="obj_2741"/>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0" name="obj_2742"/>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1" name="obj_2743"/>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92" name="obj_2744"/>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3" name="obj_2745"/>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4" name="obj_2746"/>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95" name="obj_2747"/>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6" name="obj_2748"/>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7" name="obj_2749"/>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98" name="obj_2750"/>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9" name="obj_2751"/>
            <p:cNvSpPr/>
            <p:nvPr/>
          </p:nvSpPr>
          <p:spPr>
            <a:xfrm>
              <a:off x="3337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0" name="obj_2752"/>
            <p:cNvSpPr/>
            <p:nvPr/>
          </p:nvSpPr>
          <p:spPr>
            <a:xfrm>
              <a:off x="32766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obj_2753"/>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02" name="obj_2754"/>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3" name="obj_2755"/>
            <p:cNvSpPr/>
            <p:nvPr/>
          </p:nvSpPr>
          <p:spPr>
            <a:xfrm>
              <a:off x="35941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4" name="obj_2756"/>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05" name="obj_2757"/>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6" name="obj_2758"/>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07" name="obj_2759"/>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8" name="obj_2760"/>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09" name="obj_2761"/>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0" name="obj_2762"/>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1" name="obj_2763"/>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2" name="obj_2764"/>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1113" name="obj_2765"/>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4" name="obj_2766"/>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5" name="obj_2767"/>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6" name="obj_2768"/>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7" name="obj_2769"/>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8" name="obj_2770"/>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9" name="obj_2771"/>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0" name="obj_2772"/>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1" name="obj_2773"/>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2" name="obj_2774"/>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3" name="obj_2775"/>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24" name="obj_2776"/>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5" name="obj_2777"/>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6" name="obj_2778"/>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27" name="obj_2779"/>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 name="obj_2780"/>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 name="obj_2781"/>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30" name="obj_2782"/>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1" name="obj_2783"/>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2" name="obj_2784"/>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33" name="obj_2785"/>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4" name="obj_2786"/>
            <p:cNvSpPr/>
            <p:nvPr/>
          </p:nvSpPr>
          <p:spPr>
            <a:xfrm>
              <a:off x="3289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5" name="obj_2787"/>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36" name="obj_2788"/>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7" name="obj_2789"/>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38" name="obj_2790"/>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9" name="obj_2791"/>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40" name="obj_2792"/>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1" name="obj_2793"/>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42" name="obj_2794"/>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3" name="obj_2795"/>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4" name="obj_2796"/>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5" name="obj_2797"/>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6" name="obj_2798"/>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7" name="obj_2799"/>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8" name="obj_2800"/>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9" name="obj_2801"/>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0" name="obj_2802"/>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1" name="obj_2803"/>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2" name="obj_2804"/>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3" name="obj_2805"/>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4" name="obj_2806"/>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5" name="obj_2807"/>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6" name="obj_2808"/>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7" name="obj_2809"/>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8" name="obj_2810"/>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9" name="obj_2811"/>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0" name="obj_2812"/>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1" name="obj_2813"/>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2" name="obj_2814"/>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3" name="obj_2815"/>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4" name="obj_2816"/>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5" name="obj_2817"/>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6" name="obj_2818"/>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7" name="obj_2819"/>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8" name="obj_2820"/>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9" name="obj_2821"/>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0" name="obj_2822"/>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1" name="obj_2823"/>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2" name="obj_2824"/>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3" name="obj_2825"/>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4" name="obj_2826"/>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5" name="obj_2827"/>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6" name="obj_2828"/>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7" name="obj_2829"/>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8" name="obj_2830"/>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9" name="obj_2831"/>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0" name="obj_2832"/>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1" name="obj_2833"/>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2" name="obj_2834"/>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3" name="obj_2835"/>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4" name="obj_2836"/>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5" name="obj_2837"/>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6" name="obj_2838"/>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7" name="obj_2839"/>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8" name="obj_2840"/>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9" name="obj_2841"/>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0" name="obj_2842"/>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1" name="obj_2843"/>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2" name="obj_2844"/>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3" name="obj_2845"/>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4" name="obj_2846"/>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5" name="obj_2847"/>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6" name="obj_2848"/>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7" name="obj_2849"/>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8" name="obj_2850"/>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9" name="obj_2851"/>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0" name="obj_2852"/>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1" name="obj_2853"/>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2" name="obj_2854"/>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3" name="obj_2855"/>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4" name="obj_2856"/>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5" name="obj_2857"/>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206" name="obj_2858"/>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207" name="obj_2859"/>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208" name="obj_2860"/>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209" name="obj_2861"/>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210" name="obj_2862"/>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211" name="obj_2863"/>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212" name="obj_2864"/>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213" name="obj_2865"/>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214" name="obj_2866"/>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215" name="obj_2867"/>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216" name="obj_2868"/>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217" name="obj_2869"/>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218" name="obj_2870"/>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219" name="obj_2871"/>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220" name="obj_2872"/>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221" name="obj_2873"/>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222" name="obj_2874"/>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223" name="obj_2875"/>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224" name="obj_2876"/>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225" name="obj_2877"/>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226" name="obj_2878"/>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227" name="obj_2879"/>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228" name="obj_2880"/>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229" name="obj_2881"/>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230" name="obj_2882"/>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231" name="obj_2883"/>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8: current = (8,5)</a:t>
              </a:r>
            </a:p>
          </p:txBody>
        </p:sp>
        <p:sp>
          <p:nvSpPr>
            <p:cNvPr id="1232" name="obj_2884"/>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5</a:t>
              </a:r>
            </a:p>
            <a:p>
              <a:pPr algn="l">
                <a:lnSpc>
                  <a:spcPct val="112000"/>
                </a:lnSpc>
                <a:spcBef>
                  <a:spcPts val="0"/>
                </a:spcBef>
                <a:spcAft>
                  <a:spcPts val="0"/>
                </a:spcAft>
              </a:pPr>
              <a:r>
                <a:rPr sz="2200" b="0">
                  <a:solidFill>
                    <a:srgbClr val="352379"/>
                  </a:solidFill>
                  <a:latin typeface="Montserrat"/>
                </a:rPr>
                <a:t>Обработано: 8</a:t>
              </a:r>
            </a:p>
            <a:p>
              <a:pPr algn="l">
                <a:lnSpc>
                  <a:spcPct val="112000"/>
                </a:lnSpc>
                <a:spcBef>
                  <a:spcPts val="0"/>
                </a:spcBef>
                <a:spcAft>
                  <a:spcPts val="0"/>
                </a:spcAft>
              </a:pPr>
              <a:r>
                <a:rPr sz="2200" b="0">
                  <a:solidFill>
                    <a:srgbClr val="352379"/>
                  </a:solidFill>
                  <a:latin typeface="Montserrat"/>
                </a:rPr>
                <a:t>Кандидаты: (9,5): 4, (8,6): 6, (8,4): 6</a:t>
              </a:r>
            </a:p>
          </p:txBody>
        </p:sp>
      </p:grpSp>
      <p:grpSp>
        <p:nvGrpSpPr>
          <p:cNvPr id="1233" name="greedy_stage_9"/>
          <p:cNvGrpSpPr/>
          <p:nvPr/>
        </p:nvGrpSpPr>
        <p:grpSpPr>
          <a:xfrm>
            <a:off x="482600" y="1600200"/>
            <a:ext cx="11226800" cy="4089400"/>
            <a:chOff x="482600" y="1600200"/>
            <a:chExt cx="11226800" cy="4089400"/>
          </a:xfrm>
        </p:grpSpPr>
        <p:sp>
          <p:nvSpPr>
            <p:cNvPr id="1234" name="obj_2886"/>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5" name="obj_2887"/>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6" name="obj_2888"/>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7" name="obj_2889"/>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8" name="obj_2890"/>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9" name="obj_2891"/>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0" name="obj_2892"/>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1" name="obj_2893"/>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2" name="obj_2894"/>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3" name="obj_2895"/>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4" name="obj_2896"/>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5" name="obj_2897"/>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6" name="obj_2898"/>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7" name="obj_2899"/>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8" name="obj_2900"/>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9" name="obj_2901"/>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0" name="obj_2902"/>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1" name="obj_2903"/>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2" name="obj_2904"/>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3" name="obj_2905"/>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4" name="obj_2906"/>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5" name="obj_2907"/>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6" name="obj_2908"/>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7" name="obj_2909"/>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8" name="obj_2910"/>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9" name="obj_2911"/>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0" name="obj_2912"/>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1" name="obj_2913"/>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2" name="obj_2914"/>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3" name="obj_2915"/>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4" name="obj_2916"/>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5" name="obj_2917"/>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6" name="obj_2918"/>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7" name="obj_2919"/>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8" name="obj_2920"/>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9" name="obj_2921"/>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0" name="obj_2922"/>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1" name="obj_2923"/>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2" name="obj_2924"/>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3" name="obj_2925"/>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4" name="obj_2926"/>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5" name="obj_2927"/>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6" name="obj_2928"/>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7" name="obj_2929"/>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8" name="obj_2930"/>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9" name="obj_2931"/>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0" name="obj_2932"/>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1" name="obj_2933"/>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2" name="obj_2934"/>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3" name="obj_2935"/>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4" name="obj_2936"/>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5" name="obj_2937"/>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6" name="obj_2938"/>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7" name="obj_2939"/>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8" name="obj_2940"/>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9" name="obj_2941"/>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0" name="obj_2942"/>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1" name="obj_2943"/>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2" name="obj_2944"/>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3" name="obj_2945"/>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4" name="obj_2946"/>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5" name="obj_2947"/>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6" name="obj_2948"/>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7" name="obj_2949"/>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8" name="obj_2950"/>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9" name="obj_2951"/>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0" name="obj_2952"/>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1" name="obj_2953"/>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2" name="obj_2954"/>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3" name="obj_2955"/>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4" name="obj_2956"/>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5" name="obj_2957"/>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06" name="obj_2958"/>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7" name="obj_2959"/>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8" name="obj_2960"/>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09" name="obj_2961"/>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0" name="obj_2962"/>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1" name="obj_2963"/>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12" name="obj_2964"/>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3" name="obj_2965"/>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4" name="obj_2966"/>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15" name="obj_2967"/>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6" name="obj_2968"/>
            <p:cNvSpPr/>
            <p:nvPr/>
          </p:nvSpPr>
          <p:spPr>
            <a:xfrm>
              <a:off x="3289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7" name="obj_2969"/>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18" name="obj_2970"/>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9" name="obj_2971"/>
            <p:cNvSpPr/>
            <p:nvPr/>
          </p:nvSpPr>
          <p:spPr>
            <a:xfrm>
              <a:off x="3594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0" name="obj_2972"/>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1" name="obj_2973"/>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2" name="obj_2974"/>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3" name="obj_2975"/>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4" name="obj_2976"/>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5" name="obj_2977"/>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6" name="obj_2978"/>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7" name="obj_2979"/>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8" name="obj_2980"/>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9" name="obj_2981"/>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0" name="obj_2982"/>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1" name="obj_2983"/>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2" name="obj_2984"/>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3" name="obj_2985"/>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1334" name="obj_2986"/>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5" name="obj_2987"/>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6" name="obj_2988"/>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7" name="obj_2989"/>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8" name="obj_2990"/>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9" name="obj_2991"/>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0" name="obj_2992"/>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41" name="obj_2993"/>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2" name="obj_2994"/>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3" name="obj_2995"/>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44" name="obj_2996"/>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5" name="obj_2997"/>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6" name="obj_2998"/>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47" name="obj_2999"/>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8" name="obj_3000"/>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9" name="obj_3001"/>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50" name="obj_3002"/>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1" name="obj_3003"/>
            <p:cNvSpPr/>
            <p:nvPr/>
          </p:nvSpPr>
          <p:spPr>
            <a:xfrm>
              <a:off x="3337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2" name="obj_3004"/>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53" name="obj_3005"/>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4" name="obj_3006"/>
            <p:cNvSpPr/>
            <p:nvPr/>
          </p:nvSpPr>
          <p:spPr>
            <a:xfrm>
              <a:off x="3641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5" name="obj_3007"/>
            <p:cNvSpPr/>
            <p:nvPr/>
          </p:nvSpPr>
          <p:spPr>
            <a:xfrm>
              <a:off x="35814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6" name="obj_3008"/>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57" name="obj_3009"/>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8" name="obj_3010"/>
            <p:cNvSpPr/>
            <p:nvPr/>
          </p:nvSpPr>
          <p:spPr>
            <a:xfrm>
              <a:off x="3898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9" name="obj_3011"/>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60" name="obj_3012"/>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1" name="obj_3013"/>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62" name="obj_3014"/>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3" name="obj_3015"/>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4" name="obj_3016"/>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5" name="obj_3017"/>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1366" name="obj_3018"/>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7" name="obj_3019"/>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8" name="obj_3020"/>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9" name="obj_3021"/>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0" name="obj_3022"/>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1" name="obj_3023"/>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2" name="obj_3024"/>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3" name="obj_3025"/>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4" name="obj_3026"/>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5" name="obj_3027"/>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6" name="obj_3028"/>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77" name="obj_3029"/>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8" name="obj_3030"/>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9" name="obj_3031"/>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0" name="obj_3032"/>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1" name="obj_3033"/>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2" name="obj_3034"/>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3" name="obj_3035"/>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4" name="obj_3036"/>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5" name="obj_3037"/>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6" name="obj_3038"/>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7" name="obj_3039"/>
            <p:cNvSpPr/>
            <p:nvPr/>
          </p:nvSpPr>
          <p:spPr>
            <a:xfrm>
              <a:off x="3289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8" name="obj_3040"/>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9" name="obj_3041"/>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0" name="obj_3042"/>
            <p:cNvSpPr/>
            <p:nvPr/>
          </p:nvSpPr>
          <p:spPr>
            <a:xfrm>
              <a:off x="3594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1" name="obj_3043"/>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92" name="obj_3044"/>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3" name="obj_3045"/>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94" name="obj_3046"/>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5" name="obj_3047"/>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96" name="obj_3048"/>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7" name="obj_3049"/>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8" name="obj_3050"/>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9" name="obj_3051"/>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0" name="obj_3052"/>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1" name="obj_3053"/>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2" name="obj_3054"/>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3" name="obj_3055"/>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4" name="obj_3056"/>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5" name="obj_3057"/>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6" name="obj_3058"/>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7" name="obj_3059"/>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8" name="obj_3060"/>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9" name="obj_3061"/>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0" name="obj_3062"/>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1" name="obj_3063"/>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2" name="obj_3064"/>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3" name="obj_3065"/>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4" name="obj_3066"/>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5" name="obj_3067"/>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6" name="obj_3068"/>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7" name="obj_3069"/>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8" name="obj_3070"/>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9" name="obj_3071"/>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0" name="obj_3072"/>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1" name="obj_3073"/>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2" name="obj_3074"/>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3" name="obj_3075"/>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4" name="obj_3076"/>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5" name="obj_3077"/>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6" name="obj_3078"/>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7" name="obj_3079"/>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8" name="obj_3080"/>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9" name="obj_3081"/>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0" name="obj_3082"/>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1" name="obj_3083"/>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2" name="obj_3084"/>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3" name="obj_3085"/>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 name="obj_3086"/>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5" name="obj_3087"/>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6" name="obj_3088"/>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7" name="obj_3089"/>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 name="obj_3090"/>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9" name="obj_3091"/>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0" name="obj_3092"/>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1" name="obj_3093"/>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2" name="obj_3094"/>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3" name="obj_3095"/>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4" name="obj_3096"/>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5" name="obj_3097"/>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6" name="obj_3098"/>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7" name="obj_3099"/>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8" name="obj_3100"/>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9" name="obj_3101"/>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0" name="obj_3102"/>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1" name="obj_3103"/>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2" name="obj_3104"/>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3" name="obj_3105"/>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4" name="obj_3106"/>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5" name="obj_3107"/>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6" name="obj_3108"/>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7" name="obj_3109"/>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8" name="obj_3110"/>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9" name="obj_3111"/>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460" name="obj_3112"/>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461" name="obj_3113"/>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462" name="obj_3114"/>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463" name="obj_3115"/>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464" name="obj_3116"/>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465" name="obj_3117"/>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466" name="obj_3118"/>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467" name="obj_3119"/>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468" name="obj_3120"/>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469" name="obj_3121"/>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470" name="obj_3122"/>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471" name="obj_3123"/>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472" name="obj_3124"/>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473" name="obj_3125"/>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474" name="obj_3126"/>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475" name="obj_3127"/>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476" name="obj_3128"/>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477" name="obj_3129"/>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478" name="obj_3130"/>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479" name="obj_3131"/>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480" name="obj_3132"/>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481" name="obj_3133"/>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482" name="obj_3134"/>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483" name="obj_3135"/>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484" name="obj_3136"/>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485" name="obj_3137"/>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9: current = (9,5)</a:t>
              </a:r>
            </a:p>
          </p:txBody>
        </p:sp>
        <p:sp>
          <p:nvSpPr>
            <p:cNvPr id="1486" name="obj_3138"/>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4</a:t>
              </a:r>
            </a:p>
            <a:p>
              <a:pPr algn="l">
                <a:lnSpc>
                  <a:spcPct val="112000"/>
                </a:lnSpc>
                <a:spcBef>
                  <a:spcPts val="0"/>
                </a:spcBef>
                <a:spcAft>
                  <a:spcPts val="0"/>
                </a:spcAft>
              </a:pPr>
              <a:r>
                <a:rPr sz="2200" b="0">
                  <a:solidFill>
                    <a:srgbClr val="352379"/>
                  </a:solidFill>
                  <a:latin typeface="Montserrat"/>
                </a:rPr>
                <a:t>Обработано: 9</a:t>
              </a:r>
            </a:p>
            <a:p>
              <a:pPr algn="l">
                <a:lnSpc>
                  <a:spcPct val="112000"/>
                </a:lnSpc>
                <a:spcBef>
                  <a:spcPts val="0"/>
                </a:spcBef>
                <a:spcAft>
                  <a:spcPts val="0"/>
                </a:spcAft>
              </a:pPr>
              <a:r>
                <a:rPr sz="2200" b="0">
                  <a:solidFill>
                    <a:srgbClr val="352379"/>
                  </a:solidFill>
                  <a:latin typeface="Montserrat"/>
                </a:rPr>
                <a:t>Кандидаты: (10,5): 3, (9,6): 5, (9,4): 5</a:t>
              </a:r>
            </a:p>
          </p:txBody>
        </p:sp>
      </p:grpSp>
      <p:grpSp>
        <p:nvGrpSpPr>
          <p:cNvPr id="1487" name="greedy_stage_10"/>
          <p:cNvGrpSpPr/>
          <p:nvPr/>
        </p:nvGrpSpPr>
        <p:grpSpPr>
          <a:xfrm>
            <a:off x="482600" y="1600200"/>
            <a:ext cx="11226800" cy="4089400"/>
            <a:chOff x="482600" y="1600200"/>
            <a:chExt cx="11226800" cy="4089400"/>
          </a:xfrm>
        </p:grpSpPr>
        <p:sp>
          <p:nvSpPr>
            <p:cNvPr id="1488" name="obj_3140"/>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9" name="obj_3141"/>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0" name="obj_3142"/>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1" name="obj_3143"/>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2" name="obj_3144"/>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3" name="obj_3145"/>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4" name="obj_3146"/>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5" name="obj_3147"/>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6" name="obj_3148"/>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7" name="obj_3149"/>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8" name="obj_3150"/>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9" name="obj_3151"/>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0" name="obj_3152"/>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1" name="obj_3153"/>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2" name="obj_3154"/>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3" name="obj_3155"/>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4" name="obj_3156"/>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5" name="obj_3157"/>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6" name="obj_3158"/>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7" name="obj_3159"/>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8" name="obj_3160"/>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9" name="obj_3161"/>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0" name="obj_3162"/>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1" name="obj_3163"/>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2" name="obj_3164"/>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3" name="obj_3165"/>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4" name="obj_3166"/>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5" name="obj_3167"/>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6" name="obj_3168"/>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7" name="obj_3169"/>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8" name="obj_3170"/>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9" name="obj_3171"/>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0" name="obj_3172"/>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1" name="obj_3173"/>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2" name="obj_3174"/>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3" name="obj_3175"/>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4" name="obj_3176"/>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5" name="obj_3177"/>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6" name="obj_3178"/>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7" name="obj_3179"/>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8" name="obj_3180"/>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9" name="obj_3181"/>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0" name="obj_3182"/>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1" name="obj_3183"/>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2" name="obj_3184"/>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3" name="obj_3185"/>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4" name="obj_3186"/>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5" name="obj_3187"/>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6" name="obj_3188"/>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 name="obj_3189"/>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 name="obj_3190"/>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9" name="obj_3191"/>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0" name="obj_3192"/>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1" name="obj_3193"/>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2" name="obj_3194"/>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3" name="obj_3195"/>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4" name="obj_3196"/>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5" name="obj_3197"/>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6" name="obj_3198"/>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7" name="obj_3199"/>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8" name="obj_3200"/>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9" name="obj_3201"/>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0" name="obj_3202"/>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1" name="obj_3203"/>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2" name="obj_3204"/>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3" name="obj_3205"/>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4" name="obj_3206"/>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5" name="obj_3207"/>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6" name="obj_3208"/>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7" name="obj_3209"/>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8" name="obj_3210"/>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9" name="obj_3211"/>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60" name="obj_3212"/>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1" name="obj_3213"/>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2" name="obj_3214"/>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63" name="obj_3215"/>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4" name="obj_3216"/>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5" name="obj_3217"/>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66" name="obj_3218"/>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7" name="obj_3219"/>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8" name="obj_3220"/>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69" name="obj_3221"/>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0" name="obj_3222"/>
            <p:cNvSpPr/>
            <p:nvPr/>
          </p:nvSpPr>
          <p:spPr>
            <a:xfrm>
              <a:off x="3289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1" name="obj_3223"/>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72" name="obj_3224"/>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3" name="obj_3225"/>
            <p:cNvSpPr/>
            <p:nvPr/>
          </p:nvSpPr>
          <p:spPr>
            <a:xfrm>
              <a:off x="3594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4" name="obj_3226"/>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75" name="obj_3227"/>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6" name="obj_3228"/>
            <p:cNvSpPr/>
            <p:nvPr/>
          </p:nvSpPr>
          <p:spPr>
            <a:xfrm>
              <a:off x="3898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7" name="obj_3229"/>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78" name="obj_3230"/>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9" name="obj_3231"/>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80" name="obj_3232"/>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1" name="obj_3233"/>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2" name="obj_3234"/>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3" name="obj_3235"/>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4" name="obj_3236"/>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5" name="obj_3237"/>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6" name="obj_3238"/>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7" name="obj_3239"/>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8" name="obj_3240"/>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1589" name="obj_3241"/>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0" name="obj_3242"/>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1" name="obj_3243"/>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2" name="obj_3244"/>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3" name="obj_3245"/>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4" name="obj_3246"/>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5" name="obj_3247"/>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596" name="obj_3248"/>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7" name="obj_3249"/>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8" name="obj_3250"/>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599" name="obj_3251"/>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0" name="obj_3252"/>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1" name="obj_3253"/>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02" name="obj_3254"/>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3" name="obj_3255"/>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4" name="obj_3256"/>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05" name="obj_3257"/>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6" name="obj_3258"/>
            <p:cNvSpPr/>
            <p:nvPr/>
          </p:nvSpPr>
          <p:spPr>
            <a:xfrm>
              <a:off x="3337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7" name="obj_3259"/>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08" name="obj_3260"/>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9" name="obj_3261"/>
            <p:cNvSpPr/>
            <p:nvPr/>
          </p:nvSpPr>
          <p:spPr>
            <a:xfrm>
              <a:off x="3641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0" name="obj_3262"/>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11" name="obj_3263"/>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2" name="obj_3264"/>
            <p:cNvSpPr/>
            <p:nvPr/>
          </p:nvSpPr>
          <p:spPr>
            <a:xfrm>
              <a:off x="3946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3" name="obj_3265"/>
            <p:cNvSpPr/>
            <p:nvPr/>
          </p:nvSpPr>
          <p:spPr>
            <a:xfrm>
              <a:off x="38862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4" name="obj_3266"/>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15" name="obj_3267"/>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6" name="obj_3268"/>
            <p:cNvSpPr/>
            <p:nvPr/>
          </p:nvSpPr>
          <p:spPr>
            <a:xfrm>
              <a:off x="42037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7" name="obj_3269"/>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18" name="obj_3270"/>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9" name="obj_3271"/>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0" name="obj_3272"/>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1" name="obj_3273"/>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1622" name="obj_3274"/>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3" name="obj_3275"/>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4" name="obj_3276"/>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5" name="obj_3277"/>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6" name="obj_3278"/>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7" name="obj_3279"/>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8" name="obj_3280"/>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9" name="obj_3281"/>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0" name="obj_3282"/>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1" name="obj_3283"/>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2" name="obj_3284"/>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33" name="obj_3285"/>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4" name="obj_3286"/>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5" name="obj_3287"/>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36" name="obj_3288"/>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7" name="obj_3289"/>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8" name="obj_3290"/>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39" name="obj_3291"/>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0" name="obj_3292"/>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1" name="obj_3293"/>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42" name="obj_3294"/>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3" name="obj_3295"/>
            <p:cNvSpPr/>
            <p:nvPr/>
          </p:nvSpPr>
          <p:spPr>
            <a:xfrm>
              <a:off x="3289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4" name="obj_3296"/>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45" name="obj_3297"/>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6" name="obj_3298"/>
            <p:cNvSpPr/>
            <p:nvPr/>
          </p:nvSpPr>
          <p:spPr>
            <a:xfrm>
              <a:off x="3594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7" name="obj_3299"/>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48" name="obj_3300"/>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9" name="obj_3301"/>
            <p:cNvSpPr/>
            <p:nvPr/>
          </p:nvSpPr>
          <p:spPr>
            <a:xfrm>
              <a:off x="3898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0" name="obj_3302"/>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51" name="obj_3303"/>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2" name="obj_3304"/>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53" name="obj_3305"/>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4" name="obj_3306"/>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5" name="obj_3307"/>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6" name="obj_3308"/>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7" name="obj_3309"/>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8" name="obj_3310"/>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9" name="obj_3311"/>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0" name="obj_3312"/>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1" name="obj_3313"/>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2" name="obj_3314"/>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3" name="obj_3315"/>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4" name="obj_3316"/>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5" name="obj_3317"/>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6" name="obj_3318"/>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7" name="obj_3319"/>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8" name="obj_3320"/>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9" name="obj_3321"/>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0" name="obj_3322"/>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1" name="obj_3323"/>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2" name="obj_3324"/>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3" name="obj_3325"/>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4" name="obj_3326"/>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5" name="obj_3327"/>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6" name="obj_3328"/>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7" name="obj_3329"/>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8" name="obj_3330"/>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9" name="obj_3331"/>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0" name="obj_3332"/>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1" name="obj_3333"/>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2" name="obj_3334"/>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3" name="obj_3335"/>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4" name="obj_3336"/>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5" name="obj_3337"/>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6" name="obj_3338"/>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7" name="obj_3339"/>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8" name="obj_3340"/>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9" name="obj_3341"/>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0" name="obj_3342"/>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1" name="obj_3343"/>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2" name="obj_3344"/>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3" name="obj_3345"/>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4" name="obj_3346"/>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5" name="obj_3347"/>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6" name="obj_3348"/>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7" name="obj_3349"/>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8" name="obj_3350"/>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9" name="obj_3351"/>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0" name="obj_3352"/>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1" name="obj_3353"/>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2" name="obj_3354"/>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3" name="obj_3355"/>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4" name="obj_3356"/>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5" name="obj_3357"/>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6" name="obj_3358"/>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7" name="obj_3359"/>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8" name="obj_3360"/>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9" name="obj_3361"/>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0" name="obj_3362"/>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1" name="obj_3363"/>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2" name="obj_3364"/>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3" name="obj_3365"/>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4" name="obj_3366"/>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5" name="obj_3367"/>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6" name="obj_3368"/>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717" name="obj_3369"/>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718" name="obj_3370"/>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719" name="obj_3371"/>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720" name="obj_3372"/>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721" name="obj_3373"/>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722" name="obj_3374"/>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723" name="obj_3375"/>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724" name="obj_3376"/>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725" name="obj_3377"/>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726" name="obj_3378"/>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727" name="obj_3379"/>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728" name="obj_3380"/>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729" name="obj_3381"/>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730" name="obj_3382"/>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731" name="obj_3383"/>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732" name="obj_3384"/>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733" name="obj_3385"/>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734" name="obj_3386"/>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735" name="obj_3387"/>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736" name="obj_3388"/>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737" name="obj_3389"/>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738" name="obj_3390"/>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739" name="obj_3391"/>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740" name="obj_3392"/>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741" name="obj_3393"/>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742" name="obj_3394"/>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10: current = (10,5)</a:t>
              </a:r>
            </a:p>
          </p:txBody>
        </p:sp>
        <p:sp>
          <p:nvSpPr>
            <p:cNvPr id="1743" name="obj_3395"/>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3</a:t>
              </a:r>
            </a:p>
            <a:p>
              <a:pPr algn="l">
                <a:lnSpc>
                  <a:spcPct val="112000"/>
                </a:lnSpc>
                <a:spcBef>
                  <a:spcPts val="0"/>
                </a:spcBef>
                <a:spcAft>
                  <a:spcPts val="0"/>
                </a:spcAft>
              </a:pPr>
              <a:r>
                <a:rPr sz="2200" b="0">
                  <a:solidFill>
                    <a:srgbClr val="352379"/>
                  </a:solidFill>
                  <a:latin typeface="Montserrat"/>
                </a:rPr>
                <a:t>Обработано: 10</a:t>
              </a:r>
            </a:p>
            <a:p>
              <a:pPr algn="l">
                <a:lnSpc>
                  <a:spcPct val="112000"/>
                </a:lnSpc>
                <a:spcBef>
                  <a:spcPts val="0"/>
                </a:spcBef>
                <a:spcAft>
                  <a:spcPts val="0"/>
                </a:spcAft>
              </a:pPr>
              <a:r>
                <a:rPr sz="2200" b="0">
                  <a:solidFill>
                    <a:srgbClr val="352379"/>
                  </a:solidFill>
                  <a:latin typeface="Montserrat"/>
                </a:rPr>
                <a:t>Кандидаты: (11,5): 2, (10,6): 4, (10,4): 4</a:t>
              </a:r>
            </a:p>
          </p:txBody>
        </p:sp>
      </p:grpSp>
      <p:grpSp>
        <p:nvGrpSpPr>
          <p:cNvPr id="1744" name="greedy_stage_11"/>
          <p:cNvGrpSpPr/>
          <p:nvPr/>
        </p:nvGrpSpPr>
        <p:grpSpPr>
          <a:xfrm>
            <a:off x="482600" y="1600200"/>
            <a:ext cx="11226800" cy="4089400"/>
            <a:chOff x="482600" y="1600200"/>
            <a:chExt cx="11226800" cy="4089400"/>
          </a:xfrm>
        </p:grpSpPr>
        <p:sp>
          <p:nvSpPr>
            <p:cNvPr id="1745" name="obj_3397"/>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 name="obj_3398"/>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 name="obj_3399"/>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8" name="obj_3400"/>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 name="obj_3401"/>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0" name="obj_3402"/>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1" name="obj_3403"/>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2" name="obj_3404"/>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3" name="obj_3405"/>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 name="obj_3406"/>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5" name="obj_3407"/>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6" name="obj_3408"/>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7" name="obj_3409"/>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8" name="obj_3410"/>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9" name="obj_3411"/>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0" name="obj_3412"/>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1" name="obj_3413"/>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2" name="obj_3414"/>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3" name="obj_3415"/>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4" name="obj_3416"/>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5" name="obj_3417"/>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6" name="obj_3418"/>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7" name="obj_3419"/>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8" name="obj_3420"/>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9" name="obj_3421"/>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0" name="obj_3422"/>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1" name="obj_3423"/>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2" name="obj_3424"/>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3" name="obj_3425"/>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4" name="obj_3426"/>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5" name="obj_3427"/>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6" name="obj_3428"/>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7" name="obj_3429"/>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8" name="obj_3430"/>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9" name="obj_3431"/>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0" name="obj_3432"/>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1" name="obj_3433"/>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2" name="obj_3434"/>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3" name="obj_3435"/>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4" name="obj_3436"/>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5" name="obj_3437"/>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6" name="obj_3438"/>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7" name="obj_3439"/>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8" name="obj_3440"/>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9" name="obj_3441"/>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0" name="obj_3442"/>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1" name="obj_3443"/>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2" name="obj_3444"/>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3" name="obj_3445"/>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4" name="obj_3446"/>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5" name="obj_3447"/>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6" name="obj_3448"/>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7" name="obj_3449"/>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8" name="obj_3450"/>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9" name="obj_3451"/>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0" name="obj_3452"/>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1" name="obj_3453"/>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2" name="obj_3454"/>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3" name="obj_3455"/>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4" name="obj_3456"/>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5" name="obj_3457"/>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6" name="obj_3458"/>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7" name="obj_3459"/>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8" name="obj_3460"/>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9" name="obj_3461"/>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0" name="obj_3462"/>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1" name="obj_3463"/>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2" name="obj_3464"/>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3" name="obj_3465"/>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4" name="obj_3466"/>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5" name="obj_3467"/>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6" name="obj_3468"/>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17" name="obj_3469"/>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8" name="obj_3470"/>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9" name="obj_3471"/>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20" name="obj_3472"/>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1" name="obj_3473"/>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2" name="obj_3474"/>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23" name="obj_3475"/>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4" name="obj_3476"/>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5" name="obj_3477"/>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26" name="obj_3478"/>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7" name="obj_3479"/>
            <p:cNvSpPr/>
            <p:nvPr/>
          </p:nvSpPr>
          <p:spPr>
            <a:xfrm>
              <a:off x="3289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8" name="obj_3480"/>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29" name="obj_3481"/>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0" name="obj_3482"/>
            <p:cNvSpPr/>
            <p:nvPr/>
          </p:nvSpPr>
          <p:spPr>
            <a:xfrm>
              <a:off x="3594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1" name="obj_3483"/>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32" name="obj_3484"/>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3" name="obj_3485"/>
            <p:cNvSpPr/>
            <p:nvPr/>
          </p:nvSpPr>
          <p:spPr>
            <a:xfrm>
              <a:off x="3898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4" name="obj_3486"/>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35" name="obj_3487"/>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6" name="obj_3488"/>
            <p:cNvSpPr/>
            <p:nvPr/>
          </p:nvSpPr>
          <p:spPr>
            <a:xfrm>
              <a:off x="4203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7" name="obj_3489"/>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38" name="obj_3490"/>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9" name="obj_3491"/>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0" name="obj_3492"/>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1" name="obj_3493"/>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2" name="obj_3494"/>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3" name="obj_3495"/>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4" name="obj_3496"/>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5" name="obj_3497"/>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6" name="obj_3498"/>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1847" name="obj_3499"/>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8" name="obj_3500"/>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9" name="obj_3501"/>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0" name="obj_3502"/>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1" name="obj_3503"/>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2" name="obj_3504"/>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3" name="obj_3505"/>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54" name="obj_3506"/>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5" name="obj_3507"/>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6" name="obj_3508"/>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57" name="obj_3509"/>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8" name="obj_3510"/>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9" name="obj_3511"/>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60" name="obj_3512"/>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1" name="obj_3513"/>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2" name="obj_3514"/>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63" name="obj_3515"/>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4" name="obj_3516"/>
            <p:cNvSpPr/>
            <p:nvPr/>
          </p:nvSpPr>
          <p:spPr>
            <a:xfrm>
              <a:off x="3337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5" name="obj_3517"/>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66" name="obj_3518"/>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7" name="obj_3519"/>
            <p:cNvSpPr/>
            <p:nvPr/>
          </p:nvSpPr>
          <p:spPr>
            <a:xfrm>
              <a:off x="3641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8" name="obj_3520"/>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69" name="obj_3521"/>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0" name="obj_3522"/>
            <p:cNvSpPr/>
            <p:nvPr/>
          </p:nvSpPr>
          <p:spPr>
            <a:xfrm>
              <a:off x="3946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1" name="obj_3523"/>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72" name="obj_3524"/>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3" name="obj_3525"/>
            <p:cNvSpPr/>
            <p:nvPr/>
          </p:nvSpPr>
          <p:spPr>
            <a:xfrm>
              <a:off x="4251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4" name="obj_3526"/>
            <p:cNvSpPr/>
            <p:nvPr/>
          </p:nvSpPr>
          <p:spPr>
            <a:xfrm>
              <a:off x="41910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5" name="obj_3527"/>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876" name="obj_3528"/>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7" name="obj_3529"/>
            <p:cNvSpPr/>
            <p:nvPr/>
          </p:nvSpPr>
          <p:spPr>
            <a:xfrm>
              <a:off x="45085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8" name="obj_3530"/>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9" name="obj_3531"/>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0" name="obj_3532"/>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1881" name="obj_3533"/>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2" name="obj_3534"/>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3" name="obj_3535"/>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4" name="obj_3536"/>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5" name="obj_3537"/>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6" name="obj_3538"/>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7" name="obj_3539"/>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8" name="obj_3540"/>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9" name="obj_3541"/>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0" name="obj_3542"/>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1" name="obj_3543"/>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92" name="obj_3544"/>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3" name="obj_3545"/>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4" name="obj_3546"/>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95" name="obj_3547"/>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6" name="obj_3548"/>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7" name="obj_3549"/>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98" name="obj_3550"/>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9" name="obj_3551"/>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0" name="obj_3552"/>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01" name="obj_3553"/>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2" name="obj_3554"/>
            <p:cNvSpPr/>
            <p:nvPr/>
          </p:nvSpPr>
          <p:spPr>
            <a:xfrm>
              <a:off x="3289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3" name="obj_3555"/>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04" name="obj_3556"/>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5" name="obj_3557"/>
            <p:cNvSpPr/>
            <p:nvPr/>
          </p:nvSpPr>
          <p:spPr>
            <a:xfrm>
              <a:off x="3594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6" name="obj_3558"/>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07" name="obj_3559"/>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8" name="obj_3560"/>
            <p:cNvSpPr/>
            <p:nvPr/>
          </p:nvSpPr>
          <p:spPr>
            <a:xfrm>
              <a:off x="3898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9" name="obj_3561"/>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10" name="obj_3562"/>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1" name="obj_3563"/>
            <p:cNvSpPr/>
            <p:nvPr/>
          </p:nvSpPr>
          <p:spPr>
            <a:xfrm>
              <a:off x="4203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2" name="obj_3564"/>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13" name="obj_3565"/>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4" name="obj_3566"/>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5" name="obj_3567"/>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6" name="obj_3568"/>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7" name="obj_3569"/>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8" name="obj_3570"/>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9" name="obj_3571"/>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0" name="obj_3572"/>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1" name="obj_3573"/>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2" name="obj_3574"/>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3" name="obj_3575"/>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4" name="obj_3576"/>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5" name="obj_3577"/>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6" name="obj_3578"/>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7" name="obj_3579"/>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8" name="obj_3580"/>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9" name="obj_3581"/>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0" name="obj_3582"/>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1" name="obj_3583"/>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2" name="obj_3584"/>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3" name="obj_3585"/>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4" name="obj_3586"/>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5" name="obj_3587"/>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6" name="obj_3588"/>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7" name="obj_3589"/>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8" name="obj_3590"/>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9" name="obj_3591"/>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0" name="obj_3592"/>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1" name="obj_3593"/>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2" name="obj_3594"/>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3" name="obj_3595"/>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4" name="obj_3596"/>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5" name="obj_3597"/>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6" name="obj_3598"/>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7" name="obj_3599"/>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8" name="obj_3600"/>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9" name="obj_3601"/>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0" name="obj_3602"/>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1" name="obj_3603"/>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2" name="obj_3604"/>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3" name="obj_3605"/>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4" name="obj_3606"/>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5" name="obj_3607"/>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6" name="obj_3608"/>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7" name="obj_3609"/>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8" name="obj_3610"/>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9" name="obj_3611"/>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0" name="obj_3612"/>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1" name="obj_3613"/>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2" name="obj_3614"/>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3" name="obj_3615"/>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4" name="obj_3616"/>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5" name="obj_3617"/>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6" name="obj_3618"/>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7" name="obj_3619"/>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8" name="obj_3620"/>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9" name="obj_3621"/>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0" name="obj_3622"/>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1" name="obj_3623"/>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2" name="obj_3624"/>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3" name="obj_3625"/>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4" name="obj_3626"/>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5" name="obj_3627"/>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6" name="obj_3628"/>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977" name="obj_3629"/>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978" name="obj_3630"/>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979" name="obj_3631"/>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980" name="obj_3632"/>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981" name="obj_3633"/>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982" name="obj_3634"/>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983" name="obj_3635"/>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984" name="obj_3636"/>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985" name="obj_3637"/>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986" name="obj_3638"/>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987" name="obj_3639"/>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988" name="obj_3640"/>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989" name="obj_3641"/>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990" name="obj_3642"/>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991" name="obj_3643"/>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992" name="obj_3644"/>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993" name="obj_3645"/>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994" name="obj_3646"/>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995" name="obj_3647"/>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996" name="obj_3648"/>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997" name="obj_3649"/>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998" name="obj_3650"/>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999" name="obj_3651"/>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000" name="obj_3652"/>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001" name="obj_3653"/>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002" name="obj_3654"/>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11: current = (11,5)</a:t>
              </a:r>
            </a:p>
          </p:txBody>
        </p:sp>
        <p:sp>
          <p:nvSpPr>
            <p:cNvPr id="2003" name="obj_3655"/>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2</a:t>
              </a:r>
            </a:p>
            <a:p>
              <a:pPr algn="l">
                <a:lnSpc>
                  <a:spcPct val="112000"/>
                </a:lnSpc>
                <a:spcBef>
                  <a:spcPts val="0"/>
                </a:spcBef>
                <a:spcAft>
                  <a:spcPts val="0"/>
                </a:spcAft>
              </a:pPr>
              <a:r>
                <a:rPr sz="2200" b="0">
                  <a:solidFill>
                    <a:srgbClr val="352379"/>
                  </a:solidFill>
                  <a:latin typeface="Montserrat"/>
                </a:rPr>
                <a:t>Обработано: 11</a:t>
              </a:r>
            </a:p>
            <a:p>
              <a:pPr algn="l">
                <a:lnSpc>
                  <a:spcPct val="112000"/>
                </a:lnSpc>
                <a:spcBef>
                  <a:spcPts val="0"/>
                </a:spcBef>
                <a:spcAft>
                  <a:spcPts val="0"/>
                </a:spcAft>
              </a:pPr>
              <a:r>
                <a:rPr sz="2200" b="0">
                  <a:solidFill>
                    <a:srgbClr val="352379"/>
                  </a:solidFill>
                  <a:latin typeface="Montserrat"/>
                </a:rPr>
                <a:t>Кандидаты: (12,5): 1, (11,6): 3, (11,4): 3</a:t>
              </a:r>
            </a:p>
          </p:txBody>
        </p:sp>
      </p:grpSp>
      <p:grpSp>
        <p:nvGrpSpPr>
          <p:cNvPr id="2004" name="greedy_stage_12"/>
          <p:cNvGrpSpPr/>
          <p:nvPr/>
        </p:nvGrpSpPr>
        <p:grpSpPr>
          <a:xfrm>
            <a:off x="482600" y="1600200"/>
            <a:ext cx="11226800" cy="4089400"/>
            <a:chOff x="482600" y="1600200"/>
            <a:chExt cx="11226800" cy="4089400"/>
          </a:xfrm>
        </p:grpSpPr>
        <p:sp>
          <p:nvSpPr>
            <p:cNvPr id="2005" name="obj_3657"/>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 name="obj_3658"/>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7" name="obj_3659"/>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8" name="obj_3660"/>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9" name="obj_3661"/>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0" name="obj_3662"/>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1" name="obj_3663"/>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2" name="obj_3664"/>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3" name="obj_3665"/>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4" name="obj_3666"/>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5" name="obj_3667"/>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6" name="obj_3668"/>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7" name="obj_3669"/>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8" name="obj_3670"/>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9" name="obj_3671"/>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0" name="obj_3672"/>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1" name="obj_3673"/>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2" name="obj_3674"/>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3" name="obj_3675"/>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4" name="obj_3676"/>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5" name="obj_3677"/>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6" name="obj_3678"/>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7" name="obj_3679"/>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8" name="obj_3680"/>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9" name="obj_3681"/>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0" name="obj_3682"/>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1" name="obj_3683"/>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2" name="obj_3684"/>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3" name="obj_3685"/>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4" name="obj_3686"/>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5" name="obj_3687"/>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6" name="obj_3688"/>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7" name="obj_3689"/>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8" name="obj_3690"/>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9" name="obj_3691"/>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0" name="obj_3692"/>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1" name="obj_3693"/>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2" name="obj_3694"/>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3" name="obj_3695"/>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4" name="obj_3696"/>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5" name="obj_3697"/>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6" name="obj_3698"/>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7" name="obj_3699"/>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8" name="obj_3700"/>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9" name="obj_3701"/>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0" name="obj_3702"/>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1" name="obj_3703"/>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2" name="obj_3704"/>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obj_3705"/>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4" name="obj_3706"/>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5" name="obj_3707"/>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6" name="obj_3708"/>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7" name="obj_3709"/>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obj_3710"/>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obj_3711"/>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0" name="obj_3712"/>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1" name="obj_3713"/>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2" name="obj_3714"/>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3" name="obj_3715"/>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4" name="obj_3716"/>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5" name="obj_3717"/>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6" name="obj_3718"/>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7" name="obj_3719"/>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8" name="obj_3720"/>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9" name="obj_3721"/>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0" name="obj_3722"/>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1" name="obj_3723"/>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2" name="obj_3724"/>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3" name="obj_3725"/>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4" name="obj_3726"/>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5" name="obj_3727"/>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6" name="obj_3728"/>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77" name="obj_3729"/>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8" name="obj_3730"/>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9" name="obj_3731"/>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0" name="obj_3732"/>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1" name="obj_3733"/>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2" name="obj_3734"/>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3" name="obj_3735"/>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4" name="obj_3736"/>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5" name="obj_3737"/>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6" name="obj_3738"/>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7" name="obj_3739"/>
            <p:cNvSpPr/>
            <p:nvPr/>
          </p:nvSpPr>
          <p:spPr>
            <a:xfrm>
              <a:off x="3289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8" name="obj_3740"/>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9" name="obj_3741"/>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0" name="obj_3742"/>
            <p:cNvSpPr/>
            <p:nvPr/>
          </p:nvSpPr>
          <p:spPr>
            <a:xfrm>
              <a:off x="3594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1" name="obj_3743"/>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92" name="obj_3744"/>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3" name="obj_3745"/>
            <p:cNvSpPr/>
            <p:nvPr/>
          </p:nvSpPr>
          <p:spPr>
            <a:xfrm>
              <a:off x="3898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4" name="obj_3746"/>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95" name="obj_3747"/>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6" name="obj_3748"/>
            <p:cNvSpPr/>
            <p:nvPr/>
          </p:nvSpPr>
          <p:spPr>
            <a:xfrm>
              <a:off x="4203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7" name="obj_3749"/>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98" name="obj_3750"/>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9" name="obj_3751"/>
            <p:cNvSpPr/>
            <p:nvPr/>
          </p:nvSpPr>
          <p:spPr>
            <a:xfrm>
              <a:off x="4508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0" name="obj_3752"/>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1" name="obj_3753"/>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2" name="obj_3754"/>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3" name="obj_3755"/>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4" name="obj_3756"/>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5" name="obj_3757"/>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6" name="obj_3758"/>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7" name="obj_3759"/>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2108" name="obj_3760"/>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9" name="obj_3761"/>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0" name="obj_3762"/>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1" name="obj_3763"/>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2" name="obj_3764"/>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3" name="obj_3765"/>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4" name="obj_3766"/>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15" name="obj_3767"/>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6" name="obj_3768"/>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7" name="obj_3769"/>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18" name="obj_3770"/>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9" name="obj_3771"/>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0" name="obj_3772"/>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21" name="obj_3773"/>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2" name="obj_3774"/>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3" name="obj_3775"/>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24" name="obj_3776"/>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5" name="obj_3777"/>
            <p:cNvSpPr/>
            <p:nvPr/>
          </p:nvSpPr>
          <p:spPr>
            <a:xfrm>
              <a:off x="3337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6" name="obj_3778"/>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27" name="obj_3779"/>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8" name="obj_3780"/>
            <p:cNvSpPr/>
            <p:nvPr/>
          </p:nvSpPr>
          <p:spPr>
            <a:xfrm>
              <a:off x="3641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9" name="obj_3781"/>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30" name="obj_3782"/>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1" name="obj_3783"/>
            <p:cNvSpPr/>
            <p:nvPr/>
          </p:nvSpPr>
          <p:spPr>
            <a:xfrm>
              <a:off x="3946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2" name="obj_3784"/>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33" name="obj_3785"/>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4" name="obj_3786"/>
            <p:cNvSpPr/>
            <p:nvPr/>
          </p:nvSpPr>
          <p:spPr>
            <a:xfrm>
              <a:off x="4251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5" name="obj_3787"/>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136" name="obj_3788"/>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7" name="obj_3789"/>
            <p:cNvSpPr/>
            <p:nvPr/>
          </p:nvSpPr>
          <p:spPr>
            <a:xfrm>
              <a:off x="4556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8" name="obj_3790"/>
            <p:cNvSpPr/>
            <p:nvPr/>
          </p:nvSpPr>
          <p:spPr>
            <a:xfrm>
              <a:off x="44958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9" name="obj_3791"/>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0" name="obj_3792"/>
            <p:cNvSpPr/>
            <p:nvPr/>
          </p:nvSpPr>
          <p:spPr>
            <a:xfrm>
              <a:off x="48133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1" name="obj_3793"/>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2" name="obj_3794"/>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2143" name="obj_3795"/>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4" name="obj_3796"/>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5" name="obj_3797"/>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6" name="obj_3798"/>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7" name="obj_3799"/>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8" name="obj_3800"/>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9" name="obj_3801"/>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0" name="obj_3802"/>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1" name="obj_3803"/>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2" name="obj_3804"/>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3" name="obj_3805"/>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54" name="obj_3806"/>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5" name="obj_3807"/>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6" name="obj_3808"/>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57" name="obj_3809"/>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8" name="obj_3810"/>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9" name="obj_3811"/>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60" name="obj_3812"/>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1" name="obj_3813"/>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2" name="obj_3814"/>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63" name="obj_3815"/>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4" name="obj_3816"/>
            <p:cNvSpPr/>
            <p:nvPr/>
          </p:nvSpPr>
          <p:spPr>
            <a:xfrm>
              <a:off x="3289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5" name="obj_3817"/>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66" name="obj_3818"/>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7" name="obj_3819"/>
            <p:cNvSpPr/>
            <p:nvPr/>
          </p:nvSpPr>
          <p:spPr>
            <a:xfrm>
              <a:off x="3594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8" name="obj_3820"/>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69" name="obj_3821"/>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0" name="obj_3822"/>
            <p:cNvSpPr/>
            <p:nvPr/>
          </p:nvSpPr>
          <p:spPr>
            <a:xfrm>
              <a:off x="3898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1" name="obj_3823"/>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72" name="obj_3824"/>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3" name="obj_3825"/>
            <p:cNvSpPr/>
            <p:nvPr/>
          </p:nvSpPr>
          <p:spPr>
            <a:xfrm>
              <a:off x="4203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4" name="obj_3826"/>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75" name="obj_3827"/>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6" name="obj_3828"/>
            <p:cNvSpPr/>
            <p:nvPr/>
          </p:nvSpPr>
          <p:spPr>
            <a:xfrm>
              <a:off x="4508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7" name="obj_3829"/>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8" name="obj_3830"/>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9" name="obj_3831"/>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0" name="obj_3832"/>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1" name="obj_3833"/>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2" name="obj_3834"/>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3" name="obj_3835"/>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4" name="obj_3836"/>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5" name="obj_3837"/>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6" name="obj_3838"/>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7" name="obj_3839"/>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8" name="obj_3840"/>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9" name="obj_3841"/>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0" name="obj_3842"/>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1" name="obj_3843"/>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2" name="obj_3844"/>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3" name="obj_3845"/>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4" name="obj_3846"/>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5" name="obj_3847"/>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6" name="obj_3848"/>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7" name="obj_3849"/>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8" name="obj_3850"/>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9" name="obj_3851"/>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0" name="obj_3852"/>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1" name="obj_3853"/>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2" name="obj_3854"/>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3" name="obj_3855"/>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4" name="obj_3856"/>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5" name="obj_3857"/>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6" name="obj_3858"/>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7" name="obj_3859"/>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8" name="obj_3860"/>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9" name="obj_3861"/>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0" name="obj_3862"/>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1" name="obj_3863"/>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2" name="obj_3864"/>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3" name="obj_3865"/>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4" name="obj_3866"/>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5" name="obj_3867"/>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6" name="obj_3868"/>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7" name="obj_3869"/>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8" name="obj_3870"/>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9" name="obj_3871"/>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0" name="obj_3872"/>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1" name="obj_3873"/>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2" name="obj_3874"/>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3" name="obj_3875"/>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4" name="obj_3876"/>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5" name="obj_3877"/>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6" name="obj_3878"/>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7" name="obj_3879"/>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8" name="obj_3880"/>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9" name="obj_3881"/>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0" name="obj_3882"/>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1" name="obj_3883"/>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2" name="obj_3884"/>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3" name="obj_3885"/>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4" name="obj_3886"/>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5" name="obj_3887"/>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6" name="obj_3888"/>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7" name="obj_3889"/>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8" name="obj_3890"/>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9" name="obj_3891"/>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240" name="obj_3892"/>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241" name="obj_3893"/>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242" name="obj_3894"/>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243" name="obj_3895"/>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244" name="obj_3896"/>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245" name="obj_3897"/>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246" name="obj_3898"/>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247" name="obj_3899"/>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248" name="obj_3900"/>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249" name="obj_3901"/>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250" name="obj_3902"/>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251" name="obj_3903"/>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252" name="obj_3904"/>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253" name="obj_3905"/>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254" name="obj_3906"/>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255" name="obj_3907"/>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256" name="obj_3908"/>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257" name="obj_3909"/>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258" name="obj_3910"/>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259" name="obj_3911"/>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260" name="obj_3912"/>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261" name="obj_3913"/>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262" name="obj_3914"/>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263" name="obj_3915"/>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264" name="obj_3916"/>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265" name="obj_3917"/>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12: current = (12,5)</a:t>
              </a:r>
            </a:p>
          </p:txBody>
        </p:sp>
        <p:sp>
          <p:nvSpPr>
            <p:cNvPr id="2266" name="obj_3918"/>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h(current) = 1</a:t>
              </a:r>
            </a:p>
            <a:p>
              <a:pPr algn="l">
                <a:lnSpc>
                  <a:spcPct val="112000"/>
                </a:lnSpc>
                <a:spcBef>
                  <a:spcPts val="0"/>
                </a:spcBef>
                <a:spcAft>
                  <a:spcPts val="0"/>
                </a:spcAft>
              </a:pPr>
              <a:r>
                <a:rPr sz="2200" b="0">
                  <a:solidFill>
                    <a:srgbClr val="352379"/>
                  </a:solidFill>
                  <a:latin typeface="Montserrat"/>
                </a:rPr>
                <a:t>Обработано: 12</a:t>
              </a:r>
            </a:p>
            <a:p>
              <a:pPr algn="l">
                <a:lnSpc>
                  <a:spcPct val="112000"/>
                </a:lnSpc>
                <a:spcBef>
                  <a:spcPts val="0"/>
                </a:spcBef>
                <a:spcAft>
                  <a:spcPts val="0"/>
                </a:spcAft>
              </a:pPr>
              <a:r>
                <a:rPr sz="2200" b="0">
                  <a:solidFill>
                    <a:srgbClr val="352379"/>
                  </a:solidFill>
                  <a:latin typeface="Montserrat"/>
                </a:rPr>
                <a:t>Кандидаты: (13,5): 0, (12,6): 2, (12,4): 2</a:t>
              </a:r>
            </a:p>
          </p:txBody>
        </p:sp>
      </p:grpSp>
      <p:grpSp>
        <p:nvGrpSpPr>
          <p:cNvPr id="2267" name="greedy_stage_13"/>
          <p:cNvGrpSpPr/>
          <p:nvPr/>
        </p:nvGrpSpPr>
        <p:grpSpPr>
          <a:xfrm>
            <a:off x="482600" y="1600200"/>
            <a:ext cx="11226800" cy="4089400"/>
            <a:chOff x="482600" y="1600200"/>
            <a:chExt cx="11226800" cy="4089400"/>
          </a:xfrm>
        </p:grpSpPr>
        <p:sp>
          <p:nvSpPr>
            <p:cNvPr id="2268" name="obj_3920"/>
            <p:cNvSpPr/>
            <p:nvPr/>
          </p:nvSpPr>
          <p:spPr>
            <a:xfrm>
              <a:off x="482600" y="1600200"/>
              <a:ext cx="11226800" cy="4089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9" name="obj_3921"/>
            <p:cNvSpPr/>
            <p:nvPr/>
          </p:nvSpPr>
          <p:spPr>
            <a:xfrm>
              <a:off x="508000" y="1701800"/>
              <a:ext cx="4978400" cy="3733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0" name="obj_3922"/>
            <p:cNvSpPr/>
            <p:nvPr/>
          </p:nvSpPr>
          <p:spPr>
            <a:xfrm>
              <a:off x="825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1" name="obj_3923"/>
            <p:cNvSpPr/>
            <p:nvPr/>
          </p:nvSpPr>
          <p:spPr>
            <a:xfrm>
              <a:off x="1130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2" name="obj_3924"/>
            <p:cNvSpPr/>
            <p:nvPr/>
          </p:nvSpPr>
          <p:spPr>
            <a:xfrm>
              <a:off x="1435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3" name="obj_3925"/>
            <p:cNvSpPr/>
            <p:nvPr/>
          </p:nvSpPr>
          <p:spPr>
            <a:xfrm>
              <a:off x="1739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4" name="obj_3926"/>
            <p:cNvSpPr/>
            <p:nvPr/>
          </p:nvSpPr>
          <p:spPr>
            <a:xfrm>
              <a:off x="2044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5" name="obj_3927"/>
            <p:cNvSpPr/>
            <p:nvPr/>
          </p:nvSpPr>
          <p:spPr>
            <a:xfrm>
              <a:off x="2349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6" name="obj_3928"/>
            <p:cNvSpPr/>
            <p:nvPr/>
          </p:nvSpPr>
          <p:spPr>
            <a:xfrm>
              <a:off x="2654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7" name="obj_3929"/>
            <p:cNvSpPr/>
            <p:nvPr/>
          </p:nvSpPr>
          <p:spPr>
            <a:xfrm>
              <a:off x="2959100" y="1981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8" name="obj_3930"/>
            <p:cNvSpPr/>
            <p:nvPr/>
          </p:nvSpPr>
          <p:spPr>
            <a:xfrm>
              <a:off x="3263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9" name="obj_3931"/>
            <p:cNvSpPr/>
            <p:nvPr/>
          </p:nvSpPr>
          <p:spPr>
            <a:xfrm>
              <a:off x="3568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0" name="obj_3932"/>
            <p:cNvSpPr/>
            <p:nvPr/>
          </p:nvSpPr>
          <p:spPr>
            <a:xfrm>
              <a:off x="38735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1" name="obj_3933"/>
            <p:cNvSpPr/>
            <p:nvPr/>
          </p:nvSpPr>
          <p:spPr>
            <a:xfrm>
              <a:off x="41783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2" name="obj_3934"/>
            <p:cNvSpPr/>
            <p:nvPr/>
          </p:nvSpPr>
          <p:spPr>
            <a:xfrm>
              <a:off x="44831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3" name="obj_3935"/>
            <p:cNvSpPr/>
            <p:nvPr/>
          </p:nvSpPr>
          <p:spPr>
            <a:xfrm>
              <a:off x="47879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4" name="obj_3936"/>
            <p:cNvSpPr/>
            <p:nvPr/>
          </p:nvSpPr>
          <p:spPr>
            <a:xfrm>
              <a:off x="5092700" y="1981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5" name="obj_3937"/>
            <p:cNvSpPr/>
            <p:nvPr/>
          </p:nvSpPr>
          <p:spPr>
            <a:xfrm>
              <a:off x="825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6" name="obj_3938"/>
            <p:cNvSpPr/>
            <p:nvPr/>
          </p:nvSpPr>
          <p:spPr>
            <a:xfrm>
              <a:off x="1130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7" name="obj_3939"/>
            <p:cNvSpPr/>
            <p:nvPr/>
          </p:nvSpPr>
          <p:spPr>
            <a:xfrm>
              <a:off x="1435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8" name="obj_3940"/>
            <p:cNvSpPr/>
            <p:nvPr/>
          </p:nvSpPr>
          <p:spPr>
            <a:xfrm>
              <a:off x="1739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9" name="obj_3941"/>
            <p:cNvSpPr/>
            <p:nvPr/>
          </p:nvSpPr>
          <p:spPr>
            <a:xfrm>
              <a:off x="2044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0" name="obj_3942"/>
            <p:cNvSpPr/>
            <p:nvPr/>
          </p:nvSpPr>
          <p:spPr>
            <a:xfrm>
              <a:off x="2349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1" name="obj_3943"/>
            <p:cNvSpPr/>
            <p:nvPr/>
          </p:nvSpPr>
          <p:spPr>
            <a:xfrm>
              <a:off x="2654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2" name="obj_3944"/>
            <p:cNvSpPr/>
            <p:nvPr/>
          </p:nvSpPr>
          <p:spPr>
            <a:xfrm>
              <a:off x="2959100" y="22860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3" name="obj_3945"/>
            <p:cNvSpPr/>
            <p:nvPr/>
          </p:nvSpPr>
          <p:spPr>
            <a:xfrm>
              <a:off x="3263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4" name="obj_3946"/>
            <p:cNvSpPr/>
            <p:nvPr/>
          </p:nvSpPr>
          <p:spPr>
            <a:xfrm>
              <a:off x="3568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5" name="obj_3947"/>
            <p:cNvSpPr/>
            <p:nvPr/>
          </p:nvSpPr>
          <p:spPr>
            <a:xfrm>
              <a:off x="38735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6" name="obj_3948"/>
            <p:cNvSpPr/>
            <p:nvPr/>
          </p:nvSpPr>
          <p:spPr>
            <a:xfrm>
              <a:off x="41783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7" name="obj_3949"/>
            <p:cNvSpPr/>
            <p:nvPr/>
          </p:nvSpPr>
          <p:spPr>
            <a:xfrm>
              <a:off x="44831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8" name="obj_3950"/>
            <p:cNvSpPr/>
            <p:nvPr/>
          </p:nvSpPr>
          <p:spPr>
            <a:xfrm>
              <a:off x="47879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9" name="obj_3951"/>
            <p:cNvSpPr/>
            <p:nvPr/>
          </p:nvSpPr>
          <p:spPr>
            <a:xfrm>
              <a:off x="5092700" y="2286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0" name="obj_3952"/>
            <p:cNvSpPr/>
            <p:nvPr/>
          </p:nvSpPr>
          <p:spPr>
            <a:xfrm>
              <a:off x="825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1" name="obj_3953"/>
            <p:cNvSpPr/>
            <p:nvPr/>
          </p:nvSpPr>
          <p:spPr>
            <a:xfrm>
              <a:off x="1130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2" name="obj_3954"/>
            <p:cNvSpPr/>
            <p:nvPr/>
          </p:nvSpPr>
          <p:spPr>
            <a:xfrm>
              <a:off x="1435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3" name="obj_3955"/>
            <p:cNvSpPr/>
            <p:nvPr/>
          </p:nvSpPr>
          <p:spPr>
            <a:xfrm>
              <a:off x="17399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4" name="obj_3956"/>
            <p:cNvSpPr/>
            <p:nvPr/>
          </p:nvSpPr>
          <p:spPr>
            <a:xfrm>
              <a:off x="2044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5" name="obj_3957"/>
            <p:cNvSpPr/>
            <p:nvPr/>
          </p:nvSpPr>
          <p:spPr>
            <a:xfrm>
              <a:off x="23495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6" name="obj_3958"/>
            <p:cNvSpPr/>
            <p:nvPr/>
          </p:nvSpPr>
          <p:spPr>
            <a:xfrm>
              <a:off x="26543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7" name="obj_3959"/>
            <p:cNvSpPr/>
            <p:nvPr/>
          </p:nvSpPr>
          <p:spPr>
            <a:xfrm>
              <a:off x="29591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8" name="obj_3960"/>
            <p:cNvSpPr/>
            <p:nvPr/>
          </p:nvSpPr>
          <p:spPr>
            <a:xfrm>
              <a:off x="3263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9" name="obj_3961"/>
            <p:cNvSpPr/>
            <p:nvPr/>
          </p:nvSpPr>
          <p:spPr>
            <a:xfrm>
              <a:off x="3568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0" name="obj_3962"/>
            <p:cNvSpPr/>
            <p:nvPr/>
          </p:nvSpPr>
          <p:spPr>
            <a:xfrm>
              <a:off x="38735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1" name="obj_3963"/>
            <p:cNvSpPr/>
            <p:nvPr/>
          </p:nvSpPr>
          <p:spPr>
            <a:xfrm>
              <a:off x="4178300" y="25908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2" name="obj_3964"/>
            <p:cNvSpPr/>
            <p:nvPr/>
          </p:nvSpPr>
          <p:spPr>
            <a:xfrm>
              <a:off x="44831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3" name="obj_3965"/>
            <p:cNvSpPr/>
            <p:nvPr/>
          </p:nvSpPr>
          <p:spPr>
            <a:xfrm>
              <a:off x="47879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4" name="obj_3966"/>
            <p:cNvSpPr/>
            <p:nvPr/>
          </p:nvSpPr>
          <p:spPr>
            <a:xfrm>
              <a:off x="5092700" y="2590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5" name="obj_3967"/>
            <p:cNvSpPr/>
            <p:nvPr/>
          </p:nvSpPr>
          <p:spPr>
            <a:xfrm>
              <a:off x="825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6" name="obj_3968"/>
            <p:cNvSpPr/>
            <p:nvPr/>
          </p:nvSpPr>
          <p:spPr>
            <a:xfrm>
              <a:off x="1130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7" name="obj_3969"/>
            <p:cNvSpPr/>
            <p:nvPr/>
          </p:nvSpPr>
          <p:spPr>
            <a:xfrm>
              <a:off x="1435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8" name="obj_3970"/>
            <p:cNvSpPr/>
            <p:nvPr/>
          </p:nvSpPr>
          <p:spPr>
            <a:xfrm>
              <a:off x="1739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9" name="obj_3971"/>
            <p:cNvSpPr/>
            <p:nvPr/>
          </p:nvSpPr>
          <p:spPr>
            <a:xfrm>
              <a:off x="2044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0" name="obj_3972"/>
            <p:cNvSpPr/>
            <p:nvPr/>
          </p:nvSpPr>
          <p:spPr>
            <a:xfrm>
              <a:off x="2349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1" name="obj_3973"/>
            <p:cNvSpPr/>
            <p:nvPr/>
          </p:nvSpPr>
          <p:spPr>
            <a:xfrm>
              <a:off x="2654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2" name="obj_3974"/>
            <p:cNvSpPr/>
            <p:nvPr/>
          </p:nvSpPr>
          <p:spPr>
            <a:xfrm>
              <a:off x="2959100" y="2895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3" name="obj_3975"/>
            <p:cNvSpPr/>
            <p:nvPr/>
          </p:nvSpPr>
          <p:spPr>
            <a:xfrm>
              <a:off x="3263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4" name="obj_3976"/>
            <p:cNvSpPr/>
            <p:nvPr/>
          </p:nvSpPr>
          <p:spPr>
            <a:xfrm>
              <a:off x="3568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5" name="obj_3977"/>
            <p:cNvSpPr/>
            <p:nvPr/>
          </p:nvSpPr>
          <p:spPr>
            <a:xfrm>
              <a:off x="38735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6" name="obj_3978"/>
            <p:cNvSpPr/>
            <p:nvPr/>
          </p:nvSpPr>
          <p:spPr>
            <a:xfrm>
              <a:off x="41783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7" name="obj_3979"/>
            <p:cNvSpPr/>
            <p:nvPr/>
          </p:nvSpPr>
          <p:spPr>
            <a:xfrm>
              <a:off x="44831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8" name="obj_3980"/>
            <p:cNvSpPr/>
            <p:nvPr/>
          </p:nvSpPr>
          <p:spPr>
            <a:xfrm>
              <a:off x="47879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9" name="obj_3981"/>
            <p:cNvSpPr/>
            <p:nvPr/>
          </p:nvSpPr>
          <p:spPr>
            <a:xfrm>
              <a:off x="5092700" y="2895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0" name="obj_3982"/>
            <p:cNvSpPr/>
            <p:nvPr/>
          </p:nvSpPr>
          <p:spPr>
            <a:xfrm>
              <a:off x="8255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1" name="obj_3983"/>
            <p:cNvSpPr/>
            <p:nvPr/>
          </p:nvSpPr>
          <p:spPr>
            <a:xfrm>
              <a:off x="11303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2" name="obj_3984"/>
            <p:cNvSpPr/>
            <p:nvPr/>
          </p:nvSpPr>
          <p:spPr>
            <a:xfrm>
              <a:off x="1155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3" name="obj_3985"/>
            <p:cNvSpPr/>
            <p:nvPr/>
          </p:nvSpPr>
          <p:spPr>
            <a:xfrm>
              <a:off x="1435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4" name="obj_3986"/>
            <p:cNvSpPr/>
            <p:nvPr/>
          </p:nvSpPr>
          <p:spPr>
            <a:xfrm>
              <a:off x="1460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5" name="obj_3987"/>
            <p:cNvSpPr/>
            <p:nvPr/>
          </p:nvSpPr>
          <p:spPr>
            <a:xfrm>
              <a:off x="1739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6" name="obj_3988"/>
            <p:cNvSpPr/>
            <p:nvPr/>
          </p:nvSpPr>
          <p:spPr>
            <a:xfrm>
              <a:off x="1765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7" name="obj_3989"/>
            <p:cNvSpPr/>
            <p:nvPr/>
          </p:nvSpPr>
          <p:spPr>
            <a:xfrm>
              <a:off x="2044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8" name="obj_3990"/>
            <p:cNvSpPr/>
            <p:nvPr/>
          </p:nvSpPr>
          <p:spPr>
            <a:xfrm>
              <a:off x="2070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9" name="obj_3991"/>
            <p:cNvSpPr txBox="1"/>
            <p:nvPr/>
          </p:nvSpPr>
          <p:spPr>
            <a:xfrm>
              <a:off x="2057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40" name="obj_3992"/>
            <p:cNvSpPr/>
            <p:nvPr/>
          </p:nvSpPr>
          <p:spPr>
            <a:xfrm>
              <a:off x="2349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1" name="obj_3993"/>
            <p:cNvSpPr/>
            <p:nvPr/>
          </p:nvSpPr>
          <p:spPr>
            <a:xfrm>
              <a:off x="2374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2" name="obj_3994"/>
            <p:cNvSpPr txBox="1"/>
            <p:nvPr/>
          </p:nvSpPr>
          <p:spPr>
            <a:xfrm>
              <a:off x="2362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43" name="obj_3995"/>
            <p:cNvSpPr/>
            <p:nvPr/>
          </p:nvSpPr>
          <p:spPr>
            <a:xfrm>
              <a:off x="2654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4" name="obj_3996"/>
            <p:cNvSpPr/>
            <p:nvPr/>
          </p:nvSpPr>
          <p:spPr>
            <a:xfrm>
              <a:off x="2679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5" name="obj_3997"/>
            <p:cNvSpPr txBox="1"/>
            <p:nvPr/>
          </p:nvSpPr>
          <p:spPr>
            <a:xfrm>
              <a:off x="2667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46" name="obj_3998"/>
            <p:cNvSpPr/>
            <p:nvPr/>
          </p:nvSpPr>
          <p:spPr>
            <a:xfrm>
              <a:off x="29591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7" name="obj_3999"/>
            <p:cNvSpPr/>
            <p:nvPr/>
          </p:nvSpPr>
          <p:spPr>
            <a:xfrm>
              <a:off x="2984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8" name="obj_4000"/>
            <p:cNvSpPr txBox="1"/>
            <p:nvPr/>
          </p:nvSpPr>
          <p:spPr>
            <a:xfrm>
              <a:off x="29718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49" name="obj_4001"/>
            <p:cNvSpPr/>
            <p:nvPr/>
          </p:nvSpPr>
          <p:spPr>
            <a:xfrm>
              <a:off x="32639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0" name="obj_4002"/>
            <p:cNvSpPr/>
            <p:nvPr/>
          </p:nvSpPr>
          <p:spPr>
            <a:xfrm>
              <a:off x="32893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1" name="obj_4003"/>
            <p:cNvSpPr txBox="1"/>
            <p:nvPr/>
          </p:nvSpPr>
          <p:spPr>
            <a:xfrm>
              <a:off x="32766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52" name="obj_4004"/>
            <p:cNvSpPr/>
            <p:nvPr/>
          </p:nvSpPr>
          <p:spPr>
            <a:xfrm>
              <a:off x="35687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3" name="obj_4005"/>
            <p:cNvSpPr/>
            <p:nvPr/>
          </p:nvSpPr>
          <p:spPr>
            <a:xfrm>
              <a:off x="35941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4" name="obj_4006"/>
            <p:cNvSpPr txBox="1"/>
            <p:nvPr/>
          </p:nvSpPr>
          <p:spPr>
            <a:xfrm>
              <a:off x="35814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55" name="obj_4007"/>
            <p:cNvSpPr/>
            <p:nvPr/>
          </p:nvSpPr>
          <p:spPr>
            <a:xfrm>
              <a:off x="38735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6" name="obj_4008"/>
            <p:cNvSpPr/>
            <p:nvPr/>
          </p:nvSpPr>
          <p:spPr>
            <a:xfrm>
              <a:off x="38989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7" name="obj_4009"/>
            <p:cNvSpPr txBox="1"/>
            <p:nvPr/>
          </p:nvSpPr>
          <p:spPr>
            <a:xfrm>
              <a:off x="38862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58" name="obj_4010"/>
            <p:cNvSpPr/>
            <p:nvPr/>
          </p:nvSpPr>
          <p:spPr>
            <a:xfrm>
              <a:off x="4178300" y="32004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9" name="obj_4011"/>
            <p:cNvSpPr/>
            <p:nvPr/>
          </p:nvSpPr>
          <p:spPr>
            <a:xfrm>
              <a:off x="42037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0" name="obj_4012"/>
            <p:cNvSpPr txBox="1"/>
            <p:nvPr/>
          </p:nvSpPr>
          <p:spPr>
            <a:xfrm>
              <a:off x="4191000" y="32583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61" name="obj_4013"/>
            <p:cNvSpPr/>
            <p:nvPr/>
          </p:nvSpPr>
          <p:spPr>
            <a:xfrm>
              <a:off x="44831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2" name="obj_4014"/>
            <p:cNvSpPr/>
            <p:nvPr/>
          </p:nvSpPr>
          <p:spPr>
            <a:xfrm>
              <a:off x="4508500" y="32258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3" name="obj_4015"/>
            <p:cNvSpPr/>
            <p:nvPr/>
          </p:nvSpPr>
          <p:spPr>
            <a:xfrm>
              <a:off x="47879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4" name="obj_4016"/>
            <p:cNvSpPr/>
            <p:nvPr/>
          </p:nvSpPr>
          <p:spPr>
            <a:xfrm>
              <a:off x="5092700" y="3200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5" name="obj_4017"/>
            <p:cNvSpPr/>
            <p:nvPr/>
          </p:nvSpPr>
          <p:spPr>
            <a:xfrm>
              <a:off x="8255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6" name="obj_4018"/>
            <p:cNvSpPr/>
            <p:nvPr/>
          </p:nvSpPr>
          <p:spPr>
            <a:xfrm>
              <a:off x="850900" y="35306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7" name="obj_4019"/>
            <p:cNvSpPr/>
            <p:nvPr/>
          </p:nvSpPr>
          <p:spPr>
            <a:xfrm>
              <a:off x="11303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8" name="obj_4020"/>
            <p:cNvSpPr/>
            <p:nvPr/>
          </p:nvSpPr>
          <p:spPr>
            <a:xfrm>
              <a:off x="1203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9" name="obj_4021"/>
            <p:cNvSpPr/>
            <p:nvPr/>
          </p:nvSpPr>
          <p:spPr>
            <a:xfrm>
              <a:off x="1166876" y="3541776"/>
              <a:ext cx="219456" cy="219456"/>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0" name="obj_4022"/>
            <p:cNvSpPr txBox="1"/>
            <p:nvPr/>
          </p:nvSpPr>
          <p:spPr>
            <a:xfrm>
              <a:off x="11668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S</a:t>
              </a:r>
            </a:p>
          </p:txBody>
        </p:sp>
        <p:sp>
          <p:nvSpPr>
            <p:cNvPr id="2371" name="obj_4023"/>
            <p:cNvSpPr/>
            <p:nvPr/>
          </p:nvSpPr>
          <p:spPr>
            <a:xfrm>
              <a:off x="1435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2" name="obj_4024"/>
            <p:cNvSpPr/>
            <p:nvPr/>
          </p:nvSpPr>
          <p:spPr>
            <a:xfrm>
              <a:off x="1508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3" name="obj_4025"/>
            <p:cNvSpPr/>
            <p:nvPr/>
          </p:nvSpPr>
          <p:spPr>
            <a:xfrm>
              <a:off x="1739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4" name="obj_4026"/>
            <p:cNvSpPr/>
            <p:nvPr/>
          </p:nvSpPr>
          <p:spPr>
            <a:xfrm>
              <a:off x="1813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5" name="obj_4027"/>
            <p:cNvSpPr/>
            <p:nvPr/>
          </p:nvSpPr>
          <p:spPr>
            <a:xfrm>
              <a:off x="2044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6" name="obj_4028"/>
            <p:cNvSpPr/>
            <p:nvPr/>
          </p:nvSpPr>
          <p:spPr>
            <a:xfrm>
              <a:off x="2117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7" name="obj_4029"/>
            <p:cNvSpPr txBox="1"/>
            <p:nvPr/>
          </p:nvSpPr>
          <p:spPr>
            <a:xfrm>
              <a:off x="2057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78" name="obj_4030"/>
            <p:cNvSpPr/>
            <p:nvPr/>
          </p:nvSpPr>
          <p:spPr>
            <a:xfrm>
              <a:off x="2349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9" name="obj_4031"/>
            <p:cNvSpPr/>
            <p:nvPr/>
          </p:nvSpPr>
          <p:spPr>
            <a:xfrm>
              <a:off x="2422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0" name="obj_4032"/>
            <p:cNvSpPr txBox="1"/>
            <p:nvPr/>
          </p:nvSpPr>
          <p:spPr>
            <a:xfrm>
              <a:off x="2362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81" name="obj_4033"/>
            <p:cNvSpPr/>
            <p:nvPr/>
          </p:nvSpPr>
          <p:spPr>
            <a:xfrm>
              <a:off x="2654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2" name="obj_4034"/>
            <p:cNvSpPr/>
            <p:nvPr/>
          </p:nvSpPr>
          <p:spPr>
            <a:xfrm>
              <a:off x="2727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3" name="obj_4035"/>
            <p:cNvSpPr txBox="1"/>
            <p:nvPr/>
          </p:nvSpPr>
          <p:spPr>
            <a:xfrm>
              <a:off x="2667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84" name="obj_4036"/>
            <p:cNvSpPr/>
            <p:nvPr/>
          </p:nvSpPr>
          <p:spPr>
            <a:xfrm>
              <a:off x="29591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5" name="obj_4037"/>
            <p:cNvSpPr/>
            <p:nvPr/>
          </p:nvSpPr>
          <p:spPr>
            <a:xfrm>
              <a:off x="3032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6" name="obj_4038"/>
            <p:cNvSpPr txBox="1"/>
            <p:nvPr/>
          </p:nvSpPr>
          <p:spPr>
            <a:xfrm>
              <a:off x="29718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87" name="obj_4039"/>
            <p:cNvSpPr/>
            <p:nvPr/>
          </p:nvSpPr>
          <p:spPr>
            <a:xfrm>
              <a:off x="32639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8" name="obj_4040"/>
            <p:cNvSpPr/>
            <p:nvPr/>
          </p:nvSpPr>
          <p:spPr>
            <a:xfrm>
              <a:off x="33370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9" name="obj_4041"/>
            <p:cNvSpPr txBox="1"/>
            <p:nvPr/>
          </p:nvSpPr>
          <p:spPr>
            <a:xfrm>
              <a:off x="32766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90" name="obj_4042"/>
            <p:cNvSpPr/>
            <p:nvPr/>
          </p:nvSpPr>
          <p:spPr>
            <a:xfrm>
              <a:off x="35687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1" name="obj_4043"/>
            <p:cNvSpPr/>
            <p:nvPr/>
          </p:nvSpPr>
          <p:spPr>
            <a:xfrm>
              <a:off x="36418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2" name="obj_4044"/>
            <p:cNvSpPr txBox="1"/>
            <p:nvPr/>
          </p:nvSpPr>
          <p:spPr>
            <a:xfrm>
              <a:off x="35814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93" name="obj_4045"/>
            <p:cNvSpPr/>
            <p:nvPr/>
          </p:nvSpPr>
          <p:spPr>
            <a:xfrm>
              <a:off x="38735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4" name="obj_4046"/>
            <p:cNvSpPr/>
            <p:nvPr/>
          </p:nvSpPr>
          <p:spPr>
            <a:xfrm>
              <a:off x="39466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5" name="obj_4047"/>
            <p:cNvSpPr txBox="1"/>
            <p:nvPr/>
          </p:nvSpPr>
          <p:spPr>
            <a:xfrm>
              <a:off x="38862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96" name="obj_4048"/>
            <p:cNvSpPr/>
            <p:nvPr/>
          </p:nvSpPr>
          <p:spPr>
            <a:xfrm>
              <a:off x="4178300" y="3505200"/>
              <a:ext cx="292100" cy="2921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7" name="obj_4049"/>
            <p:cNvSpPr/>
            <p:nvPr/>
          </p:nvSpPr>
          <p:spPr>
            <a:xfrm>
              <a:off x="42514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8" name="obj_4050"/>
            <p:cNvSpPr txBox="1"/>
            <p:nvPr/>
          </p:nvSpPr>
          <p:spPr>
            <a:xfrm>
              <a:off x="4191000" y="35631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399" name="obj_4051"/>
            <p:cNvSpPr/>
            <p:nvPr/>
          </p:nvSpPr>
          <p:spPr>
            <a:xfrm>
              <a:off x="44831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0" name="obj_4052"/>
            <p:cNvSpPr/>
            <p:nvPr/>
          </p:nvSpPr>
          <p:spPr>
            <a:xfrm>
              <a:off x="4556252" y="3578352"/>
              <a:ext cx="158496" cy="158496"/>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1" name="obj_4053"/>
            <p:cNvSpPr/>
            <p:nvPr/>
          </p:nvSpPr>
          <p:spPr>
            <a:xfrm>
              <a:off x="47879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2" name="obj_4054"/>
            <p:cNvSpPr/>
            <p:nvPr/>
          </p:nvSpPr>
          <p:spPr>
            <a:xfrm>
              <a:off x="4800600" y="3517900"/>
              <a:ext cx="266700" cy="2667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3" name="obj_4055"/>
            <p:cNvSpPr/>
            <p:nvPr/>
          </p:nvSpPr>
          <p:spPr>
            <a:xfrm>
              <a:off x="4824476" y="3541776"/>
              <a:ext cx="219456" cy="219456"/>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4" name="obj_4056"/>
            <p:cNvSpPr txBox="1"/>
            <p:nvPr/>
          </p:nvSpPr>
          <p:spPr>
            <a:xfrm>
              <a:off x="4824476" y="3535679"/>
              <a:ext cx="219456" cy="243840"/>
            </a:xfrm>
            <a:prstGeom prst="rect">
              <a:avLst/>
            </a:prstGeom>
            <a:noFill/>
            <a:effectLst/>
          </p:spPr>
          <p:txBody>
            <a:bodyPr wrap="square" lIns="0" tIns="0" rIns="0" bIns="0">
              <a:spAutoFit/>
            </a:bodyPr>
            <a:lstStyle/>
            <a:p>
              <a:pPr algn="ctr">
                <a:lnSpc>
                  <a:spcPct val="112000"/>
                </a:lnSpc>
                <a:spcBef>
                  <a:spcPts val="0"/>
                </a:spcBef>
                <a:spcAft>
                  <a:spcPts val="0"/>
                </a:spcAft>
              </a:pPr>
              <a:r>
                <a:rPr sz="1272" b="1">
                  <a:solidFill>
                    <a:srgbClr val="FFFFFF"/>
                  </a:solidFill>
                  <a:latin typeface="Montserrat"/>
                </a:rPr>
                <a:t>G</a:t>
              </a:r>
            </a:p>
          </p:txBody>
        </p:sp>
        <p:sp>
          <p:nvSpPr>
            <p:cNvPr id="2405" name="obj_4057"/>
            <p:cNvSpPr/>
            <p:nvPr/>
          </p:nvSpPr>
          <p:spPr>
            <a:xfrm>
              <a:off x="5092700" y="3505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6" name="obj_4058"/>
            <p:cNvSpPr/>
            <p:nvPr/>
          </p:nvSpPr>
          <p:spPr>
            <a:xfrm>
              <a:off x="8255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7" name="obj_4059"/>
            <p:cNvSpPr/>
            <p:nvPr/>
          </p:nvSpPr>
          <p:spPr>
            <a:xfrm>
              <a:off x="11303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8" name="obj_4060"/>
            <p:cNvSpPr/>
            <p:nvPr/>
          </p:nvSpPr>
          <p:spPr>
            <a:xfrm>
              <a:off x="1155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9" name="obj_4061"/>
            <p:cNvSpPr/>
            <p:nvPr/>
          </p:nvSpPr>
          <p:spPr>
            <a:xfrm>
              <a:off x="1435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0" name="obj_4062"/>
            <p:cNvSpPr/>
            <p:nvPr/>
          </p:nvSpPr>
          <p:spPr>
            <a:xfrm>
              <a:off x="1460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1" name="obj_4063"/>
            <p:cNvSpPr/>
            <p:nvPr/>
          </p:nvSpPr>
          <p:spPr>
            <a:xfrm>
              <a:off x="1739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2" name="obj_4064"/>
            <p:cNvSpPr/>
            <p:nvPr/>
          </p:nvSpPr>
          <p:spPr>
            <a:xfrm>
              <a:off x="1765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3" name="obj_4065"/>
            <p:cNvSpPr/>
            <p:nvPr/>
          </p:nvSpPr>
          <p:spPr>
            <a:xfrm>
              <a:off x="2044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4" name="obj_4066"/>
            <p:cNvSpPr/>
            <p:nvPr/>
          </p:nvSpPr>
          <p:spPr>
            <a:xfrm>
              <a:off x="2070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5" name="obj_4067"/>
            <p:cNvSpPr txBox="1"/>
            <p:nvPr/>
          </p:nvSpPr>
          <p:spPr>
            <a:xfrm>
              <a:off x="2057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16" name="obj_4068"/>
            <p:cNvSpPr/>
            <p:nvPr/>
          </p:nvSpPr>
          <p:spPr>
            <a:xfrm>
              <a:off x="2349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7" name="obj_4069"/>
            <p:cNvSpPr/>
            <p:nvPr/>
          </p:nvSpPr>
          <p:spPr>
            <a:xfrm>
              <a:off x="2374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8" name="obj_4070"/>
            <p:cNvSpPr txBox="1"/>
            <p:nvPr/>
          </p:nvSpPr>
          <p:spPr>
            <a:xfrm>
              <a:off x="2362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19" name="obj_4071"/>
            <p:cNvSpPr/>
            <p:nvPr/>
          </p:nvSpPr>
          <p:spPr>
            <a:xfrm>
              <a:off x="2654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0" name="obj_4072"/>
            <p:cNvSpPr/>
            <p:nvPr/>
          </p:nvSpPr>
          <p:spPr>
            <a:xfrm>
              <a:off x="2679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1" name="obj_4073"/>
            <p:cNvSpPr txBox="1"/>
            <p:nvPr/>
          </p:nvSpPr>
          <p:spPr>
            <a:xfrm>
              <a:off x="2667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22" name="obj_4074"/>
            <p:cNvSpPr/>
            <p:nvPr/>
          </p:nvSpPr>
          <p:spPr>
            <a:xfrm>
              <a:off x="29591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3" name="obj_4075"/>
            <p:cNvSpPr/>
            <p:nvPr/>
          </p:nvSpPr>
          <p:spPr>
            <a:xfrm>
              <a:off x="2984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4" name="obj_4076"/>
            <p:cNvSpPr txBox="1"/>
            <p:nvPr/>
          </p:nvSpPr>
          <p:spPr>
            <a:xfrm>
              <a:off x="29718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25" name="obj_4077"/>
            <p:cNvSpPr/>
            <p:nvPr/>
          </p:nvSpPr>
          <p:spPr>
            <a:xfrm>
              <a:off x="32639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6" name="obj_4078"/>
            <p:cNvSpPr/>
            <p:nvPr/>
          </p:nvSpPr>
          <p:spPr>
            <a:xfrm>
              <a:off x="32893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7" name="obj_4079"/>
            <p:cNvSpPr txBox="1"/>
            <p:nvPr/>
          </p:nvSpPr>
          <p:spPr>
            <a:xfrm>
              <a:off x="32766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28" name="obj_4080"/>
            <p:cNvSpPr/>
            <p:nvPr/>
          </p:nvSpPr>
          <p:spPr>
            <a:xfrm>
              <a:off x="35687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9" name="obj_4081"/>
            <p:cNvSpPr/>
            <p:nvPr/>
          </p:nvSpPr>
          <p:spPr>
            <a:xfrm>
              <a:off x="35941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0" name="obj_4082"/>
            <p:cNvSpPr txBox="1"/>
            <p:nvPr/>
          </p:nvSpPr>
          <p:spPr>
            <a:xfrm>
              <a:off x="35814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31" name="obj_4083"/>
            <p:cNvSpPr/>
            <p:nvPr/>
          </p:nvSpPr>
          <p:spPr>
            <a:xfrm>
              <a:off x="38735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2" name="obj_4084"/>
            <p:cNvSpPr/>
            <p:nvPr/>
          </p:nvSpPr>
          <p:spPr>
            <a:xfrm>
              <a:off x="38989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3" name="obj_4085"/>
            <p:cNvSpPr txBox="1"/>
            <p:nvPr/>
          </p:nvSpPr>
          <p:spPr>
            <a:xfrm>
              <a:off x="38862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34" name="obj_4086"/>
            <p:cNvSpPr/>
            <p:nvPr/>
          </p:nvSpPr>
          <p:spPr>
            <a:xfrm>
              <a:off x="4178300" y="3810000"/>
              <a:ext cx="292100" cy="2921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5" name="obj_4087"/>
            <p:cNvSpPr/>
            <p:nvPr/>
          </p:nvSpPr>
          <p:spPr>
            <a:xfrm>
              <a:off x="42037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6" name="obj_4088"/>
            <p:cNvSpPr txBox="1"/>
            <p:nvPr/>
          </p:nvSpPr>
          <p:spPr>
            <a:xfrm>
              <a:off x="4191000" y="3867912"/>
              <a:ext cx="266700" cy="19812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437" name="obj_4089"/>
            <p:cNvSpPr/>
            <p:nvPr/>
          </p:nvSpPr>
          <p:spPr>
            <a:xfrm>
              <a:off x="44831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8" name="obj_4090"/>
            <p:cNvSpPr/>
            <p:nvPr/>
          </p:nvSpPr>
          <p:spPr>
            <a:xfrm>
              <a:off x="4508500" y="3835400"/>
              <a:ext cx="241300" cy="2413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9" name="obj_4091"/>
            <p:cNvSpPr/>
            <p:nvPr/>
          </p:nvSpPr>
          <p:spPr>
            <a:xfrm>
              <a:off x="47879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0" name="obj_4092"/>
            <p:cNvSpPr/>
            <p:nvPr/>
          </p:nvSpPr>
          <p:spPr>
            <a:xfrm>
              <a:off x="5092700" y="38100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1" name="obj_4093"/>
            <p:cNvSpPr/>
            <p:nvPr/>
          </p:nvSpPr>
          <p:spPr>
            <a:xfrm>
              <a:off x="825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2" name="obj_4094"/>
            <p:cNvSpPr/>
            <p:nvPr/>
          </p:nvSpPr>
          <p:spPr>
            <a:xfrm>
              <a:off x="1130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3" name="obj_4095"/>
            <p:cNvSpPr/>
            <p:nvPr/>
          </p:nvSpPr>
          <p:spPr>
            <a:xfrm>
              <a:off x="1435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4" name="obj_4096"/>
            <p:cNvSpPr/>
            <p:nvPr/>
          </p:nvSpPr>
          <p:spPr>
            <a:xfrm>
              <a:off x="1739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5" name="obj_4097"/>
            <p:cNvSpPr/>
            <p:nvPr/>
          </p:nvSpPr>
          <p:spPr>
            <a:xfrm>
              <a:off x="2044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6" name="obj_4098"/>
            <p:cNvSpPr/>
            <p:nvPr/>
          </p:nvSpPr>
          <p:spPr>
            <a:xfrm>
              <a:off x="2349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7" name="obj_4099"/>
            <p:cNvSpPr/>
            <p:nvPr/>
          </p:nvSpPr>
          <p:spPr>
            <a:xfrm>
              <a:off x="2654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8" name="obj_4100"/>
            <p:cNvSpPr/>
            <p:nvPr/>
          </p:nvSpPr>
          <p:spPr>
            <a:xfrm>
              <a:off x="2959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9" name="obj_4101"/>
            <p:cNvSpPr/>
            <p:nvPr/>
          </p:nvSpPr>
          <p:spPr>
            <a:xfrm>
              <a:off x="3263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0" name="obj_4102"/>
            <p:cNvSpPr/>
            <p:nvPr/>
          </p:nvSpPr>
          <p:spPr>
            <a:xfrm>
              <a:off x="3568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1" name="obj_4103"/>
            <p:cNvSpPr/>
            <p:nvPr/>
          </p:nvSpPr>
          <p:spPr>
            <a:xfrm>
              <a:off x="38735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2" name="obj_4104"/>
            <p:cNvSpPr/>
            <p:nvPr/>
          </p:nvSpPr>
          <p:spPr>
            <a:xfrm>
              <a:off x="41783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3" name="obj_4105"/>
            <p:cNvSpPr/>
            <p:nvPr/>
          </p:nvSpPr>
          <p:spPr>
            <a:xfrm>
              <a:off x="44831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4" name="obj_4106"/>
            <p:cNvSpPr/>
            <p:nvPr/>
          </p:nvSpPr>
          <p:spPr>
            <a:xfrm>
              <a:off x="47879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5" name="obj_4107"/>
            <p:cNvSpPr/>
            <p:nvPr/>
          </p:nvSpPr>
          <p:spPr>
            <a:xfrm>
              <a:off x="5092700" y="41148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6" name="obj_4108"/>
            <p:cNvSpPr/>
            <p:nvPr/>
          </p:nvSpPr>
          <p:spPr>
            <a:xfrm>
              <a:off x="825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7" name="obj_4109"/>
            <p:cNvSpPr/>
            <p:nvPr/>
          </p:nvSpPr>
          <p:spPr>
            <a:xfrm>
              <a:off x="1130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8" name="obj_4110"/>
            <p:cNvSpPr/>
            <p:nvPr/>
          </p:nvSpPr>
          <p:spPr>
            <a:xfrm>
              <a:off x="1435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9" name="obj_4111"/>
            <p:cNvSpPr/>
            <p:nvPr/>
          </p:nvSpPr>
          <p:spPr>
            <a:xfrm>
              <a:off x="17399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0" name="obj_4112"/>
            <p:cNvSpPr/>
            <p:nvPr/>
          </p:nvSpPr>
          <p:spPr>
            <a:xfrm>
              <a:off x="2044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1" name="obj_4113"/>
            <p:cNvSpPr/>
            <p:nvPr/>
          </p:nvSpPr>
          <p:spPr>
            <a:xfrm>
              <a:off x="23495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2" name="obj_4114"/>
            <p:cNvSpPr/>
            <p:nvPr/>
          </p:nvSpPr>
          <p:spPr>
            <a:xfrm>
              <a:off x="26543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3" name="obj_4115"/>
            <p:cNvSpPr/>
            <p:nvPr/>
          </p:nvSpPr>
          <p:spPr>
            <a:xfrm>
              <a:off x="29591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4" name="obj_4116"/>
            <p:cNvSpPr/>
            <p:nvPr/>
          </p:nvSpPr>
          <p:spPr>
            <a:xfrm>
              <a:off x="3263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5" name="obj_4117"/>
            <p:cNvSpPr/>
            <p:nvPr/>
          </p:nvSpPr>
          <p:spPr>
            <a:xfrm>
              <a:off x="3568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6" name="obj_4118"/>
            <p:cNvSpPr/>
            <p:nvPr/>
          </p:nvSpPr>
          <p:spPr>
            <a:xfrm>
              <a:off x="38735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7" name="obj_4119"/>
            <p:cNvSpPr/>
            <p:nvPr/>
          </p:nvSpPr>
          <p:spPr>
            <a:xfrm>
              <a:off x="4178300" y="44196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8" name="obj_4120"/>
            <p:cNvSpPr/>
            <p:nvPr/>
          </p:nvSpPr>
          <p:spPr>
            <a:xfrm>
              <a:off x="44831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9" name="obj_4121"/>
            <p:cNvSpPr/>
            <p:nvPr/>
          </p:nvSpPr>
          <p:spPr>
            <a:xfrm>
              <a:off x="47879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0" name="obj_4122"/>
            <p:cNvSpPr/>
            <p:nvPr/>
          </p:nvSpPr>
          <p:spPr>
            <a:xfrm>
              <a:off x="5092700" y="44196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1" name="obj_4123"/>
            <p:cNvSpPr/>
            <p:nvPr/>
          </p:nvSpPr>
          <p:spPr>
            <a:xfrm>
              <a:off x="825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2" name="obj_4124"/>
            <p:cNvSpPr/>
            <p:nvPr/>
          </p:nvSpPr>
          <p:spPr>
            <a:xfrm>
              <a:off x="1130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3" name="obj_4125"/>
            <p:cNvSpPr/>
            <p:nvPr/>
          </p:nvSpPr>
          <p:spPr>
            <a:xfrm>
              <a:off x="1435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4" name="obj_4126"/>
            <p:cNvSpPr/>
            <p:nvPr/>
          </p:nvSpPr>
          <p:spPr>
            <a:xfrm>
              <a:off x="1739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5" name="obj_4127"/>
            <p:cNvSpPr/>
            <p:nvPr/>
          </p:nvSpPr>
          <p:spPr>
            <a:xfrm>
              <a:off x="2044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6" name="obj_4128"/>
            <p:cNvSpPr/>
            <p:nvPr/>
          </p:nvSpPr>
          <p:spPr>
            <a:xfrm>
              <a:off x="2349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7" name="obj_4129"/>
            <p:cNvSpPr/>
            <p:nvPr/>
          </p:nvSpPr>
          <p:spPr>
            <a:xfrm>
              <a:off x="2654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8" name="obj_4130"/>
            <p:cNvSpPr/>
            <p:nvPr/>
          </p:nvSpPr>
          <p:spPr>
            <a:xfrm>
              <a:off x="2959100" y="47244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9" name="obj_4131"/>
            <p:cNvSpPr/>
            <p:nvPr/>
          </p:nvSpPr>
          <p:spPr>
            <a:xfrm>
              <a:off x="3263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0" name="obj_4132"/>
            <p:cNvSpPr/>
            <p:nvPr/>
          </p:nvSpPr>
          <p:spPr>
            <a:xfrm>
              <a:off x="3568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1" name="obj_4133"/>
            <p:cNvSpPr/>
            <p:nvPr/>
          </p:nvSpPr>
          <p:spPr>
            <a:xfrm>
              <a:off x="38735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2" name="obj_4134"/>
            <p:cNvSpPr/>
            <p:nvPr/>
          </p:nvSpPr>
          <p:spPr>
            <a:xfrm>
              <a:off x="41783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3" name="obj_4135"/>
            <p:cNvSpPr/>
            <p:nvPr/>
          </p:nvSpPr>
          <p:spPr>
            <a:xfrm>
              <a:off x="44831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4" name="obj_4136"/>
            <p:cNvSpPr/>
            <p:nvPr/>
          </p:nvSpPr>
          <p:spPr>
            <a:xfrm>
              <a:off x="47879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5" name="obj_4137"/>
            <p:cNvSpPr/>
            <p:nvPr/>
          </p:nvSpPr>
          <p:spPr>
            <a:xfrm>
              <a:off x="5092700" y="47244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6" name="obj_4138"/>
            <p:cNvSpPr/>
            <p:nvPr/>
          </p:nvSpPr>
          <p:spPr>
            <a:xfrm>
              <a:off x="825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7" name="obj_4139"/>
            <p:cNvSpPr/>
            <p:nvPr/>
          </p:nvSpPr>
          <p:spPr>
            <a:xfrm>
              <a:off x="1130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8" name="obj_4140"/>
            <p:cNvSpPr/>
            <p:nvPr/>
          </p:nvSpPr>
          <p:spPr>
            <a:xfrm>
              <a:off x="1435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9" name="obj_4141"/>
            <p:cNvSpPr/>
            <p:nvPr/>
          </p:nvSpPr>
          <p:spPr>
            <a:xfrm>
              <a:off x="1739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0" name="obj_4142"/>
            <p:cNvSpPr/>
            <p:nvPr/>
          </p:nvSpPr>
          <p:spPr>
            <a:xfrm>
              <a:off x="2044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1" name="obj_4143"/>
            <p:cNvSpPr/>
            <p:nvPr/>
          </p:nvSpPr>
          <p:spPr>
            <a:xfrm>
              <a:off x="2349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2" name="obj_4144"/>
            <p:cNvSpPr/>
            <p:nvPr/>
          </p:nvSpPr>
          <p:spPr>
            <a:xfrm>
              <a:off x="2654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3" name="obj_4145"/>
            <p:cNvSpPr/>
            <p:nvPr/>
          </p:nvSpPr>
          <p:spPr>
            <a:xfrm>
              <a:off x="2959100" y="5029200"/>
              <a:ext cx="292100" cy="2921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4" name="obj_4146"/>
            <p:cNvSpPr/>
            <p:nvPr/>
          </p:nvSpPr>
          <p:spPr>
            <a:xfrm>
              <a:off x="3263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5" name="obj_4147"/>
            <p:cNvSpPr/>
            <p:nvPr/>
          </p:nvSpPr>
          <p:spPr>
            <a:xfrm>
              <a:off x="3568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6" name="obj_4148"/>
            <p:cNvSpPr/>
            <p:nvPr/>
          </p:nvSpPr>
          <p:spPr>
            <a:xfrm>
              <a:off x="38735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7" name="obj_4149"/>
            <p:cNvSpPr/>
            <p:nvPr/>
          </p:nvSpPr>
          <p:spPr>
            <a:xfrm>
              <a:off x="41783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8" name="obj_4150"/>
            <p:cNvSpPr/>
            <p:nvPr/>
          </p:nvSpPr>
          <p:spPr>
            <a:xfrm>
              <a:off x="44831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9" name="obj_4151"/>
            <p:cNvSpPr/>
            <p:nvPr/>
          </p:nvSpPr>
          <p:spPr>
            <a:xfrm>
              <a:off x="47879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0" name="obj_4152"/>
            <p:cNvSpPr/>
            <p:nvPr/>
          </p:nvSpPr>
          <p:spPr>
            <a:xfrm>
              <a:off x="5092700" y="5029200"/>
              <a:ext cx="292100" cy="2921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1" name="obj_4153"/>
            <p:cNvSpPr txBox="1"/>
            <p:nvPr/>
          </p:nvSpPr>
          <p:spPr>
            <a:xfrm>
              <a:off x="825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502" name="obj_4154"/>
            <p:cNvSpPr txBox="1"/>
            <p:nvPr/>
          </p:nvSpPr>
          <p:spPr>
            <a:xfrm>
              <a:off x="1130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503" name="obj_4155"/>
            <p:cNvSpPr txBox="1"/>
            <p:nvPr/>
          </p:nvSpPr>
          <p:spPr>
            <a:xfrm>
              <a:off x="1435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504" name="obj_4156"/>
            <p:cNvSpPr txBox="1"/>
            <p:nvPr/>
          </p:nvSpPr>
          <p:spPr>
            <a:xfrm>
              <a:off x="1739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505" name="obj_4157"/>
            <p:cNvSpPr txBox="1"/>
            <p:nvPr/>
          </p:nvSpPr>
          <p:spPr>
            <a:xfrm>
              <a:off x="2044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506" name="obj_4158"/>
            <p:cNvSpPr txBox="1"/>
            <p:nvPr/>
          </p:nvSpPr>
          <p:spPr>
            <a:xfrm>
              <a:off x="2349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507" name="obj_4159"/>
            <p:cNvSpPr txBox="1"/>
            <p:nvPr/>
          </p:nvSpPr>
          <p:spPr>
            <a:xfrm>
              <a:off x="2654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508" name="obj_4160"/>
            <p:cNvSpPr txBox="1"/>
            <p:nvPr/>
          </p:nvSpPr>
          <p:spPr>
            <a:xfrm>
              <a:off x="2959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509" name="obj_4161"/>
            <p:cNvSpPr txBox="1"/>
            <p:nvPr/>
          </p:nvSpPr>
          <p:spPr>
            <a:xfrm>
              <a:off x="3263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510" name="obj_4162"/>
            <p:cNvSpPr txBox="1"/>
            <p:nvPr/>
          </p:nvSpPr>
          <p:spPr>
            <a:xfrm>
              <a:off x="3568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511" name="obj_4163"/>
            <p:cNvSpPr txBox="1"/>
            <p:nvPr/>
          </p:nvSpPr>
          <p:spPr>
            <a:xfrm>
              <a:off x="38735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512" name="obj_4164"/>
            <p:cNvSpPr txBox="1"/>
            <p:nvPr/>
          </p:nvSpPr>
          <p:spPr>
            <a:xfrm>
              <a:off x="41783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513" name="obj_4165"/>
            <p:cNvSpPr txBox="1"/>
            <p:nvPr/>
          </p:nvSpPr>
          <p:spPr>
            <a:xfrm>
              <a:off x="44831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514" name="obj_4166"/>
            <p:cNvSpPr txBox="1"/>
            <p:nvPr/>
          </p:nvSpPr>
          <p:spPr>
            <a:xfrm>
              <a:off x="47879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515" name="obj_4167"/>
            <p:cNvSpPr txBox="1"/>
            <p:nvPr/>
          </p:nvSpPr>
          <p:spPr>
            <a:xfrm>
              <a:off x="5092700" y="1714500"/>
              <a:ext cx="3048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516" name="obj_4168"/>
            <p:cNvSpPr txBox="1"/>
            <p:nvPr/>
          </p:nvSpPr>
          <p:spPr>
            <a:xfrm>
              <a:off x="508000" y="2036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517" name="obj_4169"/>
            <p:cNvSpPr txBox="1"/>
            <p:nvPr/>
          </p:nvSpPr>
          <p:spPr>
            <a:xfrm>
              <a:off x="508000" y="2340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518" name="obj_4170"/>
            <p:cNvSpPr txBox="1"/>
            <p:nvPr/>
          </p:nvSpPr>
          <p:spPr>
            <a:xfrm>
              <a:off x="508000" y="2645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519" name="obj_4171"/>
            <p:cNvSpPr txBox="1"/>
            <p:nvPr/>
          </p:nvSpPr>
          <p:spPr>
            <a:xfrm>
              <a:off x="508000" y="2950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520" name="obj_4172"/>
            <p:cNvSpPr txBox="1"/>
            <p:nvPr/>
          </p:nvSpPr>
          <p:spPr>
            <a:xfrm>
              <a:off x="508000" y="3255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521" name="obj_4173"/>
            <p:cNvSpPr txBox="1"/>
            <p:nvPr/>
          </p:nvSpPr>
          <p:spPr>
            <a:xfrm>
              <a:off x="508000" y="3560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522" name="obj_4174"/>
            <p:cNvSpPr txBox="1"/>
            <p:nvPr/>
          </p:nvSpPr>
          <p:spPr>
            <a:xfrm>
              <a:off x="508000" y="38648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523" name="obj_4175"/>
            <p:cNvSpPr txBox="1"/>
            <p:nvPr/>
          </p:nvSpPr>
          <p:spPr>
            <a:xfrm>
              <a:off x="508000" y="41696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524" name="obj_4176"/>
            <p:cNvSpPr txBox="1"/>
            <p:nvPr/>
          </p:nvSpPr>
          <p:spPr>
            <a:xfrm>
              <a:off x="508000" y="44744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525" name="obj_4177"/>
            <p:cNvSpPr txBox="1"/>
            <p:nvPr/>
          </p:nvSpPr>
          <p:spPr>
            <a:xfrm>
              <a:off x="508000" y="47792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526" name="obj_4178"/>
            <p:cNvSpPr txBox="1"/>
            <p:nvPr/>
          </p:nvSpPr>
          <p:spPr>
            <a:xfrm>
              <a:off x="508000" y="5084064"/>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2527" name="obj_4179"/>
            <p:cNvCxnSpPr/>
            <p:nvPr/>
          </p:nvCxnSpPr>
          <p:spPr>
            <a:xfrm>
              <a:off x="12827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28" name="obj_4180"/>
            <p:cNvCxnSpPr/>
            <p:nvPr/>
          </p:nvCxnSpPr>
          <p:spPr>
            <a:xfrm>
              <a:off x="15875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29" name="obj_4181"/>
            <p:cNvCxnSpPr/>
            <p:nvPr/>
          </p:nvCxnSpPr>
          <p:spPr>
            <a:xfrm>
              <a:off x="18923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0" name="obj_4182"/>
            <p:cNvCxnSpPr/>
            <p:nvPr/>
          </p:nvCxnSpPr>
          <p:spPr>
            <a:xfrm>
              <a:off x="21971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1" name="obj_4183"/>
            <p:cNvCxnSpPr/>
            <p:nvPr/>
          </p:nvCxnSpPr>
          <p:spPr>
            <a:xfrm>
              <a:off x="25019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2" name="obj_4184"/>
            <p:cNvCxnSpPr/>
            <p:nvPr/>
          </p:nvCxnSpPr>
          <p:spPr>
            <a:xfrm>
              <a:off x="28067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3" name="obj_4185"/>
            <p:cNvCxnSpPr/>
            <p:nvPr/>
          </p:nvCxnSpPr>
          <p:spPr>
            <a:xfrm>
              <a:off x="31115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4" name="obj_4186"/>
            <p:cNvCxnSpPr/>
            <p:nvPr/>
          </p:nvCxnSpPr>
          <p:spPr>
            <a:xfrm>
              <a:off x="34163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5" name="obj_4187"/>
            <p:cNvCxnSpPr/>
            <p:nvPr/>
          </p:nvCxnSpPr>
          <p:spPr>
            <a:xfrm>
              <a:off x="37211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6" name="obj_4188"/>
            <p:cNvCxnSpPr/>
            <p:nvPr/>
          </p:nvCxnSpPr>
          <p:spPr>
            <a:xfrm>
              <a:off x="40259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7" name="obj_4189"/>
            <p:cNvCxnSpPr/>
            <p:nvPr/>
          </p:nvCxnSpPr>
          <p:spPr>
            <a:xfrm>
              <a:off x="43307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8" name="obj_4190"/>
            <p:cNvCxnSpPr/>
            <p:nvPr/>
          </p:nvCxnSpPr>
          <p:spPr>
            <a:xfrm>
              <a:off x="4635500" y="3657600"/>
              <a:ext cx="3048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2539" name="obj_4191"/>
            <p:cNvSpPr txBox="1"/>
            <p:nvPr/>
          </p:nvSpPr>
          <p:spPr>
            <a:xfrm>
              <a:off x="6413500" y="1917700"/>
              <a:ext cx="5143500" cy="6096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Шаг 13: G извлечена</a:t>
              </a:r>
            </a:p>
          </p:txBody>
        </p:sp>
        <p:sp>
          <p:nvSpPr>
            <p:cNvPr id="2540" name="obj_4192"/>
            <p:cNvSpPr txBox="1"/>
            <p:nvPr/>
          </p:nvSpPr>
          <p:spPr>
            <a:xfrm>
              <a:off x="6413500" y="2844800"/>
              <a:ext cx="5143500" cy="2095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Поиск завершён.</a:t>
              </a:r>
            </a:p>
            <a:p>
              <a:pPr algn="l">
                <a:lnSpc>
                  <a:spcPct val="112000"/>
                </a:lnSpc>
                <a:spcBef>
                  <a:spcPts val="0"/>
                </a:spcBef>
                <a:spcAft>
                  <a:spcPts val="0"/>
                </a:spcAft>
              </a:pPr>
              <a:r>
                <a:rPr sz="2200" b="0">
                  <a:solidFill>
                    <a:srgbClr val="352379"/>
                  </a:solidFill>
                  <a:latin typeface="Montserrat"/>
                </a:rPr>
                <a:t>Стоимость пути: 28</a:t>
              </a:r>
            </a:p>
            <a:p>
              <a:pPr algn="l">
                <a:lnSpc>
                  <a:spcPct val="112000"/>
                </a:lnSpc>
                <a:spcBef>
                  <a:spcPts val="0"/>
                </a:spcBef>
                <a:spcAft>
                  <a:spcPts val="0"/>
                </a:spcAft>
              </a:pPr>
              <a:r>
                <a:rPr sz="2200" b="0">
                  <a:solidFill>
                    <a:srgbClr val="352379"/>
                  </a:solidFill>
                  <a:latin typeface="Montserrat"/>
                </a:rPr>
                <a:t>Шагов: 12</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19"/>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119"/>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19"/>
                                          </p:stCondLst>
                                        </p:cTn>
                                        <p:tgtEl>
                                          <p:spTgt spid="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11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11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119"/>
                                          </p:stCondLst>
                                        </p:cTn>
                                        <p:tgtEl>
                                          <p:spTgt spid="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11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119"/>
                                          </p:stCondLst>
                                        </p:cTn>
                                        <p:tgtEl>
                                          <p:spTgt spid="6"/>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119"/>
                                          </p:stCondLst>
                                        </p:cTn>
                                        <p:tgtEl>
                                          <p:spTgt spid="123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119"/>
                                          </p:stCondLst>
                                        </p:cTn>
                                        <p:tgtEl>
                                          <p:spTgt spid="123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119"/>
                                          </p:stCondLst>
                                        </p:cTn>
                                        <p:tgtEl>
                                          <p:spTgt spid="14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119"/>
                                          </p:stCondLst>
                                        </p:cTn>
                                        <p:tgtEl>
                                          <p:spTgt spid="1487"/>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119"/>
                                          </p:stCondLst>
                                        </p:cTn>
                                        <p:tgtEl>
                                          <p:spTgt spid="17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119"/>
                                          </p:stCondLst>
                                        </p:cTn>
                                        <p:tgtEl>
                                          <p:spTgt spid="1744"/>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119"/>
                                          </p:stCondLst>
                                        </p:cTn>
                                        <p:tgtEl>
                                          <p:spTgt spid="20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119"/>
                                          </p:stCondLst>
                                        </p:cTn>
                                        <p:tgtEl>
                                          <p:spTgt spid="2004"/>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119"/>
                                          </p:stCondLst>
                                        </p:cTn>
                                        <p:tgtEl>
                                          <p:spTgt spid="2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193"/>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Жадный путь и оптимальный обход</a:t>
            </a:r>
          </a:p>
        </p:txBody>
      </p:sp>
      <p:sp>
        <p:nvSpPr>
          <p:cNvPr id="12" name="obj_4194"/>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Быстро найденный маршрут может оказаться дорогим</a:t>
            </a:r>
          </a:p>
        </p:txBody>
      </p:sp>
      <p:grpSp>
        <p:nvGrpSpPr>
          <p:cNvPr id="2" name="greedy_optimal"/>
          <p:cNvGrpSpPr/>
          <p:nvPr/>
        </p:nvGrpSpPr>
        <p:grpSpPr>
          <a:xfrm>
            <a:off x="508000" y="1562100"/>
            <a:ext cx="5359400" cy="4013200"/>
            <a:chOff x="508000" y="1562100"/>
            <a:chExt cx="5359400" cy="4013200"/>
          </a:xfrm>
        </p:grpSpPr>
        <p:sp>
          <p:nvSpPr>
            <p:cNvPr id="13" name="obj_4196"/>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197"/>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198"/>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199"/>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4200"/>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201"/>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202"/>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203"/>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4204"/>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205"/>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4206"/>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4207"/>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4208"/>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4209"/>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4210"/>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4211"/>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4212"/>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4213"/>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4214"/>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4215"/>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4216"/>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4217"/>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218"/>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4219"/>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4220"/>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4221"/>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4222"/>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4223"/>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4224"/>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4225"/>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4226"/>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4227"/>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4228"/>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4229"/>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4230"/>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4231"/>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4232"/>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4233"/>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4234"/>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4235"/>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4236"/>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4237"/>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4238"/>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4239"/>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4240"/>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4241"/>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4242"/>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4243"/>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4244"/>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4245"/>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4246"/>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4247"/>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4248"/>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4249"/>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4250"/>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4251"/>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4252"/>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4253"/>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4254"/>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4255"/>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4256"/>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4257"/>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4258"/>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4259"/>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4260"/>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4261"/>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4262"/>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0" name="obj_4263"/>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4264"/>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2" name="obj_4265"/>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4266"/>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4" name="obj_4267"/>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4268"/>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6" name="obj_4269"/>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4270"/>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 name="obj_4271"/>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4272"/>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0" name="obj_4273"/>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4274"/>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2" name="obj_4275"/>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4276"/>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4" name="obj_4277"/>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4278"/>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4279"/>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4280"/>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4281"/>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4282"/>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4283"/>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01" name="obj_4284"/>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4285"/>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4286"/>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4287"/>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5" name="obj_4288"/>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4289"/>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7" name="obj_4290"/>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4291"/>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9" name="obj_4292"/>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4293"/>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1" name="obj_4294"/>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4295"/>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3" name="obj_4296"/>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4297"/>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5" name="obj_4298"/>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4299"/>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7" name="obj_4300"/>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4301"/>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 name="obj_4302"/>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4303"/>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4304"/>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4305"/>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23" name="obj_4306"/>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4307"/>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4308"/>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4309"/>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4310"/>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4311"/>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4312"/>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0" name="obj_4313"/>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4314"/>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 name="obj_4315"/>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4316"/>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4" name="obj_4317"/>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4318"/>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6" name="obj_4319"/>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4320"/>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 name="obj_4321"/>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4322"/>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0" name="obj_4323"/>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4324"/>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2" name="obj_4325"/>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4326"/>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4" name="obj_4327"/>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4328"/>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4329"/>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4330"/>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4331"/>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4332"/>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4333"/>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4334"/>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4335"/>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4336"/>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4337"/>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4338"/>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4339"/>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4340"/>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4341"/>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4342"/>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4343"/>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4344"/>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4345"/>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4346"/>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4347"/>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4348"/>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4349"/>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4350"/>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4351"/>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4352"/>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4353"/>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4354"/>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4355"/>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4356"/>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4357"/>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4358"/>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4359"/>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4360"/>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4361"/>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4362"/>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4363"/>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4364"/>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4365"/>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4366"/>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4367"/>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4368"/>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4369"/>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4370"/>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4371"/>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4372"/>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4373"/>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4374"/>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4375"/>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4376"/>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4377"/>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4378"/>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4379"/>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4380"/>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4381"/>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4382"/>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4383"/>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4384"/>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4385"/>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4386"/>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4387"/>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4388"/>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4389"/>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4390"/>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08" name="obj_4391"/>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09" name="obj_4392"/>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10" name="obj_4393"/>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11" name="obj_4394"/>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12" name="obj_4395"/>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13" name="obj_4396"/>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14" name="obj_4397"/>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15" name="obj_4398"/>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16" name="obj_4399"/>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17" name="obj_4400"/>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18" name="obj_4401"/>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19" name="obj_4402"/>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20" name="obj_4403"/>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21" name="obj_4404"/>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22" name="obj_4405"/>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23" name="obj_4406"/>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24" name="obj_4407"/>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25" name="obj_4408"/>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26" name="obj_4409"/>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27" name="obj_4410"/>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28" name="obj_4411"/>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29" name="obj_4412"/>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30" name="obj_4413"/>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31" name="obj_4414"/>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32" name="obj_4415"/>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233" name="obj_4416"/>
            <p:cNvCxnSpPr/>
            <p:nvPr/>
          </p:nvCxnSpPr>
          <p:spPr>
            <a:xfrm>
              <a:off x="13208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4" name="obj_4417"/>
            <p:cNvCxnSpPr/>
            <p:nvPr/>
          </p:nvCxnSpPr>
          <p:spPr>
            <a:xfrm>
              <a:off x="16510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5" name="obj_4418"/>
            <p:cNvCxnSpPr/>
            <p:nvPr/>
          </p:nvCxnSpPr>
          <p:spPr>
            <a:xfrm>
              <a:off x="19812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6" name="obj_4419"/>
            <p:cNvCxnSpPr/>
            <p:nvPr/>
          </p:nvCxnSpPr>
          <p:spPr>
            <a:xfrm>
              <a:off x="23114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7" name="obj_4420"/>
            <p:cNvCxnSpPr/>
            <p:nvPr/>
          </p:nvCxnSpPr>
          <p:spPr>
            <a:xfrm>
              <a:off x="26416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8" name="obj_4421"/>
            <p:cNvCxnSpPr/>
            <p:nvPr/>
          </p:nvCxnSpPr>
          <p:spPr>
            <a:xfrm>
              <a:off x="29718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39" name="obj_4422"/>
            <p:cNvCxnSpPr/>
            <p:nvPr/>
          </p:nvCxnSpPr>
          <p:spPr>
            <a:xfrm>
              <a:off x="33020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0" name="obj_4423"/>
            <p:cNvCxnSpPr/>
            <p:nvPr/>
          </p:nvCxnSpPr>
          <p:spPr>
            <a:xfrm>
              <a:off x="36322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1" name="obj_4424"/>
            <p:cNvCxnSpPr/>
            <p:nvPr/>
          </p:nvCxnSpPr>
          <p:spPr>
            <a:xfrm>
              <a:off x="39624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2" name="obj_4425"/>
            <p:cNvCxnSpPr/>
            <p:nvPr/>
          </p:nvCxnSpPr>
          <p:spPr>
            <a:xfrm>
              <a:off x="42926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3" name="obj_4426"/>
            <p:cNvCxnSpPr/>
            <p:nvPr/>
          </p:nvCxnSpPr>
          <p:spPr>
            <a:xfrm>
              <a:off x="46228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4" name="obj_4427"/>
            <p:cNvCxnSpPr/>
            <p:nvPr/>
          </p:nvCxnSpPr>
          <p:spPr>
            <a:xfrm>
              <a:off x="4953000" y="3657600"/>
              <a:ext cx="330200" cy="0"/>
            </a:xfrm>
            <a:prstGeom prst="line">
              <a:avLst/>
            </a:prstGeom>
            <a:ln w="48260">
              <a:solidFill>
                <a:srgbClr val="9B3E71"/>
              </a:solidFill>
            </a:ln>
            <a:effectLst/>
          </p:spPr>
          <p:style>
            <a:lnRef idx="2">
              <a:schemeClr val="accent1"/>
            </a:lnRef>
            <a:fillRef idx="0">
              <a:schemeClr val="accent1"/>
            </a:fillRef>
            <a:effectRef idx="1">
              <a:schemeClr val="accent1"/>
            </a:effectRef>
            <a:fontRef idx="minor">
              <a:schemeClr val="tx1"/>
            </a:fontRef>
          </p:style>
        </p:cxnSp>
        <p:cxnSp>
          <p:nvCxnSpPr>
            <p:cNvPr id="245" name="obj_4428"/>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6" name="obj_4429"/>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7" name="obj_4430"/>
            <p:cNvCxnSpPr/>
            <p:nvPr/>
          </p:nvCxnSpPr>
          <p:spPr>
            <a:xfrm>
              <a:off x="1981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8" name="obj_4431"/>
            <p:cNvCxnSpPr/>
            <p:nvPr/>
          </p:nvCxnSpPr>
          <p:spPr>
            <a:xfrm>
              <a:off x="1981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49" name="obj_4432"/>
            <p:cNvCxnSpPr/>
            <p:nvPr/>
          </p:nvCxnSpPr>
          <p:spPr>
            <a:xfrm>
              <a:off x="1981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0" name="obj_4433"/>
            <p:cNvCxnSpPr/>
            <p:nvPr/>
          </p:nvCxnSpPr>
          <p:spPr>
            <a:xfrm>
              <a:off x="2311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1" name="obj_4434"/>
            <p:cNvCxnSpPr/>
            <p:nvPr/>
          </p:nvCxnSpPr>
          <p:spPr>
            <a:xfrm>
              <a:off x="2641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2" name="obj_4435"/>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3" name="obj_4436"/>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4" name="obj_4437"/>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5" name="obj_4438"/>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6" name="obj_4439"/>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7" name="obj_4440"/>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8" name="obj_4441"/>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59" name="obj_4442"/>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60" name="obj_4443"/>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261" name="obj_4444"/>
          <p:cNvSpPr/>
          <p:nvPr/>
        </p:nvSpPr>
        <p:spPr>
          <a:xfrm>
            <a:off x="6540500" y="1816100"/>
            <a:ext cx="51435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4445"/>
          <p:cNvSpPr/>
          <p:nvPr/>
        </p:nvSpPr>
        <p:spPr>
          <a:xfrm>
            <a:off x="6540500" y="1816100"/>
            <a:ext cx="51435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4446"/>
          <p:cNvSpPr txBox="1"/>
          <p:nvPr/>
        </p:nvSpPr>
        <p:spPr>
          <a:xfrm>
            <a:off x="6718300" y="1892300"/>
            <a:ext cx="47879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Одинаковая задача</a:t>
            </a:r>
          </a:p>
        </p:txBody>
      </p:sp>
      <p:sp>
        <p:nvSpPr>
          <p:cNvPr id="264" name="obj_4447"/>
          <p:cNvSpPr txBox="1"/>
          <p:nvPr/>
        </p:nvSpPr>
        <p:spPr>
          <a:xfrm>
            <a:off x="6743700" y="2476500"/>
            <a:ext cx="47371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Greedy: 12 шагов, цена 28</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Оптимум: 16 шагов, цена 16</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Движение к цели не гарантирует дешёвый путь.</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448"/>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Две идеи для одного приоритета</a:t>
            </a:r>
          </a:p>
        </p:txBody>
      </p:sp>
      <p:sp>
        <p:nvSpPr>
          <p:cNvPr id="12" name="obj_4449"/>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A* объединяет накопленную цену и оценку остатка</a:t>
            </a:r>
          </a:p>
        </p:txBody>
      </p:sp>
      <p:sp>
        <p:nvSpPr>
          <p:cNvPr id="13" name="obj_4450"/>
          <p:cNvSpPr/>
          <p:nvPr/>
        </p:nvSpPr>
        <p:spPr>
          <a:xfrm>
            <a:off x="698500" y="1816100"/>
            <a:ext cx="5207000" cy="2921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451"/>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452"/>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Дейкстра</a:t>
            </a:r>
          </a:p>
        </p:txBody>
      </p:sp>
      <p:sp>
        <p:nvSpPr>
          <p:cNvPr id="16" name="obj_4453"/>
          <p:cNvSpPr txBox="1"/>
          <p:nvPr/>
        </p:nvSpPr>
        <p:spPr>
          <a:xfrm>
            <a:off x="901700" y="2476500"/>
            <a:ext cx="4800600" cy="2260600"/>
          </a:xfrm>
          <a:prstGeom prst="rect">
            <a:avLst/>
          </a:prstGeom>
          <a:noFill/>
          <a:effectLst/>
        </p:spPr>
        <p:txBody>
          <a:bodyPr wrap="square" lIns="0" tIns="0" rIns="0" bIns="0">
            <a:spAutoFit/>
          </a:bodyPr>
          <a:lstStyle/>
          <a:p>
            <a:pPr algn="l">
              <a:lnSpc>
                <a:spcPct val="112000"/>
              </a:lnSpc>
              <a:spcBef>
                <a:spcPts val="0"/>
              </a:spcBef>
              <a:spcAft>
                <a:spcPts val="0"/>
              </a:spcAft>
            </a:pPr>
            <a:r>
              <a:rPr sz="2600" b="0">
                <a:solidFill>
                  <a:srgbClr val="352379"/>
                </a:solidFill>
                <a:latin typeface="Montserrat"/>
              </a:rPr>
              <a:t>Учитываем, сколько уже потратили.</a:t>
            </a:r>
          </a:p>
          <a:p>
            <a:pPr algn="l">
              <a:lnSpc>
                <a:spcPct val="112000"/>
              </a:lnSpc>
              <a:spcBef>
                <a:spcPts val="0"/>
              </a:spcBef>
              <a:spcAft>
                <a:spcPts val="0"/>
              </a:spcAft>
            </a:pPr>
            <a:endParaRPr sz="2600" b="0">
              <a:solidFill>
                <a:srgbClr val="352379"/>
              </a:solidFill>
              <a:latin typeface="Montserrat"/>
            </a:endParaRPr>
          </a:p>
          <a:p>
            <a:pPr algn="l">
              <a:lnSpc>
                <a:spcPct val="112000"/>
              </a:lnSpc>
              <a:spcBef>
                <a:spcPts val="0"/>
              </a:spcBef>
              <a:spcAft>
                <a:spcPts val="0"/>
              </a:spcAft>
            </a:pPr>
            <a:r>
              <a:rPr sz="2600" b="0">
                <a:solidFill>
                  <a:srgbClr val="352379"/>
                </a:solidFill>
                <a:latin typeface="Montserrat"/>
              </a:rPr>
              <a:t>Приоритет: g(n)</a:t>
            </a:r>
          </a:p>
        </p:txBody>
      </p:sp>
      <p:sp>
        <p:nvSpPr>
          <p:cNvPr id="17" name="obj_4454"/>
          <p:cNvSpPr/>
          <p:nvPr/>
        </p:nvSpPr>
        <p:spPr>
          <a:xfrm>
            <a:off x="6477000" y="1816100"/>
            <a:ext cx="5207000" cy="2921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455"/>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456"/>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Greedy</a:t>
            </a:r>
          </a:p>
        </p:txBody>
      </p:sp>
      <p:sp>
        <p:nvSpPr>
          <p:cNvPr id="20" name="obj_4457"/>
          <p:cNvSpPr txBox="1"/>
          <p:nvPr/>
        </p:nvSpPr>
        <p:spPr>
          <a:xfrm>
            <a:off x="6680200" y="2476500"/>
            <a:ext cx="4800600" cy="2260600"/>
          </a:xfrm>
          <a:prstGeom prst="rect">
            <a:avLst/>
          </a:prstGeom>
          <a:noFill/>
          <a:effectLst/>
        </p:spPr>
        <p:txBody>
          <a:bodyPr wrap="square" lIns="0" tIns="0" rIns="0" bIns="0">
            <a:spAutoFit/>
          </a:bodyPr>
          <a:lstStyle/>
          <a:p>
            <a:pPr algn="l">
              <a:lnSpc>
                <a:spcPct val="112000"/>
              </a:lnSpc>
              <a:spcBef>
                <a:spcPts val="0"/>
              </a:spcBef>
              <a:spcAft>
                <a:spcPts val="0"/>
              </a:spcAft>
            </a:pPr>
            <a:r>
              <a:rPr sz="2600" b="0">
                <a:solidFill>
                  <a:srgbClr val="352379"/>
                </a:solidFill>
                <a:latin typeface="Montserrat"/>
              </a:rPr>
              <a:t>Учитываем, сколько предположительно осталось.</a:t>
            </a:r>
          </a:p>
          <a:p>
            <a:pPr algn="l">
              <a:lnSpc>
                <a:spcPct val="112000"/>
              </a:lnSpc>
              <a:spcBef>
                <a:spcPts val="0"/>
              </a:spcBef>
              <a:spcAft>
                <a:spcPts val="0"/>
              </a:spcAft>
            </a:pPr>
            <a:endParaRPr sz="2600" b="0">
              <a:solidFill>
                <a:srgbClr val="352379"/>
              </a:solidFill>
              <a:latin typeface="Montserrat"/>
            </a:endParaRPr>
          </a:p>
          <a:p>
            <a:pPr algn="l">
              <a:lnSpc>
                <a:spcPct val="112000"/>
              </a:lnSpc>
              <a:spcBef>
                <a:spcPts val="0"/>
              </a:spcBef>
              <a:spcAft>
                <a:spcPts val="0"/>
              </a:spcAft>
            </a:pPr>
            <a:r>
              <a:rPr sz="2600" b="0">
                <a:solidFill>
                  <a:srgbClr val="352379"/>
                </a:solidFill>
                <a:latin typeface="Montserrat"/>
              </a:rPr>
              <a:t>Приоритет: h(n)</a:t>
            </a:r>
          </a:p>
        </p:txBody>
      </p:sp>
      <p:grpSp>
        <p:nvGrpSpPr>
          <p:cNvPr id="2" name="combine_formula"/>
          <p:cNvGrpSpPr/>
          <p:nvPr/>
        </p:nvGrpSpPr>
        <p:grpSpPr>
          <a:xfrm>
            <a:off x="698500" y="4978400"/>
            <a:ext cx="10985500" cy="685800"/>
            <a:chOff x="698500" y="4978400"/>
            <a:chExt cx="10985500" cy="685800"/>
          </a:xfrm>
        </p:grpSpPr>
        <p:sp>
          <p:nvSpPr>
            <p:cNvPr id="21" name="obj_4459"/>
            <p:cNvSpPr/>
            <p:nvPr/>
          </p:nvSpPr>
          <p:spPr>
            <a:xfrm>
              <a:off x="698500" y="4978400"/>
              <a:ext cx="10985500" cy="685800"/>
            </a:xfrm>
            <a:prstGeom prst="roundRect">
              <a:avLst>
                <a:gd name="adj" fmla="val 10000"/>
              </a:avLst>
            </a:prstGeom>
            <a:solidFill>
              <a:srgbClr val="FFFFFF"/>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460"/>
            <p:cNvSpPr txBox="1"/>
            <p:nvPr/>
          </p:nvSpPr>
          <p:spPr>
            <a:xfrm>
              <a:off x="889000" y="5080000"/>
              <a:ext cx="10604500" cy="533400"/>
            </a:xfrm>
            <a:prstGeom prst="rect">
              <a:avLst/>
            </a:prstGeom>
            <a:noFill/>
            <a:effectLst/>
          </p:spPr>
          <p:txBody>
            <a:bodyPr wrap="square" lIns="0" tIns="0" rIns="0" bIns="0">
              <a:spAutoFit/>
            </a:bodyPr>
            <a:lstStyle/>
            <a:p>
              <a:pPr algn="ctr">
                <a:lnSpc>
                  <a:spcPct val="112000"/>
                </a:lnSpc>
                <a:spcBef>
                  <a:spcPts val="0"/>
                </a:spcBef>
                <a:spcAft>
                  <a:spcPts val="0"/>
                </a:spcAft>
              </a:pPr>
              <a:r>
                <a:rPr sz="3000" b="1">
                  <a:solidFill>
                    <a:srgbClr val="352379"/>
                  </a:solidFill>
                  <a:latin typeface="Montserrat"/>
                </a:rPr>
                <a:t>A*: f(n) = g(n) + h(n)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46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g(n): уже найденная цена от старта</a:t>
            </a:r>
          </a:p>
        </p:txBody>
      </p:sp>
      <p:sp>
        <p:nvSpPr>
          <p:cNvPr id="12" name="obj_446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g — стоимость лучшего известного пути к вершине, а не число шагов</a:t>
            </a:r>
          </a:p>
        </p:txBody>
      </p:sp>
      <p:grpSp>
        <p:nvGrpSpPr>
          <p:cNvPr id="2" name="g_path"/>
          <p:cNvGrpSpPr/>
          <p:nvPr/>
        </p:nvGrpSpPr>
        <p:grpSpPr>
          <a:xfrm>
            <a:off x="952500" y="2324100"/>
            <a:ext cx="4064000" cy="1295400"/>
            <a:chOff x="952500" y="2324100"/>
            <a:chExt cx="4064000" cy="1295400"/>
          </a:xfrm>
        </p:grpSpPr>
        <p:sp>
          <p:nvSpPr>
            <p:cNvPr id="13" name="obj_4464"/>
            <p:cNvSpPr/>
            <p:nvPr/>
          </p:nvSpPr>
          <p:spPr>
            <a:xfrm>
              <a:off x="952500" y="2324100"/>
              <a:ext cx="4064000" cy="129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465"/>
            <p:cNvSpPr/>
            <p:nvPr/>
          </p:nvSpPr>
          <p:spPr>
            <a:xfrm>
              <a:off x="1270000" y="2603500"/>
              <a:ext cx="901700" cy="9017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466"/>
            <p:cNvSpPr/>
            <p:nvPr/>
          </p:nvSpPr>
          <p:spPr>
            <a:xfrm>
              <a:off x="1379728" y="2713228"/>
              <a:ext cx="658368" cy="65836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467"/>
            <p:cNvSpPr txBox="1"/>
            <p:nvPr/>
          </p:nvSpPr>
          <p:spPr>
            <a:xfrm>
              <a:off x="1379728" y="2694940"/>
              <a:ext cx="658368" cy="731520"/>
            </a:xfrm>
            <a:prstGeom prst="rect">
              <a:avLst/>
            </a:prstGeom>
            <a:noFill/>
            <a:effectLst/>
          </p:spPr>
          <p:txBody>
            <a:bodyPr wrap="square" lIns="0" tIns="0" rIns="0" bIns="0">
              <a:spAutoFit/>
            </a:bodyPr>
            <a:lstStyle/>
            <a:p>
              <a:pPr algn="ctr">
                <a:lnSpc>
                  <a:spcPct val="112000"/>
                </a:lnSpc>
                <a:spcBef>
                  <a:spcPts val="0"/>
                </a:spcBef>
                <a:spcAft>
                  <a:spcPts val="0"/>
                </a:spcAft>
              </a:pPr>
              <a:r>
                <a:rPr sz="3816" b="1">
                  <a:solidFill>
                    <a:srgbClr val="FFFFFF"/>
                  </a:solidFill>
                  <a:latin typeface="Montserrat"/>
                </a:rPr>
                <a:t>S</a:t>
              </a:r>
            </a:p>
          </p:txBody>
        </p:sp>
        <p:sp>
          <p:nvSpPr>
            <p:cNvPr id="17" name="obj_4468"/>
            <p:cNvSpPr/>
            <p:nvPr/>
          </p:nvSpPr>
          <p:spPr>
            <a:xfrm>
              <a:off x="2184400" y="2603500"/>
              <a:ext cx="901700" cy="9017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469"/>
            <p:cNvSpPr/>
            <p:nvPr/>
          </p:nvSpPr>
          <p:spPr>
            <a:xfrm>
              <a:off x="3098800" y="2603500"/>
              <a:ext cx="901700" cy="9017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470"/>
            <p:cNvSpPr/>
            <p:nvPr/>
          </p:nvSpPr>
          <p:spPr>
            <a:xfrm>
              <a:off x="4013200" y="2603500"/>
              <a:ext cx="901700" cy="9017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471"/>
            <p:cNvSpPr txBox="1"/>
            <p:nvPr/>
          </p:nvSpPr>
          <p:spPr>
            <a:xfrm>
              <a:off x="4025900" y="2777236"/>
              <a:ext cx="876300" cy="594360"/>
            </a:xfrm>
            <a:prstGeom prst="rect">
              <a:avLst/>
            </a:prstGeom>
            <a:noFill/>
            <a:effectLst/>
          </p:spPr>
          <p:txBody>
            <a:bodyPr wrap="square" lIns="0" tIns="0" rIns="0" bIns="0">
              <a:spAutoFit/>
            </a:bodyPr>
            <a:lstStyle/>
            <a:p>
              <a:pPr algn="ctr">
                <a:lnSpc>
                  <a:spcPct val="112000"/>
                </a:lnSpc>
                <a:spcBef>
                  <a:spcPts val="0"/>
                </a:spcBef>
                <a:spcAft>
                  <a:spcPts val="0"/>
                </a:spcAft>
              </a:pPr>
              <a:r>
                <a:rPr sz="3024" b="0">
                  <a:solidFill>
                    <a:srgbClr val="58662C"/>
                  </a:solidFill>
                  <a:latin typeface="Montserrat"/>
                </a:rPr>
                <a:t>∴3</a:t>
              </a:r>
            </a:p>
          </p:txBody>
        </p:sp>
        <p:sp>
          <p:nvSpPr>
            <p:cNvPr id="21" name="obj_4472"/>
            <p:cNvSpPr txBox="1"/>
            <p:nvPr/>
          </p:nvSpPr>
          <p:spPr>
            <a:xfrm>
              <a:off x="1270000" y="2336800"/>
              <a:ext cx="9144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2" name="obj_4473"/>
            <p:cNvSpPr txBox="1"/>
            <p:nvPr/>
          </p:nvSpPr>
          <p:spPr>
            <a:xfrm>
              <a:off x="2184400" y="2336800"/>
              <a:ext cx="9144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3" name="obj_4474"/>
            <p:cNvSpPr txBox="1"/>
            <p:nvPr/>
          </p:nvSpPr>
          <p:spPr>
            <a:xfrm>
              <a:off x="3098800" y="2336800"/>
              <a:ext cx="9144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4" name="obj_4475"/>
            <p:cNvSpPr txBox="1"/>
            <p:nvPr/>
          </p:nvSpPr>
          <p:spPr>
            <a:xfrm>
              <a:off x="4013200" y="2336800"/>
              <a:ext cx="9144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5" name="obj_4476"/>
            <p:cNvSpPr txBox="1"/>
            <p:nvPr/>
          </p:nvSpPr>
          <p:spPr>
            <a:xfrm>
              <a:off x="952500" y="276809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cxnSp>
          <p:nvCxnSpPr>
            <p:cNvPr id="26" name="obj_4477"/>
            <p:cNvCxnSpPr/>
            <p:nvPr/>
          </p:nvCxnSpPr>
          <p:spPr>
            <a:xfrm>
              <a:off x="1727200" y="3060700"/>
              <a:ext cx="9144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 name="obj_4478"/>
            <p:cNvCxnSpPr/>
            <p:nvPr/>
          </p:nvCxnSpPr>
          <p:spPr>
            <a:xfrm>
              <a:off x="2641600" y="3060700"/>
              <a:ext cx="9144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8" name="obj_4479"/>
            <p:cNvCxnSpPr/>
            <p:nvPr/>
          </p:nvCxnSpPr>
          <p:spPr>
            <a:xfrm>
              <a:off x="3556000" y="3060700"/>
              <a:ext cx="9144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29" name="obj_4480"/>
          <p:cNvSpPr txBox="1"/>
          <p:nvPr/>
        </p:nvSpPr>
        <p:spPr>
          <a:xfrm>
            <a:off x="1016000" y="1917700"/>
            <a:ext cx="10160000" cy="533400"/>
          </a:xfrm>
          <a:prstGeom prst="rect">
            <a:avLst/>
          </a:prstGeom>
          <a:noFill/>
          <a:effectLst/>
        </p:spPr>
        <p:txBody>
          <a:bodyPr wrap="square" lIns="0" tIns="0" rIns="0" bIns="0">
            <a:spAutoFit/>
          </a:bodyPr>
          <a:lstStyle/>
          <a:p>
            <a:pPr algn="l">
              <a:lnSpc>
                <a:spcPct val="112000"/>
              </a:lnSpc>
              <a:spcBef>
                <a:spcPts val="0"/>
              </a:spcBef>
              <a:spcAft>
                <a:spcPts val="0"/>
              </a:spcAft>
            </a:pPr>
            <a:r>
              <a:rPr sz="2600" b="0">
                <a:solidFill>
                  <a:srgbClr val="352379"/>
                </a:solidFill>
                <a:latin typeface="Montserrat"/>
              </a:rPr>
              <a:t>S → (2,5) → (3,5) → (4,5)</a:t>
            </a:r>
          </a:p>
        </p:txBody>
      </p:sp>
      <p:sp>
        <p:nvSpPr>
          <p:cNvPr id="30" name="obj_4481"/>
          <p:cNvSpPr txBox="1"/>
          <p:nvPr/>
        </p:nvSpPr>
        <p:spPr>
          <a:xfrm>
            <a:off x="1016000" y="4254500"/>
            <a:ext cx="10160000" cy="825500"/>
          </a:xfrm>
          <a:prstGeom prst="rect">
            <a:avLst/>
          </a:prstGeom>
          <a:noFill/>
          <a:effectLst/>
        </p:spPr>
        <p:txBody>
          <a:bodyPr wrap="square" lIns="0" tIns="0" rIns="0" bIns="0">
            <a:spAutoFit/>
          </a:bodyPr>
          <a:lstStyle/>
          <a:p>
            <a:pPr algn="l">
              <a:lnSpc>
                <a:spcPct val="112000"/>
              </a:lnSpc>
              <a:spcBef>
                <a:spcPts val="0"/>
              </a:spcBef>
              <a:spcAft>
                <a:spcPts val="0"/>
              </a:spcAft>
            </a:pPr>
            <a:r>
              <a:rPr sz="3400" b="1">
                <a:solidFill>
                  <a:srgbClr val="352379"/>
                </a:solidFill>
                <a:latin typeface="Montserrat"/>
              </a:rPr>
              <a:t>g(4,5) = 1 + 1 + 3 =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26</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48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h(n): оценка ещё не пройденного пути</a:t>
            </a:r>
          </a:p>
        </p:txBody>
      </p:sp>
      <p:sp>
        <p:nvSpPr>
          <p:cNvPr id="12" name="obj_448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Эвристика не зависит от того, каким путём мы пришли в n</a:t>
            </a:r>
          </a:p>
        </p:txBody>
      </p:sp>
      <p:grpSp>
        <p:nvGrpSpPr>
          <p:cNvPr id="2" name="h_again"/>
          <p:cNvGrpSpPr/>
          <p:nvPr/>
        </p:nvGrpSpPr>
        <p:grpSpPr>
          <a:xfrm>
            <a:off x="571500" y="2171700"/>
            <a:ext cx="4406900" cy="2781300"/>
            <a:chOff x="571500" y="2171700"/>
            <a:chExt cx="4406900" cy="2781300"/>
          </a:xfrm>
        </p:grpSpPr>
        <p:sp>
          <p:nvSpPr>
            <p:cNvPr id="13" name="obj_4485"/>
            <p:cNvSpPr/>
            <p:nvPr/>
          </p:nvSpPr>
          <p:spPr>
            <a:xfrm>
              <a:off x="571500" y="2171700"/>
              <a:ext cx="4406900" cy="2781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486"/>
            <p:cNvSpPr/>
            <p:nvPr/>
          </p:nvSpPr>
          <p:spPr>
            <a:xfrm>
              <a:off x="889000" y="2451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487"/>
            <p:cNvSpPr/>
            <p:nvPr/>
          </p:nvSpPr>
          <p:spPr>
            <a:xfrm>
              <a:off x="901700" y="2463800"/>
              <a:ext cx="762000" cy="7620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488"/>
            <p:cNvSpPr/>
            <p:nvPr/>
          </p:nvSpPr>
          <p:spPr>
            <a:xfrm>
              <a:off x="1689100" y="2451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4489"/>
            <p:cNvSpPr/>
            <p:nvPr/>
          </p:nvSpPr>
          <p:spPr>
            <a:xfrm>
              <a:off x="2489200" y="2451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490"/>
            <p:cNvSpPr/>
            <p:nvPr/>
          </p:nvSpPr>
          <p:spPr>
            <a:xfrm>
              <a:off x="3289300" y="2451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491"/>
            <p:cNvSpPr/>
            <p:nvPr/>
          </p:nvSpPr>
          <p:spPr>
            <a:xfrm>
              <a:off x="4089400" y="24511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492"/>
            <p:cNvSpPr/>
            <p:nvPr/>
          </p:nvSpPr>
          <p:spPr>
            <a:xfrm>
              <a:off x="889000" y="32512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4493"/>
            <p:cNvSpPr txBox="1"/>
            <p:nvPr/>
          </p:nvSpPr>
          <p:spPr>
            <a:xfrm>
              <a:off x="901700" y="3403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2" name="obj_4494"/>
            <p:cNvSpPr/>
            <p:nvPr/>
          </p:nvSpPr>
          <p:spPr>
            <a:xfrm>
              <a:off x="1689100" y="32512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4495"/>
            <p:cNvSpPr txBox="1"/>
            <p:nvPr/>
          </p:nvSpPr>
          <p:spPr>
            <a:xfrm>
              <a:off x="1701800" y="3403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4" name="obj_4496"/>
            <p:cNvSpPr/>
            <p:nvPr/>
          </p:nvSpPr>
          <p:spPr>
            <a:xfrm>
              <a:off x="2489200" y="3251200"/>
              <a:ext cx="787400" cy="787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4497"/>
            <p:cNvSpPr txBox="1"/>
            <p:nvPr/>
          </p:nvSpPr>
          <p:spPr>
            <a:xfrm>
              <a:off x="2501900" y="34032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245B72"/>
                  </a:solidFill>
                  <a:latin typeface="Montserrat"/>
                </a:rPr>
                <a:t>≋2</a:t>
              </a:r>
            </a:p>
          </p:txBody>
        </p:sp>
        <p:sp>
          <p:nvSpPr>
            <p:cNvPr id="26" name="obj_4498"/>
            <p:cNvSpPr/>
            <p:nvPr/>
          </p:nvSpPr>
          <p:spPr>
            <a:xfrm>
              <a:off x="3289300" y="3251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4499"/>
            <p:cNvSpPr/>
            <p:nvPr/>
          </p:nvSpPr>
          <p:spPr>
            <a:xfrm>
              <a:off x="4089400" y="32512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4500"/>
            <p:cNvSpPr/>
            <p:nvPr/>
          </p:nvSpPr>
          <p:spPr>
            <a:xfrm>
              <a:off x="889000" y="40513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4501"/>
            <p:cNvSpPr txBox="1"/>
            <p:nvPr/>
          </p:nvSpPr>
          <p:spPr>
            <a:xfrm>
              <a:off x="901700" y="42033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0" name="obj_4502"/>
            <p:cNvSpPr/>
            <p:nvPr/>
          </p:nvSpPr>
          <p:spPr>
            <a:xfrm>
              <a:off x="1689100" y="40513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4503"/>
            <p:cNvSpPr txBox="1"/>
            <p:nvPr/>
          </p:nvSpPr>
          <p:spPr>
            <a:xfrm>
              <a:off x="1701800" y="42033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2" name="obj_4504"/>
            <p:cNvSpPr/>
            <p:nvPr/>
          </p:nvSpPr>
          <p:spPr>
            <a:xfrm>
              <a:off x="2489200" y="4051300"/>
              <a:ext cx="787400" cy="787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4505"/>
            <p:cNvSpPr txBox="1"/>
            <p:nvPr/>
          </p:nvSpPr>
          <p:spPr>
            <a:xfrm>
              <a:off x="2501900" y="4203319"/>
              <a:ext cx="762000" cy="520065"/>
            </a:xfrm>
            <a:prstGeom prst="rect">
              <a:avLst/>
            </a:prstGeom>
            <a:noFill/>
            <a:effectLst/>
          </p:spPr>
          <p:txBody>
            <a:bodyPr wrap="square" lIns="0" tIns="0" rIns="0" bIns="0">
              <a:spAutoFit/>
            </a:bodyPr>
            <a:lstStyle/>
            <a:p>
              <a:pPr algn="ctr">
                <a:lnSpc>
                  <a:spcPct val="112000"/>
                </a:lnSpc>
                <a:spcBef>
                  <a:spcPts val="0"/>
                </a:spcBef>
                <a:spcAft>
                  <a:spcPts val="0"/>
                </a:spcAft>
              </a:pPr>
              <a:r>
                <a:rPr sz="2645" b="0">
                  <a:solidFill>
                    <a:srgbClr val="58662C"/>
                  </a:solidFill>
                  <a:latin typeface="Montserrat"/>
                </a:rPr>
                <a:t>∴3</a:t>
              </a:r>
            </a:p>
          </p:txBody>
        </p:sp>
        <p:sp>
          <p:nvSpPr>
            <p:cNvPr id="34" name="obj_4506"/>
            <p:cNvSpPr/>
            <p:nvPr/>
          </p:nvSpPr>
          <p:spPr>
            <a:xfrm>
              <a:off x="3289300" y="40513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507"/>
            <p:cNvSpPr/>
            <p:nvPr/>
          </p:nvSpPr>
          <p:spPr>
            <a:xfrm>
              <a:off x="4089400" y="4051300"/>
              <a:ext cx="787400" cy="787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4508"/>
            <p:cNvSpPr/>
            <p:nvPr/>
          </p:nvSpPr>
          <p:spPr>
            <a:xfrm>
              <a:off x="4185412" y="4147312"/>
              <a:ext cx="576072" cy="5760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4509"/>
            <p:cNvSpPr txBox="1"/>
            <p:nvPr/>
          </p:nvSpPr>
          <p:spPr>
            <a:xfrm>
              <a:off x="4185412" y="4131310"/>
              <a:ext cx="576072" cy="640080"/>
            </a:xfrm>
            <a:prstGeom prst="rect">
              <a:avLst/>
            </a:prstGeom>
            <a:noFill/>
            <a:effectLst/>
          </p:spPr>
          <p:txBody>
            <a:bodyPr wrap="square" lIns="0" tIns="0" rIns="0" bIns="0">
              <a:spAutoFit/>
            </a:bodyPr>
            <a:lstStyle/>
            <a:p>
              <a:pPr algn="ctr">
                <a:lnSpc>
                  <a:spcPct val="112000"/>
                </a:lnSpc>
                <a:spcBef>
                  <a:spcPts val="0"/>
                </a:spcBef>
                <a:spcAft>
                  <a:spcPts val="0"/>
                </a:spcAft>
              </a:pPr>
              <a:r>
                <a:rPr sz="3339" b="1">
                  <a:solidFill>
                    <a:srgbClr val="FFFFFF"/>
                  </a:solidFill>
                  <a:latin typeface="Montserrat"/>
                </a:rPr>
                <a:t>G</a:t>
              </a:r>
            </a:p>
          </p:txBody>
        </p:sp>
        <p:sp>
          <p:nvSpPr>
            <p:cNvPr id="38" name="obj_4510"/>
            <p:cNvSpPr txBox="1"/>
            <p:nvPr/>
          </p:nvSpPr>
          <p:spPr>
            <a:xfrm>
              <a:off x="889000" y="21844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9" name="obj_4511"/>
            <p:cNvSpPr txBox="1"/>
            <p:nvPr/>
          </p:nvSpPr>
          <p:spPr>
            <a:xfrm>
              <a:off x="1689100" y="21844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0" name="obj_4512"/>
            <p:cNvSpPr txBox="1"/>
            <p:nvPr/>
          </p:nvSpPr>
          <p:spPr>
            <a:xfrm>
              <a:off x="2489200" y="21844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1" name="obj_4513"/>
            <p:cNvSpPr txBox="1"/>
            <p:nvPr/>
          </p:nvSpPr>
          <p:spPr>
            <a:xfrm>
              <a:off x="3289300" y="21844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2" name="obj_4514"/>
            <p:cNvSpPr txBox="1"/>
            <p:nvPr/>
          </p:nvSpPr>
          <p:spPr>
            <a:xfrm>
              <a:off x="4089400" y="2184400"/>
              <a:ext cx="8001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3" name="obj_4515"/>
            <p:cNvSpPr txBox="1"/>
            <p:nvPr/>
          </p:nvSpPr>
          <p:spPr>
            <a:xfrm>
              <a:off x="571500" y="259511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4" name="obj_4516"/>
            <p:cNvSpPr txBox="1"/>
            <p:nvPr/>
          </p:nvSpPr>
          <p:spPr>
            <a:xfrm>
              <a:off x="571500" y="339521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5" name="obj_4517"/>
            <p:cNvSpPr txBox="1"/>
            <p:nvPr/>
          </p:nvSpPr>
          <p:spPr>
            <a:xfrm>
              <a:off x="571500" y="419531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grpSp>
      <p:sp>
        <p:nvSpPr>
          <p:cNvPr id="46" name="obj_4518"/>
          <p:cNvSpPr/>
          <p:nvPr/>
        </p:nvSpPr>
        <p:spPr>
          <a:xfrm>
            <a:off x="6223000" y="1816100"/>
            <a:ext cx="5461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4519"/>
          <p:cNvSpPr/>
          <p:nvPr/>
        </p:nvSpPr>
        <p:spPr>
          <a:xfrm>
            <a:off x="6223000" y="1816100"/>
            <a:ext cx="5461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4520"/>
          <p:cNvSpPr txBox="1"/>
          <p:nvPr/>
        </p:nvSpPr>
        <p:spPr>
          <a:xfrm>
            <a:off x="6400800" y="1892300"/>
            <a:ext cx="5105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В точке (9,3)</a:t>
            </a:r>
          </a:p>
        </p:txBody>
      </p:sp>
      <p:sp>
        <p:nvSpPr>
          <p:cNvPr id="49" name="obj_4521"/>
          <p:cNvSpPr txBox="1"/>
          <p:nvPr/>
        </p:nvSpPr>
        <p:spPr>
          <a:xfrm>
            <a:off x="6426200" y="2476500"/>
            <a:ext cx="5054600" cy="2556790"/>
          </a:xfrm>
          <a:prstGeom prst="rect">
            <a:avLst/>
          </a:prstGeom>
          <a:noFill/>
          <a:effectLst/>
        </p:spPr>
        <p:txBody>
          <a:bodyPr wrap="square" lIns="0" tIns="0" rIns="0" bIns="0">
            <a:spAutoFit/>
          </a:bodyPr>
          <a:lstStyle/>
          <a:p>
            <a:pPr algn="l">
              <a:lnSpc>
                <a:spcPct val="112000"/>
              </a:lnSpc>
              <a:spcBef>
                <a:spcPts val="0"/>
              </a:spcBef>
              <a:spcAft>
                <a:spcPts val="0"/>
              </a:spcAft>
            </a:pPr>
            <a:r>
              <a:rPr lang="ru-RU" sz="2500" b="0">
                <a:solidFill>
                  <a:srgbClr val="352379"/>
                </a:solidFill>
                <a:latin typeface="Montserrat"/>
              </a:rPr>
              <a:t>h(n) = 6.</a:t>
            </a:r>
          </a:p>
          <a:p>
            <a:pPr algn="l">
              <a:lnSpc>
                <a:spcPct val="112000"/>
              </a:lnSpc>
              <a:spcBef>
                <a:spcPts val="0"/>
              </a:spcBef>
              <a:spcAft>
                <a:spcPts val="0"/>
              </a:spcAft>
            </a:pPr>
            <a:endParaRPr lang="ru-RU" sz="2500" b="0">
              <a:solidFill>
                <a:srgbClr val="352379"/>
              </a:solidFill>
              <a:latin typeface="Montserrat"/>
            </a:endParaRPr>
          </a:p>
          <a:p>
            <a:pPr algn="l">
              <a:lnSpc>
                <a:spcPct val="112000"/>
              </a:lnSpc>
              <a:spcBef>
                <a:spcPts val="0"/>
              </a:spcBef>
              <a:spcAft>
                <a:spcPts val="0"/>
              </a:spcAft>
            </a:pPr>
            <a:r>
              <a:rPr lang="ru-RU" sz="2500" b="0">
                <a:solidFill>
                  <a:srgbClr val="352379"/>
                </a:solidFill>
                <a:latin typeface="Montserrat"/>
              </a:rPr>
              <a:t>Оценка зависит от n и G.</a:t>
            </a:r>
          </a:p>
          <a:p>
            <a:pPr algn="l">
              <a:lnSpc>
                <a:spcPct val="112000"/>
              </a:lnSpc>
              <a:spcBef>
                <a:spcPts val="0"/>
              </a:spcBef>
              <a:spcAft>
                <a:spcPts val="0"/>
              </a:spcAft>
            </a:pPr>
            <a:endParaRPr lang="ru-RU" sz="2500" b="0">
              <a:solidFill>
                <a:srgbClr val="352379"/>
              </a:solidFill>
              <a:latin typeface="Montserrat"/>
            </a:endParaRPr>
          </a:p>
          <a:p>
            <a:pPr algn="l">
              <a:lnSpc>
                <a:spcPct val="112000"/>
              </a:lnSpc>
              <a:spcBef>
                <a:spcPts val="0"/>
              </a:spcBef>
              <a:spcAft>
                <a:spcPts val="0"/>
              </a:spcAft>
            </a:pPr>
            <a:r>
              <a:rPr lang="ru-RU" sz="2500" b="0">
                <a:solidFill>
                  <a:srgbClr val="352379"/>
                </a:solidFill>
                <a:latin typeface="Montserrat"/>
              </a:rPr>
              <a:t>Разные пути к одной n меняют g, но сохраняют h.</a:t>
            </a:r>
            <a:endParaRPr sz="2500" b="0">
              <a:solidFill>
                <a:srgbClr val="352379"/>
              </a:solidFill>
              <a:latin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27</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52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f(n): оценка полного пути через n</a:t>
            </a:r>
          </a:p>
        </p:txBody>
      </p:sp>
      <p:sp>
        <p:nvSpPr>
          <p:cNvPr id="12" name="obj_452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f(n) = g(n) + h(n)</a:t>
            </a:r>
          </a:p>
        </p:txBody>
      </p:sp>
      <p:sp>
        <p:nvSpPr>
          <p:cNvPr id="13" name="obj_4524"/>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525"/>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526"/>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На общей карте</a:t>
            </a:r>
          </a:p>
        </p:txBody>
      </p:sp>
      <p:sp>
        <p:nvSpPr>
          <p:cNvPr id="16" name="obj_4527"/>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800" b="0">
                <a:solidFill>
                  <a:srgbClr val="352379"/>
                </a:solidFill>
                <a:latin typeface="Montserrat"/>
              </a:rPr>
              <a:t>Клетка (4,5)</a:t>
            </a:r>
          </a:p>
          <a:p>
            <a:pPr algn="l">
              <a:lnSpc>
                <a:spcPct val="112000"/>
              </a:lnSpc>
              <a:spcBef>
                <a:spcPts val="0"/>
              </a:spcBef>
              <a:spcAft>
                <a:spcPts val="0"/>
              </a:spcAft>
            </a:pPr>
            <a:endParaRPr sz="2800" b="0">
              <a:solidFill>
                <a:srgbClr val="352379"/>
              </a:solidFill>
              <a:latin typeface="Montserrat"/>
            </a:endParaRPr>
          </a:p>
          <a:p>
            <a:pPr algn="l">
              <a:lnSpc>
                <a:spcPct val="112000"/>
              </a:lnSpc>
              <a:spcBef>
                <a:spcPts val="0"/>
              </a:spcBef>
              <a:spcAft>
                <a:spcPts val="0"/>
              </a:spcAft>
            </a:pPr>
            <a:r>
              <a:rPr sz="2800" b="0">
                <a:solidFill>
                  <a:srgbClr val="352379"/>
                </a:solidFill>
                <a:latin typeface="Montserrat"/>
              </a:rPr>
              <a:t>g = 5, h = 9</a:t>
            </a:r>
          </a:p>
          <a:p>
            <a:pPr algn="l">
              <a:lnSpc>
                <a:spcPct val="112000"/>
              </a:lnSpc>
              <a:spcBef>
                <a:spcPts val="0"/>
              </a:spcBef>
              <a:spcAft>
                <a:spcPts val="0"/>
              </a:spcAft>
            </a:pPr>
            <a:endParaRPr sz="2800" b="0">
              <a:solidFill>
                <a:srgbClr val="352379"/>
              </a:solidFill>
              <a:latin typeface="Montserrat"/>
            </a:endParaRPr>
          </a:p>
          <a:p>
            <a:pPr algn="l">
              <a:lnSpc>
                <a:spcPct val="112000"/>
              </a:lnSpc>
              <a:spcBef>
                <a:spcPts val="0"/>
              </a:spcBef>
              <a:spcAft>
                <a:spcPts val="0"/>
              </a:spcAft>
            </a:pPr>
            <a:r>
              <a:rPr sz="2800" b="0">
                <a:solidFill>
                  <a:srgbClr val="352379"/>
                </a:solidFill>
                <a:latin typeface="Montserrat"/>
              </a:rPr>
              <a:t>f = 5 + 9 = 14</a:t>
            </a:r>
          </a:p>
        </p:txBody>
      </p:sp>
      <p:sp>
        <p:nvSpPr>
          <p:cNvPr id="17" name="obj_4528"/>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529"/>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530"/>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Отдельный числовой пример</a:t>
            </a:r>
          </a:p>
        </p:txBody>
      </p:sp>
      <p:sp>
        <p:nvSpPr>
          <p:cNvPr id="20" name="obj_4531"/>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800" b="0">
                <a:solidFill>
                  <a:srgbClr val="352379"/>
                </a:solidFill>
                <a:latin typeface="Montserrat"/>
              </a:rPr>
              <a:t>g = 4</a:t>
            </a:r>
          </a:p>
          <a:p>
            <a:pPr algn="l">
              <a:lnSpc>
                <a:spcPct val="112000"/>
              </a:lnSpc>
              <a:spcBef>
                <a:spcPts val="0"/>
              </a:spcBef>
              <a:spcAft>
                <a:spcPts val="0"/>
              </a:spcAft>
            </a:pPr>
            <a:r>
              <a:rPr sz="2800" b="0">
                <a:solidFill>
                  <a:srgbClr val="352379"/>
                </a:solidFill>
                <a:latin typeface="Montserrat"/>
              </a:rPr>
              <a:t>h = 5</a:t>
            </a:r>
          </a:p>
          <a:p>
            <a:pPr algn="l">
              <a:lnSpc>
                <a:spcPct val="112000"/>
              </a:lnSpc>
              <a:spcBef>
                <a:spcPts val="0"/>
              </a:spcBef>
              <a:spcAft>
                <a:spcPts val="0"/>
              </a:spcAft>
            </a:pPr>
            <a:endParaRPr sz="2800" b="0">
              <a:solidFill>
                <a:srgbClr val="352379"/>
              </a:solidFill>
              <a:latin typeface="Montserrat"/>
            </a:endParaRPr>
          </a:p>
          <a:p>
            <a:pPr algn="l">
              <a:lnSpc>
                <a:spcPct val="112000"/>
              </a:lnSpc>
              <a:spcBef>
                <a:spcPts val="0"/>
              </a:spcBef>
              <a:spcAft>
                <a:spcPts val="0"/>
              </a:spcAft>
            </a:pPr>
            <a:r>
              <a:rPr sz="2800" b="0">
                <a:solidFill>
                  <a:srgbClr val="352379"/>
                </a:solidFill>
                <a:latin typeface="Montserrat"/>
              </a:rPr>
              <a:t>f = 4 + 5 = 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28</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532"/>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Как A* выбирает следующую вершину?</a:t>
            </a:r>
          </a:p>
        </p:txBody>
      </p:sp>
      <p:sp>
        <p:nvSpPr>
          <p:cNvPr id="12" name="obj_4533"/>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Сначала сравниваем f; при равенстве действует FIFO</a:t>
            </a:r>
          </a:p>
        </p:txBody>
      </p:sp>
      <p:graphicFrame>
        <p:nvGraphicFramePr>
          <p:cNvPr id="13" name="obj_4534"/>
          <p:cNvGraphicFramePr>
            <a:graphicFrameLocks noGrp="1"/>
          </p:cNvGraphicFramePr>
          <p:nvPr/>
        </p:nvGraphicFramePr>
        <p:xfrm>
          <a:off x="1587500" y="2082800"/>
          <a:ext cx="9017000" cy="29210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84200">
                <a:tc>
                  <a:txBody>
                    <a:bodyPr/>
                    <a:lstStyle/>
                    <a:p>
                      <a:pPr>
                        <a:spcAft>
                          <a:spcPts val="0"/>
                        </a:spcAft>
                      </a:pPr>
                      <a:r>
                        <a:rPr sz="25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584200">
                <a:tc>
                  <a:txBody>
                    <a:bodyPr/>
                    <a:lstStyle/>
                    <a:p>
                      <a:pPr>
                        <a:spcAft>
                          <a:spcPts val="0"/>
                        </a:spcAft>
                      </a:pPr>
                      <a:r>
                        <a:rPr sz="2500" b="0">
                          <a:solidFill>
                            <a:srgbClr val="352379"/>
                          </a:solidFill>
                          <a:latin typeface="Montserrat"/>
                        </a:rPr>
                        <a:t>(4,5)</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5</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9</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584200">
                <a:tc>
                  <a:txBody>
                    <a:bodyPr/>
                    <a:lstStyle/>
                    <a:p>
                      <a:pPr>
                        <a:spcAft>
                          <a:spcPts val="0"/>
                        </a:spcAft>
                      </a:pPr>
                      <a:r>
                        <a:rPr sz="25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584200">
                <a:tc>
                  <a:txBody>
                    <a:bodyPr/>
                    <a:lstStyle/>
                    <a:p>
                      <a:pPr>
                        <a:spcAft>
                          <a:spcPts val="0"/>
                        </a:spcAft>
                      </a:pPr>
                      <a:r>
                        <a:rPr sz="25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584200">
                <a:tc>
                  <a:txBody>
                    <a:bodyPr/>
                    <a:lstStyle/>
                    <a:p>
                      <a:pPr>
                        <a:spcAft>
                          <a:spcPts val="0"/>
                        </a:spcAft>
                      </a:pPr>
                      <a:r>
                        <a:rPr sz="2500" b="0">
                          <a:solidFill>
                            <a:srgbClr val="352379"/>
                          </a:solidFill>
                          <a:latin typeface="Montserrat"/>
                        </a:rPr>
                        <a:t>(1,7)</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 name="obj_4535"/>
          <p:cNvSpPr txBox="1"/>
          <p:nvPr/>
        </p:nvSpPr>
        <p:spPr>
          <a:xfrm>
            <a:off x="1079500" y="5054600"/>
            <a:ext cx="10033000" cy="7874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Выбор: (4,5), f=14.</a:t>
            </a:r>
          </a:p>
          <a:p>
            <a:pPr algn="l">
              <a:lnSpc>
                <a:spcPct val="112000"/>
              </a:lnSpc>
              <a:spcBef>
                <a:spcPts val="0"/>
              </a:spcBef>
              <a:spcAft>
                <a:spcPts val="0"/>
              </a:spcAft>
            </a:pPr>
            <a:r>
              <a:rPr sz="2300" b="1">
                <a:solidFill>
                  <a:srgbClr val="352379"/>
                </a:solidFill>
                <a:latin typeface="Montserrat"/>
              </a:rPr>
              <a:t>Равное f: раньше вошла в OPEN.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29</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536"/>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OPEN, CLOSED и текущая вершина</a:t>
            </a:r>
          </a:p>
        </p:txBody>
      </p:sp>
      <p:sp>
        <p:nvSpPr>
          <p:cNvPr id="12" name="obj_4537"/>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OPEN хранится в приоритетной очереди с ключом f</a:t>
            </a:r>
          </a:p>
        </p:txBody>
      </p:sp>
      <p:sp>
        <p:nvSpPr>
          <p:cNvPr id="13" name="obj_4538"/>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539"/>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540"/>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Состояния поиска</a:t>
            </a:r>
          </a:p>
        </p:txBody>
      </p:sp>
      <p:sp>
        <p:nvSpPr>
          <p:cNvPr id="16" name="obj_4541"/>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300" b="0">
                <a:solidFill>
                  <a:srgbClr val="352379"/>
                </a:solidFill>
                <a:latin typeface="Montserrat"/>
              </a:rPr>
              <a:t>OPEN: ждёт; контур бирюзовый.</a:t>
            </a:r>
          </a:p>
          <a:p>
            <a:pPr algn="l">
              <a:lnSpc>
                <a:spcPct val="112000"/>
              </a:lnSpc>
              <a:spcBef>
                <a:spcPts val="0"/>
              </a:spcBef>
              <a:spcAft>
                <a:spcPts val="0"/>
              </a:spcAft>
            </a:pPr>
            <a:r>
              <a:rPr sz="2300" b="0">
                <a:solidFill>
                  <a:srgbClr val="352379"/>
                </a:solidFill>
                <a:latin typeface="Montserrat"/>
              </a:rPr>
              <a:t>current: извлечена; контур оранжевый.</a:t>
            </a:r>
          </a:p>
          <a:p>
            <a:pPr algn="l">
              <a:lnSpc>
                <a:spcPct val="112000"/>
              </a:lnSpc>
              <a:spcBef>
                <a:spcPts val="0"/>
              </a:spcBef>
              <a:spcAft>
                <a:spcPts val="0"/>
              </a:spcAft>
            </a:pPr>
            <a:r>
              <a:rPr sz="2300" b="0">
                <a:solidFill>
                  <a:srgbClr val="352379"/>
                </a:solidFill>
                <a:latin typeface="Montserrat"/>
              </a:rPr>
              <a:t>CLOSED: обработана; точка фиолетовая.</a:t>
            </a:r>
          </a:p>
        </p:txBody>
      </p:sp>
      <p:sp>
        <p:nvSpPr>
          <p:cNvPr id="17" name="obj_4542"/>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543"/>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544"/>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Связь с лекцией 1</a:t>
            </a:r>
          </a:p>
        </p:txBody>
      </p:sp>
      <p:sp>
        <p:nvSpPr>
          <p:cNvPr id="20" name="obj_4545"/>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300" b="0">
                <a:solidFill>
                  <a:srgbClr val="352379"/>
                </a:solidFill>
                <a:latin typeface="Montserrat"/>
              </a:rPr>
              <a:t>Двоичная куча: быстро извлекаем минимум.</a:t>
            </a:r>
          </a:p>
          <a:p>
            <a:pPr algn="l">
              <a:lnSpc>
                <a:spcPct val="112000"/>
              </a:lnSpc>
              <a:spcBef>
                <a:spcPts val="0"/>
              </a:spcBef>
              <a:spcAft>
                <a:spcPts val="0"/>
              </a:spcAft>
            </a:pPr>
            <a:endParaRPr sz="2300" b="0">
              <a:solidFill>
                <a:srgbClr val="352379"/>
              </a:solidFill>
              <a:latin typeface="Montserrat"/>
            </a:endParaRPr>
          </a:p>
          <a:p>
            <a:pPr algn="l">
              <a:lnSpc>
                <a:spcPct val="112000"/>
              </a:lnSpc>
              <a:spcBef>
                <a:spcPts val="0"/>
              </a:spcBef>
              <a:spcAft>
                <a:spcPts val="0"/>
              </a:spcAft>
            </a:pPr>
            <a:r>
              <a:rPr sz="2300" b="0">
                <a:solidFill>
                  <a:srgbClr val="352379"/>
                </a:solidFill>
                <a:latin typeface="Montserrat"/>
              </a:rPr>
              <a:t>Равные приоритеты: FIFO.</a:t>
            </a:r>
          </a:p>
          <a:p>
            <a:pPr algn="l">
              <a:lnSpc>
                <a:spcPct val="112000"/>
              </a:lnSpc>
              <a:spcBef>
                <a:spcPts val="0"/>
              </a:spcBef>
              <a:spcAft>
                <a:spcPts val="0"/>
              </a:spcAft>
            </a:pPr>
            <a:endParaRPr sz="2300" b="0">
              <a:solidFill>
                <a:srgbClr val="352379"/>
              </a:solidFill>
              <a:latin typeface="Montserrat"/>
            </a:endParaRPr>
          </a:p>
          <a:p>
            <a:pPr algn="l">
              <a:lnSpc>
                <a:spcPct val="112000"/>
              </a:lnSpc>
              <a:spcBef>
                <a:spcPts val="0"/>
              </a:spcBef>
              <a:spcAft>
                <a:spcPts val="0"/>
              </a:spcAft>
            </a:pPr>
            <a:r>
              <a:rPr sz="2300" b="0">
                <a:solidFill>
                  <a:srgbClr val="352379"/>
                </a:solidFill>
                <a:latin typeface="Montserrat"/>
              </a:rPr>
              <a:t>Устаревшие записи пропускаем.</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30</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546"/>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Улучшение стоимости пути</a:t>
            </a:r>
          </a:p>
        </p:txBody>
      </p:sp>
      <p:sp>
        <p:nvSpPr>
          <p:cNvPr id="12" name="obj_4547"/>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new_g = g(current) + w(current, neighbor)</a:t>
            </a:r>
          </a:p>
        </p:txBody>
      </p:sp>
      <p:sp>
        <p:nvSpPr>
          <p:cNvPr id="13" name="obj_4548"/>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549"/>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550"/>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Старая оценка</a:t>
            </a:r>
          </a:p>
        </p:txBody>
      </p:sp>
      <p:sp>
        <p:nvSpPr>
          <p:cNvPr id="16" name="obj_4551"/>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700" b="0">
                <a:solidFill>
                  <a:srgbClr val="352379"/>
                </a:solidFill>
                <a:latin typeface="Montserrat"/>
              </a:rPr>
              <a:t>g(v) = 7</a:t>
            </a:r>
          </a:p>
          <a:p>
            <a:pPr algn="l">
              <a:lnSpc>
                <a:spcPct val="112000"/>
              </a:lnSpc>
              <a:spcBef>
                <a:spcPts val="0"/>
              </a:spcBef>
              <a:spcAft>
                <a:spcPts val="0"/>
              </a:spcAft>
            </a:pPr>
            <a:endParaRPr sz="2700" b="0">
              <a:solidFill>
                <a:srgbClr val="352379"/>
              </a:solidFill>
              <a:latin typeface="Montserrat"/>
            </a:endParaRPr>
          </a:p>
          <a:p>
            <a:pPr algn="l">
              <a:lnSpc>
                <a:spcPct val="112000"/>
              </a:lnSpc>
              <a:spcBef>
                <a:spcPts val="0"/>
              </a:spcBef>
              <a:spcAft>
                <a:spcPts val="0"/>
              </a:spcAft>
            </a:pPr>
            <a:r>
              <a:rPr sz="2700" b="0">
                <a:solidFill>
                  <a:srgbClr val="352379"/>
                </a:solidFill>
                <a:latin typeface="Montserrat"/>
              </a:rPr>
              <a:t>Новый путь идёт через u.</a:t>
            </a:r>
          </a:p>
          <a:p>
            <a:pPr algn="l">
              <a:lnSpc>
                <a:spcPct val="112000"/>
              </a:lnSpc>
              <a:spcBef>
                <a:spcPts val="0"/>
              </a:spcBef>
              <a:spcAft>
                <a:spcPts val="0"/>
              </a:spcAft>
            </a:pPr>
            <a:r>
              <a:rPr sz="2700" b="0">
                <a:solidFill>
                  <a:srgbClr val="352379"/>
                </a:solidFill>
                <a:latin typeface="Montserrat"/>
              </a:rPr>
              <a:t>g(u)=3, w(u,v)=2</a:t>
            </a:r>
          </a:p>
        </p:txBody>
      </p:sp>
      <p:grpSp>
        <p:nvGrpSpPr>
          <p:cNvPr id="2" name="relax_math"/>
          <p:cNvGrpSpPr/>
          <p:nvPr/>
        </p:nvGrpSpPr>
        <p:grpSpPr>
          <a:xfrm>
            <a:off x="6794500" y="2286000"/>
            <a:ext cx="4572000" cy="2984500"/>
            <a:chOff x="6794500" y="2286000"/>
            <a:chExt cx="4572000" cy="2984500"/>
          </a:xfrm>
        </p:grpSpPr>
        <p:sp>
          <p:nvSpPr>
            <p:cNvPr id="17" name="obj_4553"/>
            <p:cNvSpPr txBox="1"/>
            <p:nvPr/>
          </p:nvSpPr>
          <p:spPr>
            <a:xfrm>
              <a:off x="6794500" y="2286000"/>
              <a:ext cx="4572000" cy="889000"/>
            </a:xfrm>
            <a:prstGeom prst="rect">
              <a:avLst/>
            </a:prstGeom>
            <a:noFill/>
            <a:effectLst/>
          </p:spPr>
          <p:txBody>
            <a:bodyPr wrap="square" lIns="0" tIns="0" rIns="0" bIns="0">
              <a:spAutoFit/>
            </a:bodyPr>
            <a:lstStyle/>
            <a:p>
              <a:pPr algn="l">
                <a:lnSpc>
                  <a:spcPct val="112000"/>
                </a:lnSpc>
                <a:spcBef>
                  <a:spcPts val="0"/>
                </a:spcBef>
                <a:spcAft>
                  <a:spcPts val="0"/>
                </a:spcAft>
              </a:pPr>
              <a:r>
                <a:rPr sz="3400" b="1">
                  <a:solidFill>
                    <a:srgbClr val="352379"/>
                  </a:solidFill>
                  <a:latin typeface="Montserrat"/>
                </a:rPr>
                <a:t>3 + 2 = 5 &lt; 7</a:t>
              </a:r>
            </a:p>
          </p:txBody>
        </p:sp>
        <p:sp>
          <p:nvSpPr>
            <p:cNvPr id="18" name="obj_4554"/>
            <p:cNvSpPr txBox="1"/>
            <p:nvPr/>
          </p:nvSpPr>
          <p:spPr>
            <a:xfrm>
              <a:off x="6794500" y="3619500"/>
              <a:ext cx="4572000" cy="1651000"/>
            </a:xfrm>
            <a:prstGeom prst="rect">
              <a:avLst/>
            </a:prstGeom>
            <a:noFill/>
            <a:effectLst/>
          </p:spPr>
          <p:txBody>
            <a:bodyPr wrap="square" lIns="0" tIns="0" rIns="0" bIns="0">
              <a:spAutoFit/>
            </a:bodyPr>
            <a:lstStyle/>
            <a:p>
              <a:pPr algn="l">
                <a:lnSpc>
                  <a:spcPct val="112000"/>
                </a:lnSpc>
                <a:spcBef>
                  <a:spcPts val="0"/>
                </a:spcBef>
                <a:spcAft>
                  <a:spcPts val="0"/>
                </a:spcAft>
              </a:pPr>
              <a:r>
                <a:rPr sz="2700" b="0">
                  <a:solidFill>
                    <a:srgbClr val="352379"/>
                  </a:solidFill>
                  <a:latin typeface="Montserrat"/>
                </a:rPr>
                <a:t>g(v) ← 5</a:t>
              </a:r>
            </a:p>
            <a:p>
              <a:pPr algn="l">
                <a:lnSpc>
                  <a:spcPct val="112000"/>
                </a:lnSpc>
                <a:spcBef>
                  <a:spcPts val="0"/>
                </a:spcBef>
                <a:spcAft>
                  <a:spcPts val="0"/>
                </a:spcAft>
              </a:pPr>
              <a:r>
                <a:rPr sz="2700" b="0">
                  <a:solidFill>
                    <a:srgbClr val="352379"/>
                  </a:solidFill>
                  <a:latin typeface="Montserrat"/>
                </a:rPr>
                <a:t>parent[v] ← u</a:t>
              </a:r>
            </a:p>
            <a:p>
              <a:pPr algn="l">
                <a:lnSpc>
                  <a:spcPct val="112000"/>
                </a:lnSpc>
                <a:spcBef>
                  <a:spcPts val="0"/>
                </a:spcBef>
                <a:spcAft>
                  <a:spcPts val="0"/>
                </a:spcAft>
              </a:pPr>
              <a:r>
                <a:rPr sz="2700" b="0">
                  <a:solidFill>
                    <a:srgbClr val="352379"/>
                  </a:solidFill>
                  <a:latin typeface="Montserrat"/>
                </a:rPr>
                <a:t>Обновить приоритет v</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31</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555"/>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parent хранит предшественника</a:t>
            </a:r>
          </a:p>
        </p:txBody>
      </p:sp>
      <p:sp>
        <p:nvSpPr>
          <p:cNvPr id="12" name="obj_4556"/>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При улучшении g одновременно меняем parent</a:t>
            </a:r>
          </a:p>
        </p:txBody>
      </p:sp>
      <p:sp>
        <p:nvSpPr>
          <p:cNvPr id="13" name="obj_4557"/>
          <p:cNvSpPr/>
          <p:nvPr/>
        </p:nvSpPr>
        <p:spPr>
          <a:xfrm>
            <a:off x="1079500" y="2705100"/>
            <a:ext cx="914400" cy="9144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558"/>
          <p:cNvSpPr txBox="1"/>
          <p:nvPr/>
        </p:nvSpPr>
        <p:spPr>
          <a:xfrm>
            <a:off x="1143000" y="2844800"/>
            <a:ext cx="7874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3000" b="0">
                <a:solidFill>
                  <a:srgbClr val="352379"/>
                </a:solidFill>
                <a:latin typeface="Montserrat"/>
              </a:rPr>
              <a:t>S</a:t>
            </a:r>
          </a:p>
        </p:txBody>
      </p:sp>
      <p:sp>
        <p:nvSpPr>
          <p:cNvPr id="15" name="obj_4559"/>
          <p:cNvSpPr/>
          <p:nvPr/>
        </p:nvSpPr>
        <p:spPr>
          <a:xfrm>
            <a:off x="3873500" y="2705100"/>
            <a:ext cx="914400" cy="9144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560"/>
          <p:cNvSpPr txBox="1"/>
          <p:nvPr/>
        </p:nvSpPr>
        <p:spPr>
          <a:xfrm>
            <a:off x="3937000" y="2844800"/>
            <a:ext cx="7874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3000" b="0">
                <a:solidFill>
                  <a:srgbClr val="352379"/>
                </a:solidFill>
                <a:latin typeface="Montserrat"/>
              </a:rPr>
              <a:t>u</a:t>
            </a:r>
          </a:p>
        </p:txBody>
      </p:sp>
      <p:cxnSp>
        <p:nvCxnSpPr>
          <p:cNvPr id="17" name="obj_4561"/>
          <p:cNvCxnSpPr/>
          <p:nvPr/>
        </p:nvCxnSpPr>
        <p:spPr>
          <a:xfrm>
            <a:off x="2032000" y="3162300"/>
            <a:ext cx="1739900" cy="0"/>
          </a:xfrm>
          <a:prstGeom prst="line">
            <a:avLst/>
          </a:prstGeom>
          <a:ln w="2540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18" name="obj_4562"/>
          <p:cNvSpPr/>
          <p:nvPr/>
        </p:nvSpPr>
        <p:spPr>
          <a:xfrm>
            <a:off x="6667500" y="2705100"/>
            <a:ext cx="914400" cy="9144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563"/>
          <p:cNvSpPr txBox="1"/>
          <p:nvPr/>
        </p:nvSpPr>
        <p:spPr>
          <a:xfrm>
            <a:off x="6731000" y="2844800"/>
            <a:ext cx="7874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3000" b="0">
                <a:solidFill>
                  <a:srgbClr val="352379"/>
                </a:solidFill>
                <a:latin typeface="Montserrat"/>
              </a:rPr>
              <a:t>v</a:t>
            </a:r>
          </a:p>
        </p:txBody>
      </p:sp>
      <p:cxnSp>
        <p:nvCxnSpPr>
          <p:cNvPr id="20" name="obj_4564"/>
          <p:cNvCxnSpPr/>
          <p:nvPr/>
        </p:nvCxnSpPr>
        <p:spPr>
          <a:xfrm>
            <a:off x="4826000" y="3162300"/>
            <a:ext cx="1739900" cy="0"/>
          </a:xfrm>
          <a:prstGeom prst="line">
            <a:avLst/>
          </a:prstGeom>
          <a:ln w="2540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1" name="obj_4565"/>
          <p:cNvSpPr/>
          <p:nvPr/>
        </p:nvSpPr>
        <p:spPr>
          <a:xfrm>
            <a:off x="9461500" y="2705100"/>
            <a:ext cx="914400" cy="914400"/>
          </a:xfrm>
          <a:prstGeom prst="roundRect">
            <a:avLst>
              <a:gd name="adj" fmla="val 10000"/>
            </a:avLst>
          </a:prstGeom>
          <a:solidFill>
            <a:srgbClr val="FFFFFF"/>
          </a:solidFill>
          <a:ln w="1905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566"/>
          <p:cNvSpPr txBox="1"/>
          <p:nvPr/>
        </p:nvSpPr>
        <p:spPr>
          <a:xfrm>
            <a:off x="9525000" y="2844800"/>
            <a:ext cx="787400" cy="635000"/>
          </a:xfrm>
          <a:prstGeom prst="rect">
            <a:avLst/>
          </a:prstGeom>
          <a:noFill/>
          <a:effectLst/>
        </p:spPr>
        <p:txBody>
          <a:bodyPr wrap="square" lIns="0" tIns="0" rIns="0" bIns="0">
            <a:spAutoFit/>
          </a:bodyPr>
          <a:lstStyle/>
          <a:p>
            <a:pPr algn="ctr">
              <a:lnSpc>
                <a:spcPct val="112000"/>
              </a:lnSpc>
              <a:spcBef>
                <a:spcPts val="0"/>
              </a:spcBef>
              <a:spcAft>
                <a:spcPts val="0"/>
              </a:spcAft>
            </a:pPr>
            <a:r>
              <a:rPr sz="3000" b="0">
                <a:solidFill>
                  <a:srgbClr val="352379"/>
                </a:solidFill>
                <a:latin typeface="Montserrat"/>
              </a:rPr>
              <a:t>G</a:t>
            </a:r>
          </a:p>
        </p:txBody>
      </p:sp>
      <p:cxnSp>
        <p:nvCxnSpPr>
          <p:cNvPr id="23" name="obj_4567"/>
          <p:cNvCxnSpPr/>
          <p:nvPr/>
        </p:nvCxnSpPr>
        <p:spPr>
          <a:xfrm>
            <a:off x="7620000" y="3162300"/>
            <a:ext cx="1739900" cy="0"/>
          </a:xfrm>
          <a:prstGeom prst="line">
            <a:avLst/>
          </a:prstGeom>
          <a:ln w="25400">
            <a:solidFill>
              <a:srgbClr val="352379"/>
            </a:solidFill>
          </a:ln>
          <a:effectLst/>
        </p:spPr>
        <p:style>
          <a:lnRef idx="2">
            <a:schemeClr val="accent1"/>
          </a:lnRef>
          <a:fillRef idx="0">
            <a:schemeClr val="accent1"/>
          </a:fillRef>
          <a:effectRef idx="1">
            <a:schemeClr val="accent1"/>
          </a:effectRef>
          <a:fontRef idx="minor">
            <a:schemeClr val="tx1"/>
          </a:fontRef>
        </p:style>
      </p:cxnSp>
      <p:sp>
        <p:nvSpPr>
          <p:cNvPr id="24" name="obj_4568"/>
          <p:cNvSpPr txBox="1"/>
          <p:nvPr/>
        </p:nvSpPr>
        <p:spPr>
          <a:xfrm>
            <a:off x="1168400" y="4432300"/>
            <a:ext cx="3238500" cy="825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parent[u] = S</a:t>
            </a:r>
          </a:p>
        </p:txBody>
      </p:sp>
      <p:sp>
        <p:nvSpPr>
          <p:cNvPr id="25" name="obj_4569"/>
          <p:cNvSpPr txBox="1"/>
          <p:nvPr/>
        </p:nvSpPr>
        <p:spPr>
          <a:xfrm>
            <a:off x="4597400" y="4432300"/>
            <a:ext cx="3238500" cy="825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parent[v] = u</a:t>
            </a:r>
          </a:p>
        </p:txBody>
      </p:sp>
      <p:sp>
        <p:nvSpPr>
          <p:cNvPr id="26" name="obj_4570"/>
          <p:cNvSpPr txBox="1"/>
          <p:nvPr/>
        </p:nvSpPr>
        <p:spPr>
          <a:xfrm>
            <a:off x="8026400" y="4432300"/>
            <a:ext cx="3238500" cy="825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parent[G] = 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119"/>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19"/>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57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начальная очередь</a:t>
            </a:r>
          </a:p>
        </p:txBody>
      </p:sp>
      <p:sp>
        <p:nvSpPr>
          <p:cNvPr id="12" name="obj_457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g(S)=0, h(S)=12, f(S)=12. Остальные g равны ∞</a:t>
            </a:r>
          </a:p>
        </p:txBody>
      </p:sp>
      <p:grpSp>
        <p:nvGrpSpPr>
          <p:cNvPr id="2" name="astar_init"/>
          <p:cNvGrpSpPr/>
          <p:nvPr/>
        </p:nvGrpSpPr>
        <p:grpSpPr>
          <a:xfrm>
            <a:off x="698500" y="2133600"/>
            <a:ext cx="4292600" cy="3619500"/>
            <a:chOff x="698500" y="2133600"/>
            <a:chExt cx="4292600" cy="3619500"/>
          </a:xfrm>
        </p:grpSpPr>
        <p:sp>
          <p:nvSpPr>
            <p:cNvPr id="13" name="obj_4574"/>
            <p:cNvSpPr/>
            <p:nvPr/>
          </p:nvSpPr>
          <p:spPr>
            <a:xfrm>
              <a:off x="698500" y="2133600"/>
              <a:ext cx="4292600" cy="3619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4575"/>
            <p:cNvSpPr/>
            <p:nvPr/>
          </p:nvSpPr>
          <p:spPr>
            <a:xfrm>
              <a:off x="10160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576"/>
            <p:cNvSpPr/>
            <p:nvPr/>
          </p:nvSpPr>
          <p:spPr>
            <a:xfrm>
              <a:off x="16637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577"/>
            <p:cNvSpPr/>
            <p:nvPr/>
          </p:nvSpPr>
          <p:spPr>
            <a:xfrm>
              <a:off x="23114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4578"/>
            <p:cNvSpPr/>
            <p:nvPr/>
          </p:nvSpPr>
          <p:spPr>
            <a:xfrm>
              <a:off x="29591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579"/>
            <p:cNvSpPr/>
            <p:nvPr/>
          </p:nvSpPr>
          <p:spPr>
            <a:xfrm>
              <a:off x="36068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580"/>
            <p:cNvSpPr/>
            <p:nvPr/>
          </p:nvSpPr>
          <p:spPr>
            <a:xfrm>
              <a:off x="4254500" y="24130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581"/>
            <p:cNvSpPr/>
            <p:nvPr/>
          </p:nvSpPr>
          <p:spPr>
            <a:xfrm>
              <a:off x="10160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4582"/>
            <p:cNvSpPr/>
            <p:nvPr/>
          </p:nvSpPr>
          <p:spPr>
            <a:xfrm>
              <a:off x="16637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583"/>
            <p:cNvSpPr/>
            <p:nvPr/>
          </p:nvSpPr>
          <p:spPr>
            <a:xfrm>
              <a:off x="23114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4584"/>
            <p:cNvSpPr/>
            <p:nvPr/>
          </p:nvSpPr>
          <p:spPr>
            <a:xfrm>
              <a:off x="2959100" y="30607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4585"/>
            <p:cNvSpPr/>
            <p:nvPr/>
          </p:nvSpPr>
          <p:spPr>
            <a:xfrm>
              <a:off x="3606800" y="30607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4586"/>
            <p:cNvSpPr txBox="1"/>
            <p:nvPr/>
          </p:nvSpPr>
          <p:spPr>
            <a:xfrm>
              <a:off x="3619500" y="31837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26" name="obj_4587"/>
            <p:cNvSpPr/>
            <p:nvPr/>
          </p:nvSpPr>
          <p:spPr>
            <a:xfrm>
              <a:off x="4254500" y="30607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4588"/>
            <p:cNvSpPr txBox="1"/>
            <p:nvPr/>
          </p:nvSpPr>
          <p:spPr>
            <a:xfrm>
              <a:off x="4267200" y="31837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28" name="obj_4589"/>
            <p:cNvSpPr/>
            <p:nvPr/>
          </p:nvSpPr>
          <p:spPr>
            <a:xfrm>
              <a:off x="10160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4590"/>
            <p:cNvSpPr/>
            <p:nvPr/>
          </p:nvSpPr>
          <p:spPr>
            <a:xfrm>
              <a:off x="16637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4591"/>
            <p:cNvSpPr/>
            <p:nvPr/>
          </p:nvSpPr>
          <p:spPr>
            <a:xfrm>
              <a:off x="1689100" y="3733800"/>
              <a:ext cx="584200" cy="5842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4592"/>
            <p:cNvSpPr/>
            <p:nvPr/>
          </p:nvSpPr>
          <p:spPr>
            <a:xfrm>
              <a:off x="1741424" y="3786124"/>
              <a:ext cx="466344" cy="4663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4593"/>
            <p:cNvSpPr txBox="1"/>
            <p:nvPr/>
          </p:nvSpPr>
          <p:spPr>
            <a:xfrm>
              <a:off x="1741424" y="3773170"/>
              <a:ext cx="466344" cy="518160"/>
            </a:xfrm>
            <a:prstGeom prst="rect">
              <a:avLst/>
            </a:prstGeom>
            <a:noFill/>
            <a:effectLst/>
          </p:spPr>
          <p:txBody>
            <a:bodyPr wrap="square" lIns="0" tIns="0" rIns="0" bIns="0">
              <a:spAutoFit/>
            </a:bodyPr>
            <a:lstStyle/>
            <a:p>
              <a:pPr algn="ctr">
                <a:lnSpc>
                  <a:spcPct val="112000"/>
                </a:lnSpc>
                <a:spcBef>
                  <a:spcPts val="0"/>
                </a:spcBef>
                <a:spcAft>
                  <a:spcPts val="0"/>
                </a:spcAft>
              </a:pPr>
              <a:r>
                <a:rPr sz="2703" b="1">
                  <a:solidFill>
                    <a:srgbClr val="FFFFFF"/>
                  </a:solidFill>
                  <a:latin typeface="Montserrat"/>
                </a:rPr>
                <a:t>S</a:t>
              </a:r>
            </a:p>
          </p:txBody>
        </p:sp>
        <p:sp>
          <p:nvSpPr>
            <p:cNvPr id="33" name="obj_4594"/>
            <p:cNvSpPr/>
            <p:nvPr/>
          </p:nvSpPr>
          <p:spPr>
            <a:xfrm>
              <a:off x="23114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4595"/>
            <p:cNvSpPr/>
            <p:nvPr/>
          </p:nvSpPr>
          <p:spPr>
            <a:xfrm>
              <a:off x="2959100" y="37084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596"/>
            <p:cNvSpPr/>
            <p:nvPr/>
          </p:nvSpPr>
          <p:spPr>
            <a:xfrm>
              <a:off x="3606800" y="3708400"/>
              <a:ext cx="635000" cy="6350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4597"/>
            <p:cNvSpPr txBox="1"/>
            <p:nvPr/>
          </p:nvSpPr>
          <p:spPr>
            <a:xfrm>
              <a:off x="3619500" y="38314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58662C"/>
                  </a:solidFill>
                  <a:latin typeface="Montserrat"/>
                </a:rPr>
                <a:t>∴3</a:t>
              </a:r>
            </a:p>
          </p:txBody>
        </p:sp>
        <p:sp>
          <p:nvSpPr>
            <p:cNvPr id="37" name="obj_4598"/>
            <p:cNvSpPr/>
            <p:nvPr/>
          </p:nvSpPr>
          <p:spPr>
            <a:xfrm>
              <a:off x="4254500" y="3708400"/>
              <a:ext cx="635000" cy="6350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4599"/>
            <p:cNvSpPr txBox="1"/>
            <p:nvPr/>
          </p:nvSpPr>
          <p:spPr>
            <a:xfrm>
              <a:off x="4267200" y="38314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58662C"/>
                  </a:solidFill>
                  <a:latin typeface="Montserrat"/>
                </a:rPr>
                <a:t>∴3</a:t>
              </a:r>
            </a:p>
          </p:txBody>
        </p:sp>
        <p:sp>
          <p:nvSpPr>
            <p:cNvPr id="39" name="obj_4600"/>
            <p:cNvSpPr/>
            <p:nvPr/>
          </p:nvSpPr>
          <p:spPr>
            <a:xfrm>
              <a:off x="10160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4601"/>
            <p:cNvSpPr/>
            <p:nvPr/>
          </p:nvSpPr>
          <p:spPr>
            <a:xfrm>
              <a:off x="16637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4602"/>
            <p:cNvSpPr/>
            <p:nvPr/>
          </p:nvSpPr>
          <p:spPr>
            <a:xfrm>
              <a:off x="23114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4603"/>
            <p:cNvSpPr/>
            <p:nvPr/>
          </p:nvSpPr>
          <p:spPr>
            <a:xfrm>
              <a:off x="2959100" y="43561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4604"/>
            <p:cNvSpPr/>
            <p:nvPr/>
          </p:nvSpPr>
          <p:spPr>
            <a:xfrm>
              <a:off x="3606800" y="43561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4605"/>
            <p:cNvSpPr txBox="1"/>
            <p:nvPr/>
          </p:nvSpPr>
          <p:spPr>
            <a:xfrm>
              <a:off x="3619500" y="44791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45" name="obj_4606"/>
            <p:cNvSpPr/>
            <p:nvPr/>
          </p:nvSpPr>
          <p:spPr>
            <a:xfrm>
              <a:off x="4254500" y="4356100"/>
              <a:ext cx="635000" cy="6350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4607"/>
            <p:cNvSpPr txBox="1"/>
            <p:nvPr/>
          </p:nvSpPr>
          <p:spPr>
            <a:xfrm>
              <a:off x="4267200" y="4479163"/>
              <a:ext cx="609600" cy="421005"/>
            </a:xfrm>
            <a:prstGeom prst="rect">
              <a:avLst/>
            </a:prstGeom>
            <a:noFill/>
            <a:effectLst/>
          </p:spPr>
          <p:txBody>
            <a:bodyPr wrap="square" lIns="0" tIns="0" rIns="0" bIns="0">
              <a:spAutoFit/>
            </a:bodyPr>
            <a:lstStyle/>
            <a:p>
              <a:pPr algn="ctr">
                <a:lnSpc>
                  <a:spcPct val="112000"/>
                </a:lnSpc>
                <a:spcBef>
                  <a:spcPts val="0"/>
                </a:spcBef>
                <a:spcAft>
                  <a:spcPts val="0"/>
                </a:spcAft>
              </a:pPr>
              <a:r>
                <a:rPr sz="2142" b="0">
                  <a:solidFill>
                    <a:srgbClr val="245B72"/>
                  </a:solidFill>
                  <a:latin typeface="Montserrat"/>
                </a:rPr>
                <a:t>≋2</a:t>
              </a:r>
            </a:p>
          </p:txBody>
        </p:sp>
        <p:sp>
          <p:nvSpPr>
            <p:cNvPr id="47" name="obj_4608"/>
            <p:cNvSpPr/>
            <p:nvPr/>
          </p:nvSpPr>
          <p:spPr>
            <a:xfrm>
              <a:off x="10160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4609"/>
            <p:cNvSpPr/>
            <p:nvPr/>
          </p:nvSpPr>
          <p:spPr>
            <a:xfrm>
              <a:off x="16637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4610"/>
            <p:cNvSpPr/>
            <p:nvPr/>
          </p:nvSpPr>
          <p:spPr>
            <a:xfrm>
              <a:off x="23114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4611"/>
            <p:cNvSpPr/>
            <p:nvPr/>
          </p:nvSpPr>
          <p:spPr>
            <a:xfrm>
              <a:off x="29591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4612"/>
            <p:cNvSpPr/>
            <p:nvPr/>
          </p:nvSpPr>
          <p:spPr>
            <a:xfrm>
              <a:off x="36068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4613"/>
            <p:cNvSpPr/>
            <p:nvPr/>
          </p:nvSpPr>
          <p:spPr>
            <a:xfrm>
              <a:off x="4254500" y="5003800"/>
              <a:ext cx="635000" cy="6350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4614"/>
            <p:cNvSpPr txBox="1"/>
            <p:nvPr/>
          </p:nvSpPr>
          <p:spPr>
            <a:xfrm>
              <a:off x="10160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4" name="obj_4615"/>
            <p:cNvSpPr txBox="1"/>
            <p:nvPr/>
          </p:nvSpPr>
          <p:spPr>
            <a:xfrm>
              <a:off x="16637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5" name="obj_4616"/>
            <p:cNvSpPr txBox="1"/>
            <p:nvPr/>
          </p:nvSpPr>
          <p:spPr>
            <a:xfrm>
              <a:off x="23114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6" name="obj_4617"/>
            <p:cNvSpPr txBox="1"/>
            <p:nvPr/>
          </p:nvSpPr>
          <p:spPr>
            <a:xfrm>
              <a:off x="29591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7" name="obj_4618"/>
            <p:cNvSpPr txBox="1"/>
            <p:nvPr/>
          </p:nvSpPr>
          <p:spPr>
            <a:xfrm>
              <a:off x="36068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8" name="obj_4619"/>
            <p:cNvSpPr txBox="1"/>
            <p:nvPr/>
          </p:nvSpPr>
          <p:spPr>
            <a:xfrm>
              <a:off x="4254500" y="2146300"/>
              <a:ext cx="6477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59" name="obj_4620"/>
            <p:cNvSpPr txBox="1"/>
            <p:nvPr/>
          </p:nvSpPr>
          <p:spPr>
            <a:xfrm>
              <a:off x="698500" y="25295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0" name="obj_4621"/>
            <p:cNvSpPr txBox="1"/>
            <p:nvPr/>
          </p:nvSpPr>
          <p:spPr>
            <a:xfrm>
              <a:off x="698500" y="31772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1" name="obj_4622"/>
            <p:cNvSpPr txBox="1"/>
            <p:nvPr/>
          </p:nvSpPr>
          <p:spPr>
            <a:xfrm>
              <a:off x="698500" y="38249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2" name="obj_4623"/>
            <p:cNvSpPr txBox="1"/>
            <p:nvPr/>
          </p:nvSpPr>
          <p:spPr>
            <a:xfrm>
              <a:off x="698500" y="44726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3" name="obj_4624"/>
            <p:cNvSpPr txBox="1"/>
            <p:nvPr/>
          </p:nvSpPr>
          <p:spPr>
            <a:xfrm>
              <a:off x="698500" y="512038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graphicFrame>
        <p:nvGraphicFramePr>
          <p:cNvPr id="64" name="obj_4625"/>
          <p:cNvGraphicFramePr>
            <a:graphicFrameLocks noGrp="1"/>
          </p:cNvGraphicFramePr>
          <p:nvPr/>
        </p:nvGraphicFramePr>
        <p:xfrm>
          <a:off x="6794500" y="2311400"/>
          <a:ext cx="4889500" cy="1270000"/>
        </p:xfrm>
        <a:graphic>
          <a:graphicData uri="http://schemas.openxmlformats.org/drawingml/2006/table">
            <a:tbl>
              <a:tblPr firstRow="1" bandRow="1">
                <a:tableStyleId>{5C22544A-7EE6-4342-B048-85BDC9FD1C3A}</a:tableStyleId>
              </a:tblPr>
              <a:tblGrid>
                <a:gridCol w="16510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079500">
                  <a:extLst>
                    <a:ext uri="{9D8B030D-6E8A-4147-A177-3AD203B41FA5}">
                      <a16:colId xmlns:a16="http://schemas.microsoft.com/office/drawing/2014/main" val="20002"/>
                    </a:ext>
                  </a:extLst>
                </a:gridCol>
                <a:gridCol w="1079500">
                  <a:extLst>
                    <a:ext uri="{9D8B030D-6E8A-4147-A177-3AD203B41FA5}">
                      <a16:colId xmlns:a16="http://schemas.microsoft.com/office/drawing/2014/main" val="20003"/>
                    </a:ext>
                  </a:extLst>
                </a:gridCol>
              </a:tblGrid>
              <a:tr h="635000">
                <a:tc>
                  <a:txBody>
                    <a:bodyPr/>
                    <a:lstStyle/>
                    <a:p>
                      <a:pPr>
                        <a:spcAft>
                          <a:spcPts val="0"/>
                        </a:spcAft>
                      </a:pPr>
                      <a:r>
                        <a:rPr sz="24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635000">
                <a:tc>
                  <a:txBody>
                    <a:bodyPr/>
                    <a:lstStyle/>
                    <a:p>
                      <a:pPr>
                        <a:spcAft>
                          <a:spcPts val="0"/>
                        </a:spcAft>
                      </a:pPr>
                      <a:r>
                        <a:rPr sz="2400" b="0">
                          <a:solidFill>
                            <a:srgbClr val="352379"/>
                          </a:solidFill>
                          <a:latin typeface="Montserrat"/>
                        </a:rPr>
                        <a:t>(1,5)</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0</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12</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1"/>
                  </a:ext>
                </a:extLst>
              </a:tr>
            </a:tbl>
          </a:graphicData>
        </a:graphic>
      </p:graphicFrame>
      <p:sp>
        <p:nvSpPr>
          <p:cNvPr id="65" name="obj_4626"/>
          <p:cNvSpPr txBox="1"/>
          <p:nvPr/>
        </p:nvSpPr>
        <p:spPr>
          <a:xfrm>
            <a:off x="6794500" y="4191000"/>
            <a:ext cx="4889500" cy="13208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OPEN = {S}</a:t>
            </a:r>
          </a:p>
          <a:p>
            <a:pPr algn="l">
              <a:lnSpc>
                <a:spcPct val="112000"/>
              </a:lnSpc>
              <a:spcBef>
                <a:spcPts val="0"/>
              </a:spcBef>
              <a:spcAft>
                <a:spcPts val="0"/>
              </a:spcAft>
            </a:pPr>
            <a:r>
              <a:rPr sz="2500" b="0">
                <a:solidFill>
                  <a:srgbClr val="352379"/>
                </a:solidFill>
                <a:latin typeface="Montserrat"/>
              </a:rPr>
              <a:t>CLOSED = ∅</a:t>
            </a:r>
          </a:p>
          <a:p>
            <a:pPr algn="l">
              <a:lnSpc>
                <a:spcPct val="112000"/>
              </a:lnSpc>
              <a:spcBef>
                <a:spcPts val="0"/>
              </a:spcBef>
              <a:spcAft>
                <a:spcPts val="0"/>
              </a:spcAft>
            </a:pPr>
            <a:r>
              <a:rPr sz="2500" b="0">
                <a:solidFill>
                  <a:srgbClr val="352379"/>
                </a:solidFill>
                <a:latin typeface="Montserrat"/>
              </a:rPr>
              <a:t>parent[S] отсутствует</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627"/>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из S открываем (2,5)</a:t>
            </a:r>
          </a:p>
        </p:txBody>
      </p:sp>
      <p:sp>
        <p:nvSpPr>
          <p:cNvPr id="12" name="obj_4628"/>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4629"/>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4631"/>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632"/>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633"/>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4634"/>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635"/>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636"/>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637"/>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463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639"/>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4640"/>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4641"/>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4642"/>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4643"/>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7" name="obj_4644"/>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4645"/>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9" name="obj_4646"/>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4647"/>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4648"/>
            <p:cNvSpPr/>
            <p:nvPr/>
          </p:nvSpPr>
          <p:spPr>
            <a:xfrm>
              <a:off x="15240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4649"/>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4650"/>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4" name="obj_4651"/>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652"/>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4653"/>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4654"/>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8" name="obj_4655"/>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4656"/>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0" name="obj_4657"/>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4658"/>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4659"/>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4660"/>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4661"/>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4662"/>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6" name="obj_4663"/>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4664"/>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8" name="obj_4665"/>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4666"/>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4667"/>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4668"/>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4669"/>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4670"/>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4671"/>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5" name="obj_4672"/>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6" name="obj_4673"/>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7" name="obj_4674"/>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8" name="obj_4675"/>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9" name="obj_4676"/>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0" name="obj_4677"/>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1" name="obj_4678"/>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2" name="obj_4679"/>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3" name="obj_4680"/>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4" name="obj_4681"/>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65" name="obj_468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66" name="open_before"/>
          <p:cNvGraphicFramePr>
            <a:graphicFrameLocks noGrp="1"/>
          </p:cNvGraphicFramePr>
          <p:nvPr/>
        </p:nvGraphicFramePr>
        <p:xfrm>
          <a:off x="6985000" y="1993900"/>
          <a:ext cx="4724400" cy="8636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(1,5)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0</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0DA"/>
                    </a:solidFill>
                  </a:tcPr>
                </a:tc>
                <a:extLst>
                  <a:ext uri="{0D108BD9-81ED-4DB2-BD59-A6C34878D82A}">
                    <a16:rowId xmlns:a16="http://schemas.microsoft.com/office/drawing/2014/main" val="10001"/>
                  </a:ext>
                </a:extLst>
              </a:tr>
            </a:tbl>
          </a:graphicData>
        </a:graphic>
      </p:graphicFrame>
      <p:sp>
        <p:nvSpPr>
          <p:cNvPr id="67" name="obj_4684"/>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0 вершин</a:t>
            </a:r>
          </a:p>
        </p:txBody>
      </p:sp>
      <p:grpSp>
        <p:nvGrpSpPr>
          <p:cNvPr id="3" name="click1_current"/>
          <p:cNvGrpSpPr/>
          <p:nvPr/>
        </p:nvGrpSpPr>
        <p:grpSpPr>
          <a:xfrm>
            <a:off x="685800" y="2095500"/>
            <a:ext cx="5969000" cy="2120900"/>
            <a:chOff x="685800" y="2095500"/>
            <a:chExt cx="5969000" cy="2120900"/>
          </a:xfrm>
        </p:grpSpPr>
        <p:sp>
          <p:nvSpPr>
            <p:cNvPr id="68" name="obj_4686"/>
            <p:cNvSpPr/>
            <p:nvPr/>
          </p:nvSpPr>
          <p:spPr>
            <a:xfrm>
              <a:off x="15113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4687"/>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(1,5): g=0, h=12, f=12</a:t>
              </a:r>
            </a:p>
          </p:txBody>
        </p:sp>
      </p:grpSp>
      <p:grpSp>
        <p:nvGrpSpPr>
          <p:cNvPr id="4" name="click2_neighbor"/>
          <p:cNvGrpSpPr/>
          <p:nvPr/>
        </p:nvGrpSpPr>
        <p:grpSpPr>
          <a:xfrm>
            <a:off x="1739900" y="3771900"/>
            <a:ext cx="9969500" cy="1168400"/>
            <a:chOff x="1739900" y="3771900"/>
            <a:chExt cx="9969500" cy="1168400"/>
          </a:xfrm>
        </p:grpSpPr>
        <p:sp>
          <p:nvSpPr>
            <p:cNvPr id="70" name="obj_4689"/>
            <p:cNvSpPr/>
            <p:nvPr/>
          </p:nvSpPr>
          <p:spPr>
            <a:xfrm>
              <a:off x="19939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1" name="obj_4690"/>
            <p:cNvCxnSpPr/>
            <p:nvPr/>
          </p:nvCxnSpPr>
          <p:spPr>
            <a:xfrm>
              <a:off x="17399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2" name="obj_4691"/>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(2,5). Цена входа: 1.</a:t>
              </a:r>
            </a:p>
          </p:txBody>
        </p:sp>
      </p:grpSp>
      <p:grpSp>
        <p:nvGrpSpPr>
          <p:cNvPr id="5" name="click3_calc"/>
          <p:cNvGrpSpPr/>
          <p:nvPr/>
        </p:nvGrpSpPr>
        <p:grpSpPr>
          <a:xfrm>
            <a:off x="6985000" y="4940300"/>
            <a:ext cx="4724400" cy="546100"/>
            <a:chOff x="6985000" y="4940300"/>
            <a:chExt cx="4724400" cy="546100"/>
          </a:xfrm>
        </p:grpSpPr>
        <p:sp>
          <p:nvSpPr>
            <p:cNvPr id="73" name="obj_4693"/>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0 + 1 = 1</a:t>
              </a:r>
            </a:p>
          </p:txBody>
        </p:sp>
      </p:grpSp>
      <p:grpSp>
        <p:nvGrpSpPr>
          <p:cNvPr id="6" name="click4_map_after"/>
          <p:cNvGrpSpPr/>
          <p:nvPr/>
        </p:nvGrpSpPr>
        <p:grpSpPr>
          <a:xfrm>
            <a:off x="635000" y="2514600"/>
            <a:ext cx="6032500" cy="3187700"/>
            <a:chOff x="635000" y="2514600"/>
            <a:chExt cx="6032500" cy="3187700"/>
          </a:xfrm>
        </p:grpSpPr>
        <p:sp>
          <p:nvSpPr>
            <p:cNvPr id="74" name="obj_4695"/>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4696"/>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4697"/>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4698"/>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4699"/>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4700"/>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4701"/>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4702"/>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4703"/>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4704"/>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4705"/>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4706"/>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4707"/>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4708"/>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88" name="obj_4709"/>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4710"/>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0" name="obj_4711"/>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4712"/>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4713"/>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4714"/>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4715"/>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4716"/>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96" name="obj_4717"/>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4718"/>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4719"/>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4720"/>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4721"/>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1" name="obj_4722"/>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4723"/>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3" name="obj_4724"/>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4725"/>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4726"/>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4727"/>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4728"/>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4729"/>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4730"/>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0" name="obj_4731"/>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4732"/>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2" name="obj_4733"/>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4734"/>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4735"/>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4736"/>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4737"/>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4738"/>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4739"/>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19" name="obj_4740"/>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20" name="obj_4741"/>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21" name="obj_4742"/>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22" name="obj_4743"/>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23" name="obj_4744"/>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24" name="obj_4745"/>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25" name="obj_4746"/>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26" name="obj_4747"/>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27" name="obj_4748"/>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28" name="obj_4749"/>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29" name="obj_4750"/>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4751"/>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1; добавлена (1,5)</a:t>
              </a:r>
            </a:p>
          </p:txBody>
        </p:sp>
      </p:grpSp>
      <p:graphicFrame>
        <p:nvGraphicFramePr>
          <p:cNvPr id="131"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(2,5)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32" name="obj_4753"/>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33" name="click4_decision"/>
          <p:cNvGrpSpPr/>
          <p:nvPr/>
        </p:nvGrpSpPr>
        <p:grpSpPr>
          <a:xfrm>
            <a:off x="6985000" y="4241800"/>
            <a:ext cx="4724400" cy="1447800"/>
            <a:chOff x="6985000" y="4241800"/>
            <a:chExt cx="4724400" cy="1447800"/>
          </a:xfrm>
        </p:grpSpPr>
        <p:sp>
          <p:nvSpPr>
            <p:cNvPr id="134" name="obj_4755"/>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4756"/>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(2,5), вход 1.</a:t>
              </a:r>
            </a:p>
          </p:txBody>
        </p:sp>
        <p:sp>
          <p:nvSpPr>
            <p:cNvPr id="136" name="obj_4757"/>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0 + 1 = 1</a:t>
              </a:r>
            </a:p>
          </p:txBody>
        </p:sp>
        <p:sp>
          <p:nvSpPr>
            <p:cNvPr id="137" name="obj_4758"/>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g(2,5): ∞ → 1</a:t>
              </a:r>
            </a:p>
            <a:p>
              <a:pPr algn="l">
                <a:lnSpc>
                  <a:spcPct val="112000"/>
                </a:lnSpc>
                <a:spcBef>
                  <a:spcPts val="0"/>
                </a:spcBef>
                <a:spcAft>
                  <a:spcPts val="0"/>
                </a:spcAft>
              </a:pPr>
              <a:r>
                <a:rPr sz="1800" b="1">
                  <a:solidFill>
                    <a:srgbClr val="352379"/>
                  </a:solidFill>
                  <a:latin typeface="Montserrat"/>
                </a:rPr>
                <a:t>parent(2,5) = (1,5)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6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6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13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759"/>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из (2,5) получаем (3,5)</a:t>
            </a:r>
          </a:p>
        </p:txBody>
      </p:sp>
      <p:sp>
        <p:nvSpPr>
          <p:cNvPr id="12" name="obj_4760"/>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4761"/>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4763"/>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764"/>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765"/>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4766"/>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767"/>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768"/>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769"/>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4770"/>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771"/>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4772"/>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4773"/>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4774"/>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4775"/>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4776"/>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4777"/>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4778"/>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0" name="obj_4779"/>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4780"/>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4781"/>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4782"/>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4783"/>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784"/>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6" name="obj_4785"/>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4786"/>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4787"/>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4788"/>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4789"/>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1" name="obj_4790"/>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4791"/>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3" name="obj_4792"/>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4793"/>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4794"/>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4795"/>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4796"/>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4797"/>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4798"/>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0" name="obj_4799"/>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4800"/>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2" name="obj_4801"/>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4802"/>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4803"/>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4804"/>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4805"/>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4806"/>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4807"/>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9" name="obj_4808"/>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0" name="obj_4809"/>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1" name="obj_4810"/>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2" name="obj_4811"/>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3" name="obj_4812"/>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4" name="obj_4813"/>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5" name="obj_4814"/>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6" name="obj_4815"/>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7" name="obj_4816"/>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8" name="obj_4817"/>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69" name="obj_4818"/>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0"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(2,5)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1" name="obj_4820"/>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1 вершин</a:t>
            </a:r>
          </a:p>
        </p:txBody>
      </p:sp>
      <p:grpSp>
        <p:nvGrpSpPr>
          <p:cNvPr id="3" name="click1_current"/>
          <p:cNvGrpSpPr/>
          <p:nvPr/>
        </p:nvGrpSpPr>
        <p:grpSpPr>
          <a:xfrm>
            <a:off x="685800" y="2095500"/>
            <a:ext cx="5969000" cy="2120900"/>
            <a:chOff x="685800" y="2095500"/>
            <a:chExt cx="5969000" cy="2120900"/>
          </a:xfrm>
        </p:grpSpPr>
        <p:sp>
          <p:nvSpPr>
            <p:cNvPr id="72" name="obj_4822"/>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4823"/>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(2,5): g=1, h=11, f=12</a:t>
              </a:r>
            </a:p>
          </p:txBody>
        </p:sp>
      </p:grpSp>
      <p:grpSp>
        <p:nvGrpSpPr>
          <p:cNvPr id="4" name="click2_neighbor"/>
          <p:cNvGrpSpPr/>
          <p:nvPr/>
        </p:nvGrpSpPr>
        <p:grpSpPr>
          <a:xfrm>
            <a:off x="2222500" y="3771900"/>
            <a:ext cx="9486900" cy="1168400"/>
            <a:chOff x="2222500" y="3771900"/>
            <a:chExt cx="9486900" cy="1168400"/>
          </a:xfrm>
        </p:grpSpPr>
        <p:sp>
          <p:nvSpPr>
            <p:cNvPr id="74" name="obj_4825"/>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5" name="obj_4826"/>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6" name="obj_4827"/>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(3,5). Цена входа: 1.</a:t>
              </a:r>
            </a:p>
          </p:txBody>
        </p:sp>
      </p:grpSp>
      <p:grpSp>
        <p:nvGrpSpPr>
          <p:cNvPr id="5" name="click3_calc"/>
          <p:cNvGrpSpPr/>
          <p:nvPr/>
        </p:nvGrpSpPr>
        <p:grpSpPr>
          <a:xfrm>
            <a:off x="6985000" y="4940300"/>
            <a:ext cx="4724400" cy="546100"/>
            <a:chOff x="6985000" y="4940300"/>
            <a:chExt cx="4724400" cy="546100"/>
          </a:xfrm>
        </p:grpSpPr>
        <p:sp>
          <p:nvSpPr>
            <p:cNvPr id="77" name="obj_4829"/>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1 + 1 = 2</a:t>
              </a:r>
            </a:p>
          </p:txBody>
        </p:sp>
      </p:grpSp>
      <p:grpSp>
        <p:nvGrpSpPr>
          <p:cNvPr id="6" name="click4_map_after"/>
          <p:cNvGrpSpPr/>
          <p:nvPr/>
        </p:nvGrpSpPr>
        <p:grpSpPr>
          <a:xfrm>
            <a:off x="635000" y="2514600"/>
            <a:ext cx="6032500" cy="3187700"/>
            <a:chOff x="635000" y="2514600"/>
            <a:chExt cx="6032500" cy="3187700"/>
          </a:xfrm>
        </p:grpSpPr>
        <p:sp>
          <p:nvSpPr>
            <p:cNvPr id="78" name="obj_4831"/>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4832"/>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4833"/>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4834"/>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4835"/>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4836"/>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4837"/>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483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4839"/>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4840"/>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4841"/>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4842"/>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4843"/>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4844"/>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4845"/>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3" name="obj_4846"/>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4847"/>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5" name="obj_4848"/>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4849"/>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4850"/>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4851"/>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4852"/>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4853"/>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1" name="obj_4854"/>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4855"/>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4856"/>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4857"/>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4858"/>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4859"/>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7" name="obj_4860"/>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4861"/>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9" name="obj_4862"/>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4863"/>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4864"/>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4865"/>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4866"/>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4867"/>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4868"/>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4869"/>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7" name="obj_4870"/>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4871"/>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9" name="obj_4872"/>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4873"/>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4874"/>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4875"/>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4876"/>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4877"/>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4878"/>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26" name="obj_4879"/>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27" name="obj_4880"/>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28" name="obj_4881"/>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29" name="obj_4882"/>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0" name="obj_4883"/>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1" name="obj_4884"/>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32" name="obj_4885"/>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33" name="obj_4886"/>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34" name="obj_4887"/>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35" name="obj_4888"/>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36" name="obj_4889"/>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4890"/>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2; добавлена (2,5)</a:t>
              </a:r>
            </a:p>
          </p:txBody>
        </p:sp>
      </p:grpSp>
      <p:graphicFrame>
        <p:nvGraphicFramePr>
          <p:cNvPr id="138"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10</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39" name="obj_489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40" name="click4_decision"/>
          <p:cNvGrpSpPr/>
          <p:nvPr/>
        </p:nvGrpSpPr>
        <p:grpSpPr>
          <a:xfrm>
            <a:off x="6985000" y="4241800"/>
            <a:ext cx="4724400" cy="1447800"/>
            <a:chOff x="6985000" y="4241800"/>
            <a:chExt cx="4724400" cy="1447800"/>
          </a:xfrm>
        </p:grpSpPr>
        <p:sp>
          <p:nvSpPr>
            <p:cNvPr id="141" name="obj_4894"/>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4895"/>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(3,5), вход 1.</a:t>
              </a:r>
            </a:p>
          </p:txBody>
        </p:sp>
        <p:sp>
          <p:nvSpPr>
            <p:cNvPr id="143" name="obj_4896"/>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1 + 1 = 2</a:t>
              </a:r>
            </a:p>
          </p:txBody>
        </p:sp>
        <p:sp>
          <p:nvSpPr>
            <p:cNvPr id="144" name="obj_4897"/>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g(3,5): ∞ → 2</a:t>
              </a:r>
            </a:p>
            <a:p>
              <a:pPr algn="l">
                <a:lnSpc>
                  <a:spcPct val="112000"/>
                </a:lnSpc>
                <a:spcBef>
                  <a:spcPts val="0"/>
                </a:spcBef>
                <a:spcAft>
                  <a:spcPts val="0"/>
                </a:spcAft>
              </a:pPr>
              <a:r>
                <a:rPr sz="1800" b="1">
                  <a:solidFill>
                    <a:srgbClr val="352379"/>
                  </a:solidFill>
                  <a:latin typeface="Montserrat"/>
                </a:rPr>
                <a:t>parent(3,5) = (2,5)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0"/>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69"/>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13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4898"/>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рассматриваем вход в болото</a:t>
            </a:r>
          </a:p>
        </p:txBody>
      </p:sp>
      <p:sp>
        <p:nvSpPr>
          <p:cNvPr id="12" name="obj_4899"/>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4900"/>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4902"/>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4903"/>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4904"/>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4905"/>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4906"/>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4907"/>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4908"/>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4909"/>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4910"/>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4911"/>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4912"/>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4913"/>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4914"/>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4915"/>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4916"/>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9" name="obj_4917"/>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4918"/>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1" name="obj_4919"/>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4920"/>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4921"/>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4922"/>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4923"/>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4924"/>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7" name="obj_4925"/>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4926"/>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4927"/>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4928"/>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4929"/>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4930"/>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3" name="obj_4931"/>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4932"/>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5" name="obj_4933"/>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4934"/>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4935"/>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4936"/>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4937"/>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4938"/>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4939"/>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4940"/>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4941"/>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4942"/>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4943"/>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4944"/>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4945"/>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4946"/>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4947"/>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4948"/>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4949"/>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62" name="obj_4950"/>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3" name="obj_4951"/>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4" name="obj_4952"/>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5" name="obj_4953"/>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6" name="obj_4954"/>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7" name="obj_4955"/>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8" name="obj_4956"/>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9" name="obj_4957"/>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0" name="obj_4958"/>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1" name="obj_4959"/>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72" name="obj_4960"/>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3"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10</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4" name="obj_4962"/>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2 вершин</a:t>
            </a:r>
          </a:p>
        </p:txBody>
      </p:sp>
      <p:grpSp>
        <p:nvGrpSpPr>
          <p:cNvPr id="3" name="click1_current"/>
          <p:cNvGrpSpPr/>
          <p:nvPr/>
        </p:nvGrpSpPr>
        <p:grpSpPr>
          <a:xfrm>
            <a:off x="685800" y="2095500"/>
            <a:ext cx="5969000" cy="2120900"/>
            <a:chOff x="685800" y="2095500"/>
            <a:chExt cx="5969000" cy="2120900"/>
          </a:xfrm>
        </p:grpSpPr>
        <p:sp>
          <p:nvSpPr>
            <p:cNvPr id="75" name="obj_4964"/>
            <p:cNvSpPr/>
            <p:nvPr/>
          </p:nvSpPr>
          <p:spPr>
            <a:xfrm>
              <a:off x="24765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4965"/>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(3,5): g=2, h=10, f=12</a:t>
              </a:r>
            </a:p>
          </p:txBody>
        </p:sp>
      </p:grpSp>
      <p:grpSp>
        <p:nvGrpSpPr>
          <p:cNvPr id="4" name="click2_neighbor"/>
          <p:cNvGrpSpPr/>
          <p:nvPr/>
        </p:nvGrpSpPr>
        <p:grpSpPr>
          <a:xfrm>
            <a:off x="2705100" y="3771900"/>
            <a:ext cx="9004300" cy="1168400"/>
            <a:chOff x="2705100" y="3771900"/>
            <a:chExt cx="9004300" cy="1168400"/>
          </a:xfrm>
        </p:grpSpPr>
        <p:sp>
          <p:nvSpPr>
            <p:cNvPr id="77" name="obj_4967"/>
            <p:cNvSpPr/>
            <p:nvPr/>
          </p:nvSpPr>
          <p:spPr>
            <a:xfrm>
              <a:off x="29591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8" name="obj_4968"/>
            <p:cNvCxnSpPr/>
            <p:nvPr/>
          </p:nvCxnSpPr>
          <p:spPr>
            <a:xfrm>
              <a:off x="27051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9" name="obj_4969"/>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(4,5). Цена входа: 3.</a:t>
              </a:r>
            </a:p>
          </p:txBody>
        </p:sp>
      </p:grpSp>
      <p:grpSp>
        <p:nvGrpSpPr>
          <p:cNvPr id="5" name="click3_calc"/>
          <p:cNvGrpSpPr/>
          <p:nvPr/>
        </p:nvGrpSpPr>
        <p:grpSpPr>
          <a:xfrm>
            <a:off x="6985000" y="4940300"/>
            <a:ext cx="4724400" cy="546100"/>
            <a:chOff x="6985000" y="4940300"/>
            <a:chExt cx="4724400" cy="546100"/>
          </a:xfrm>
        </p:grpSpPr>
        <p:sp>
          <p:nvSpPr>
            <p:cNvPr id="80" name="obj_4971"/>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2 + 3 = 5</a:t>
              </a:r>
            </a:p>
          </p:txBody>
        </p:sp>
      </p:grpSp>
      <p:grpSp>
        <p:nvGrpSpPr>
          <p:cNvPr id="6" name="click4_map_after"/>
          <p:cNvGrpSpPr/>
          <p:nvPr/>
        </p:nvGrpSpPr>
        <p:grpSpPr>
          <a:xfrm>
            <a:off x="635000" y="2514600"/>
            <a:ext cx="6032500" cy="3187700"/>
            <a:chOff x="635000" y="2514600"/>
            <a:chExt cx="6032500" cy="3187700"/>
          </a:xfrm>
        </p:grpSpPr>
        <p:sp>
          <p:nvSpPr>
            <p:cNvPr id="81" name="obj_4973"/>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4974"/>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4975"/>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4976"/>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4977"/>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4978"/>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4979"/>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4980"/>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4981"/>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4982"/>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4983"/>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4984"/>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4985"/>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4986"/>
            <p:cNvSpPr/>
            <p:nvPr/>
          </p:nvSpPr>
          <p:spPr>
            <a:xfrm>
              <a:off x="24892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4987"/>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4988"/>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7" name="obj_4989"/>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4990"/>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99" name="obj_4991"/>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4992"/>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4993"/>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4994"/>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4995"/>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4996"/>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5" name="obj_4997"/>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4998"/>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4999"/>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5000"/>
            <p:cNvSpPr/>
            <p:nvPr/>
          </p:nvSpPr>
          <p:spPr>
            <a:xfrm>
              <a:off x="25796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5001"/>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5002"/>
            <p:cNvSpPr/>
            <p:nvPr/>
          </p:nvSpPr>
          <p:spPr>
            <a:xfrm>
              <a:off x="29718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5003"/>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2" name="obj_5004"/>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5005"/>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4" name="obj_5006"/>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5007"/>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5008"/>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5009"/>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5010"/>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5011"/>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5012"/>
            <p:cNvSpPr/>
            <p:nvPr/>
          </p:nvSpPr>
          <p:spPr>
            <a:xfrm>
              <a:off x="24892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5013"/>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5014"/>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3" name="obj_5015"/>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5016"/>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5" name="obj_5017"/>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5018"/>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5019"/>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5020"/>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5021"/>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5022"/>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5023"/>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32" name="obj_5024"/>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33" name="obj_5025"/>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34" name="obj_5026"/>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35" name="obj_5027"/>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6" name="obj_5028"/>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7" name="obj_5029"/>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38" name="obj_5030"/>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39" name="obj_5031"/>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40" name="obj_5032"/>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41" name="obj_5033"/>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42" name="obj_5034"/>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5035"/>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3; добавлена (3,5)</a:t>
              </a:r>
            </a:p>
          </p:txBody>
        </p:sp>
      </p:grpSp>
      <p:graphicFrame>
        <p:nvGraphicFramePr>
          <p:cNvPr id="144"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(4,5)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5" name="obj_5037"/>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46" name="click4_decision"/>
          <p:cNvGrpSpPr/>
          <p:nvPr/>
        </p:nvGrpSpPr>
        <p:grpSpPr>
          <a:xfrm>
            <a:off x="6985000" y="4241800"/>
            <a:ext cx="4724400" cy="1447800"/>
            <a:chOff x="6985000" y="4241800"/>
            <a:chExt cx="4724400" cy="1447800"/>
          </a:xfrm>
        </p:grpSpPr>
        <p:sp>
          <p:nvSpPr>
            <p:cNvPr id="147" name="obj_5039"/>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5040"/>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(4,5), вход 3.</a:t>
              </a:r>
            </a:p>
          </p:txBody>
        </p:sp>
        <p:sp>
          <p:nvSpPr>
            <p:cNvPr id="149" name="obj_5041"/>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2 + 3 = 5</a:t>
              </a:r>
            </a:p>
          </p:txBody>
        </p:sp>
        <p:sp>
          <p:nvSpPr>
            <p:cNvPr id="150" name="obj_5042"/>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g(4,5): ∞ → 5</a:t>
              </a:r>
            </a:p>
            <a:p>
              <a:pPr algn="l">
                <a:lnSpc>
                  <a:spcPct val="112000"/>
                </a:lnSpc>
                <a:spcBef>
                  <a:spcPts val="0"/>
                </a:spcBef>
                <a:spcAft>
                  <a:spcPts val="0"/>
                </a:spcAft>
              </a:pPr>
              <a:r>
                <a:rPr sz="1800" b="1">
                  <a:solidFill>
                    <a:srgbClr val="352379"/>
                  </a:solidFill>
                  <a:latin typeface="Montserrat"/>
                </a:rPr>
                <a:t>parent(4,5) = (3,5)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14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36</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043"/>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Равное f: очередь выбирает (1,6)</a:t>
            </a:r>
          </a:p>
        </p:txBody>
      </p:sp>
      <p:sp>
        <p:nvSpPr>
          <p:cNvPr id="12" name="obj_5044"/>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5045"/>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5047"/>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048"/>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049"/>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050"/>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051"/>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052"/>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053"/>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054"/>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055"/>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056"/>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5057"/>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058"/>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5059"/>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060"/>
            <p:cNvSpPr/>
            <p:nvPr/>
          </p:nvSpPr>
          <p:spPr>
            <a:xfrm>
              <a:off x="24892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5061"/>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062"/>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0" name="obj_5063"/>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064"/>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2" name="obj_5065"/>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066"/>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5067"/>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5068"/>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069"/>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5070"/>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8" name="obj_5071"/>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5072"/>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073"/>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5074"/>
            <p:cNvSpPr/>
            <p:nvPr/>
          </p:nvSpPr>
          <p:spPr>
            <a:xfrm>
              <a:off x="25796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5075"/>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5076"/>
            <p:cNvSpPr/>
            <p:nvPr/>
          </p:nvSpPr>
          <p:spPr>
            <a:xfrm>
              <a:off x="29718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5077"/>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5" name="obj_5078"/>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079"/>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7" name="obj_5080"/>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081"/>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082"/>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083"/>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084"/>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5085"/>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5086"/>
            <p:cNvSpPr/>
            <p:nvPr/>
          </p:nvSpPr>
          <p:spPr>
            <a:xfrm>
              <a:off x="24892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087"/>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5088"/>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6" name="obj_5089"/>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5090"/>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8" name="obj_5091"/>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5092"/>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093"/>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094"/>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095"/>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096"/>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097"/>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65" name="obj_5098"/>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6" name="obj_5099"/>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7" name="obj_5100"/>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8" name="obj_5101"/>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9" name="obj_5102"/>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0" name="obj_5103"/>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1" name="obj_5104"/>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2" name="obj_5105"/>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3" name="obj_5106"/>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4" name="obj_5107"/>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75" name="obj_5108"/>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6"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(1,6)</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(2,6)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7" name="obj_5110"/>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3 вершин</a:t>
            </a:r>
          </a:p>
        </p:txBody>
      </p:sp>
      <p:grpSp>
        <p:nvGrpSpPr>
          <p:cNvPr id="3" name="click1_current"/>
          <p:cNvGrpSpPr/>
          <p:nvPr/>
        </p:nvGrpSpPr>
        <p:grpSpPr>
          <a:xfrm>
            <a:off x="685800" y="2095500"/>
            <a:ext cx="5969000" cy="2603500"/>
            <a:chOff x="685800" y="2095500"/>
            <a:chExt cx="5969000" cy="2603500"/>
          </a:xfrm>
        </p:grpSpPr>
        <p:sp>
          <p:nvSpPr>
            <p:cNvPr id="78" name="obj_5112"/>
            <p:cNvSpPr/>
            <p:nvPr/>
          </p:nvSpPr>
          <p:spPr>
            <a:xfrm>
              <a:off x="1511300" y="42545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5113"/>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(1,6): g=1, h=13, f=14</a:t>
              </a:r>
            </a:p>
          </p:txBody>
        </p:sp>
      </p:grpSp>
      <p:grpSp>
        <p:nvGrpSpPr>
          <p:cNvPr id="4" name="click2_neighbor"/>
          <p:cNvGrpSpPr/>
          <p:nvPr/>
        </p:nvGrpSpPr>
        <p:grpSpPr>
          <a:xfrm>
            <a:off x="1511300" y="4279900"/>
            <a:ext cx="10198100" cy="901700"/>
            <a:chOff x="1511300" y="4279900"/>
            <a:chExt cx="10198100" cy="901700"/>
          </a:xfrm>
        </p:grpSpPr>
        <p:sp>
          <p:nvSpPr>
            <p:cNvPr id="80" name="obj_5115"/>
            <p:cNvSpPr/>
            <p:nvPr/>
          </p:nvSpPr>
          <p:spPr>
            <a:xfrm>
              <a:off x="1511300" y="47371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1" name="obj_5116"/>
            <p:cNvCxnSpPr/>
            <p:nvPr/>
          </p:nvCxnSpPr>
          <p:spPr>
            <a:xfrm>
              <a:off x="1739900" y="4483100"/>
              <a:ext cx="0" cy="48260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2" name="obj_5117"/>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(1,7). Цена входа: 1.</a:t>
              </a:r>
            </a:p>
          </p:txBody>
        </p:sp>
      </p:grpSp>
      <p:grpSp>
        <p:nvGrpSpPr>
          <p:cNvPr id="5" name="click3_calc"/>
          <p:cNvGrpSpPr/>
          <p:nvPr/>
        </p:nvGrpSpPr>
        <p:grpSpPr>
          <a:xfrm>
            <a:off x="6985000" y="4940300"/>
            <a:ext cx="4724400" cy="546100"/>
            <a:chOff x="6985000" y="4940300"/>
            <a:chExt cx="4724400" cy="546100"/>
          </a:xfrm>
        </p:grpSpPr>
        <p:sp>
          <p:nvSpPr>
            <p:cNvPr id="83" name="obj_5119"/>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1 + 1 = 2</a:t>
              </a:r>
            </a:p>
          </p:txBody>
        </p:sp>
      </p:grpSp>
      <p:grpSp>
        <p:nvGrpSpPr>
          <p:cNvPr id="6" name="click4_map_after"/>
          <p:cNvGrpSpPr/>
          <p:nvPr/>
        </p:nvGrpSpPr>
        <p:grpSpPr>
          <a:xfrm>
            <a:off x="635000" y="2514600"/>
            <a:ext cx="6032500" cy="3187700"/>
            <a:chOff x="635000" y="2514600"/>
            <a:chExt cx="6032500" cy="3187700"/>
          </a:xfrm>
        </p:grpSpPr>
        <p:sp>
          <p:nvSpPr>
            <p:cNvPr id="84" name="obj_5121"/>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5122"/>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5123"/>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5124"/>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5125"/>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5126"/>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5127"/>
            <p:cNvSpPr/>
            <p:nvPr/>
          </p:nvSpPr>
          <p:spPr>
            <a:xfrm>
              <a:off x="3429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512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5129"/>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5130"/>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5131"/>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5132"/>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5133"/>
            <p:cNvSpPr/>
            <p:nvPr/>
          </p:nvSpPr>
          <p:spPr>
            <a:xfrm>
              <a:off x="24638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5134"/>
            <p:cNvSpPr/>
            <p:nvPr/>
          </p:nvSpPr>
          <p:spPr>
            <a:xfrm>
              <a:off x="24892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5135"/>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5136"/>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0" name="obj_5137"/>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5138"/>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2" name="obj_5139"/>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5140"/>
            <p:cNvSpPr/>
            <p:nvPr/>
          </p:nvSpPr>
          <p:spPr>
            <a:xfrm>
              <a:off x="10414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5141"/>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5142"/>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5143"/>
            <p:cNvSpPr/>
            <p:nvPr/>
          </p:nvSpPr>
          <p:spPr>
            <a:xfrm>
              <a:off x="1556512" y="38171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5144"/>
            <p:cNvSpPr txBox="1"/>
            <p:nvPr/>
          </p:nvSpPr>
          <p:spPr>
            <a:xfrm>
              <a:off x="1556512" y="38074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8" name="obj_5145"/>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5146"/>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5147"/>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5148"/>
            <p:cNvSpPr/>
            <p:nvPr/>
          </p:nvSpPr>
          <p:spPr>
            <a:xfrm>
              <a:off x="25796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5149"/>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5150"/>
            <p:cNvSpPr/>
            <p:nvPr/>
          </p:nvSpPr>
          <p:spPr>
            <a:xfrm>
              <a:off x="29718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5151"/>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5" name="obj_5152"/>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5153"/>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7" name="obj_5154"/>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5155"/>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5156"/>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5157"/>
            <p:cNvSpPr/>
            <p:nvPr/>
          </p:nvSpPr>
          <p:spPr>
            <a:xfrm>
              <a:off x="1614424" y="43576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5158"/>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5159"/>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5160"/>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5161"/>
            <p:cNvSpPr/>
            <p:nvPr/>
          </p:nvSpPr>
          <p:spPr>
            <a:xfrm>
              <a:off x="24892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5162"/>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5163"/>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7" name="obj_5164"/>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5165"/>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9" name="obj_5166"/>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5167"/>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5168"/>
            <p:cNvSpPr/>
            <p:nvPr/>
          </p:nvSpPr>
          <p:spPr>
            <a:xfrm>
              <a:off x="1524000" y="47498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5169"/>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5170"/>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5171"/>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5172"/>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5173"/>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37" name="obj_5174"/>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38" name="obj_5175"/>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39" name="obj_5176"/>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40" name="obj_5177"/>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41" name="obj_5178"/>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42" name="obj_5179"/>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43" name="obj_5180"/>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44" name="obj_5181"/>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45" name="obj_5182"/>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46" name="obj_5183"/>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47" name="obj_5184"/>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5185"/>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4; добавлена (1,6)</a:t>
              </a:r>
            </a:p>
          </p:txBody>
        </p:sp>
      </p:grpSp>
      <p:graphicFrame>
        <p:nvGraphicFramePr>
          <p:cNvPr id="149"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(0,5)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(2,6)</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50" name="obj_5187"/>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51" name="click4_decision"/>
          <p:cNvGrpSpPr/>
          <p:nvPr/>
        </p:nvGrpSpPr>
        <p:grpSpPr>
          <a:xfrm>
            <a:off x="6985000" y="4241800"/>
            <a:ext cx="4724400" cy="1447800"/>
            <a:chOff x="6985000" y="4241800"/>
            <a:chExt cx="4724400" cy="1447800"/>
          </a:xfrm>
        </p:grpSpPr>
        <p:sp>
          <p:nvSpPr>
            <p:cNvPr id="152" name="obj_5189"/>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5190"/>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(1,7), вход 1.</a:t>
              </a:r>
            </a:p>
          </p:txBody>
        </p:sp>
        <p:sp>
          <p:nvSpPr>
            <p:cNvPr id="154" name="obj_5191"/>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1 + 1 = 2</a:t>
              </a:r>
            </a:p>
          </p:txBody>
        </p:sp>
        <p:sp>
          <p:nvSpPr>
            <p:cNvPr id="155" name="obj_5192"/>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g(1,7): ∞ → 2</a:t>
              </a:r>
            </a:p>
            <a:p>
              <a:pPr algn="l">
                <a:lnSpc>
                  <a:spcPct val="112000"/>
                </a:lnSpc>
                <a:spcBef>
                  <a:spcPts val="0"/>
                </a:spcBef>
                <a:spcAft>
                  <a:spcPts val="0"/>
                </a:spcAft>
              </a:pPr>
              <a:r>
                <a:rPr sz="1800" b="1">
                  <a:solidFill>
                    <a:srgbClr val="352379"/>
                  </a:solidFill>
                  <a:latin typeface="Montserrat"/>
                </a:rPr>
                <a:t>parent(1,7) = (1,6)</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5"/>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15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37</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193"/>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обрабатываем остальные кандидаты с f=14</a:t>
            </a:r>
          </a:p>
        </p:txBody>
      </p:sp>
      <p:sp>
        <p:nvSpPr>
          <p:cNvPr id="12" name="obj_5194"/>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Порядок равных оценок определяется порядком вставки, а не близостью к G</a:t>
            </a:r>
          </a:p>
        </p:txBody>
      </p:sp>
      <p:graphicFrame>
        <p:nvGraphicFramePr>
          <p:cNvPr id="13" name="obj_5195"/>
          <p:cNvGraphicFramePr>
            <a:graphicFrameLocks noGrp="1"/>
          </p:cNvGraphicFramePr>
          <p:nvPr/>
        </p:nvGraphicFramePr>
        <p:xfrm>
          <a:off x="1397000" y="1943100"/>
          <a:ext cx="9398000" cy="33528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292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gridCol w="1651000">
                  <a:extLst>
                    <a:ext uri="{9D8B030D-6E8A-4147-A177-3AD203B41FA5}">
                      <a16:colId xmlns:a16="http://schemas.microsoft.com/office/drawing/2014/main" val="20004"/>
                    </a:ext>
                  </a:extLst>
                </a:gridCol>
              </a:tblGrid>
              <a:tr h="558800">
                <a:tc>
                  <a:txBody>
                    <a:bodyPr/>
                    <a:lstStyle/>
                    <a:p>
                      <a:pPr>
                        <a:spcAft>
                          <a:spcPts val="0"/>
                        </a:spcAft>
                      </a:pPr>
                      <a:r>
                        <a:rPr sz="2400" b="1">
                          <a:solidFill>
                            <a:srgbClr val="FFFFFF"/>
                          </a:solidFill>
                          <a:latin typeface="Montserrat"/>
                        </a:rPr>
                        <a:t>Шаг</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current</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558800">
                <a:tc>
                  <a:txBody>
                    <a:bodyPr/>
                    <a:lstStyle/>
                    <a:p>
                      <a:pPr>
                        <a:spcAft>
                          <a:spcPts val="0"/>
                        </a:spcAft>
                      </a:pPr>
                      <a:r>
                        <a:rPr sz="2400" b="0">
                          <a:solidFill>
                            <a:srgbClr val="352379"/>
                          </a:solidFill>
                          <a:latin typeface="Montserrat"/>
                        </a:rPr>
                        <a:t>4</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558800">
                <a:tc>
                  <a:txBody>
                    <a:bodyPr/>
                    <a:lstStyle/>
                    <a:p>
                      <a:pPr>
                        <a:spcAft>
                          <a:spcPts val="0"/>
                        </a:spcAft>
                      </a:pPr>
                      <a:r>
                        <a:rPr sz="24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(0,5)</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13</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558800">
                <a:tc>
                  <a:txBody>
                    <a:bodyPr/>
                    <a:lstStyle/>
                    <a:p>
                      <a:pPr>
                        <a:spcAft>
                          <a:spcPts val="0"/>
                        </a:spcAft>
                      </a:pPr>
                      <a:r>
                        <a:rPr sz="2400" b="0">
                          <a:solidFill>
                            <a:srgbClr val="352379"/>
                          </a:solidFill>
                          <a:latin typeface="Montserrat"/>
                        </a:rPr>
                        <a:t>6</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13</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558800">
                <a:tc>
                  <a:txBody>
                    <a:bodyPr/>
                    <a:lstStyle/>
                    <a:p>
                      <a:pPr>
                        <a:spcAft>
                          <a:spcPts val="0"/>
                        </a:spcAft>
                      </a:pPr>
                      <a:r>
                        <a:rPr sz="2400" b="0">
                          <a:solidFill>
                            <a:srgbClr val="352379"/>
                          </a:solidFill>
                          <a:latin typeface="Montserrat"/>
                        </a:rPr>
                        <a:t>7</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(2,6)</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12</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4"/>
                  </a:ext>
                </a:extLst>
              </a:tr>
              <a:tr h="558800">
                <a:tc>
                  <a:txBody>
                    <a:bodyPr/>
                    <a:lstStyle/>
                    <a:p>
                      <a:pPr>
                        <a:spcAft>
                          <a:spcPts val="0"/>
                        </a:spcAft>
                      </a:pPr>
                      <a:r>
                        <a:rPr sz="2400" b="0">
                          <a:solidFill>
                            <a:srgbClr val="352379"/>
                          </a:solidFill>
                          <a:latin typeface="Montserrat"/>
                        </a:rPr>
                        <a:t>8</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(2,4)</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12</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38</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196"/>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выбираем болотную клетку (4,5)</a:t>
            </a:r>
          </a:p>
        </p:txBody>
      </p:sp>
      <p:sp>
        <p:nvSpPr>
          <p:cNvPr id="12" name="obj_5197"/>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5198"/>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5200"/>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201"/>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202"/>
            <p:cNvSpPr/>
            <p:nvPr/>
          </p:nvSpPr>
          <p:spPr>
            <a:xfrm>
              <a:off x="10414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203"/>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204"/>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205"/>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206"/>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207"/>
            <p:cNvSpPr/>
            <p:nvPr/>
          </p:nvSpPr>
          <p:spPr>
            <a:xfrm>
              <a:off x="3429000" y="27940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20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209"/>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5210"/>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211"/>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5212"/>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213"/>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5214"/>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215"/>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0" name="obj_5216"/>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217"/>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2" name="obj_5218"/>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219"/>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4" name="obj_5220"/>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5221"/>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222"/>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5223"/>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5224"/>
            <p:cNvSpPr/>
            <p:nvPr/>
          </p:nvSpPr>
          <p:spPr>
            <a:xfrm>
              <a:off x="19812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5225"/>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226"/>
            <p:cNvSpPr txBox="1"/>
            <p:nvPr/>
          </p:nvSpPr>
          <p:spPr>
            <a:xfrm>
              <a:off x="19939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1" name="obj_5227"/>
            <p:cNvSpPr/>
            <p:nvPr/>
          </p:nvSpPr>
          <p:spPr>
            <a:xfrm>
              <a:off x="24638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5228"/>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3" name="obj_5229"/>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5230"/>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5" name="obj_5231"/>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232"/>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7" name="obj_5233"/>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234"/>
            <p:cNvSpPr/>
            <p:nvPr/>
          </p:nvSpPr>
          <p:spPr>
            <a:xfrm>
              <a:off x="1131824" y="43576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235"/>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236"/>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237"/>
            <p:cNvSpPr/>
            <p:nvPr/>
          </p:nvSpPr>
          <p:spPr>
            <a:xfrm>
              <a:off x="19812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5238"/>
            <p:cNvSpPr txBox="1"/>
            <p:nvPr/>
          </p:nvSpPr>
          <p:spPr>
            <a:xfrm>
              <a:off x="19939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5239"/>
            <p:cNvSpPr/>
            <p:nvPr/>
          </p:nvSpPr>
          <p:spPr>
            <a:xfrm>
              <a:off x="24638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240"/>
            <p:cNvSpPr txBox="1"/>
            <p:nvPr/>
          </p:nvSpPr>
          <p:spPr>
            <a:xfrm>
              <a:off x="24765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5241"/>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5242"/>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7" name="obj_5243"/>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5244"/>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9" name="obj_5245"/>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246"/>
            <p:cNvSpPr/>
            <p:nvPr/>
          </p:nvSpPr>
          <p:spPr>
            <a:xfrm>
              <a:off x="1041400" y="47498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247"/>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248"/>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249"/>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250"/>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5251"/>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5252"/>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7" name="obj_5253"/>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8" name="obj_5254"/>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9" name="obj_5255"/>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0" name="obj_5256"/>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1" name="obj_5257"/>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72" name="obj_5258"/>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3" name="obj_5259"/>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4" name="obj_5260"/>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5" name="obj_5261"/>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6" name="obj_5262"/>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77" name="obj_5263"/>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8"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(4,5)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9" name="obj_5265"/>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8 вершин</a:t>
            </a:r>
          </a:p>
        </p:txBody>
      </p:sp>
      <p:grpSp>
        <p:nvGrpSpPr>
          <p:cNvPr id="3" name="click1_current"/>
          <p:cNvGrpSpPr/>
          <p:nvPr/>
        </p:nvGrpSpPr>
        <p:grpSpPr>
          <a:xfrm>
            <a:off x="685800" y="2095500"/>
            <a:ext cx="5969000" cy="2120900"/>
            <a:chOff x="685800" y="2095500"/>
            <a:chExt cx="5969000" cy="2120900"/>
          </a:xfrm>
        </p:grpSpPr>
        <p:sp>
          <p:nvSpPr>
            <p:cNvPr id="80" name="obj_5267"/>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5268"/>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(4,5): g=5, h=9, f=14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39</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269"/>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дорогой сосед получает f=16</a:t>
            </a:r>
          </a:p>
        </p:txBody>
      </p:sp>
      <p:sp>
        <p:nvSpPr>
          <p:cNvPr id="12" name="obj_5270"/>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g(5,5)=8, h(5,5)=8, поэтому f(5,5)=16</a:t>
            </a:r>
          </a:p>
        </p:txBody>
      </p:sp>
      <p:sp>
        <p:nvSpPr>
          <p:cNvPr id="13" name="obj_5271"/>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5273"/>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274"/>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275"/>
            <p:cNvSpPr/>
            <p:nvPr/>
          </p:nvSpPr>
          <p:spPr>
            <a:xfrm>
              <a:off x="10414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276"/>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277"/>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278"/>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279"/>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280"/>
            <p:cNvSpPr/>
            <p:nvPr/>
          </p:nvSpPr>
          <p:spPr>
            <a:xfrm>
              <a:off x="3429000" y="27940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281"/>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282"/>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5283"/>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284"/>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5285"/>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286"/>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5287"/>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288"/>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0" name="obj_5289"/>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290"/>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2" name="obj_5291"/>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292"/>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4" name="obj_5293"/>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5294"/>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295"/>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5296"/>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5297"/>
            <p:cNvSpPr/>
            <p:nvPr/>
          </p:nvSpPr>
          <p:spPr>
            <a:xfrm>
              <a:off x="19812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5298"/>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299"/>
            <p:cNvSpPr txBox="1"/>
            <p:nvPr/>
          </p:nvSpPr>
          <p:spPr>
            <a:xfrm>
              <a:off x="19939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1" name="obj_5300"/>
            <p:cNvSpPr/>
            <p:nvPr/>
          </p:nvSpPr>
          <p:spPr>
            <a:xfrm>
              <a:off x="24638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5301"/>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3" name="obj_5302"/>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5303"/>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5" name="obj_5304"/>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305"/>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7" name="obj_5306"/>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307"/>
            <p:cNvSpPr/>
            <p:nvPr/>
          </p:nvSpPr>
          <p:spPr>
            <a:xfrm>
              <a:off x="1131824" y="43576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308"/>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309"/>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310"/>
            <p:cNvSpPr/>
            <p:nvPr/>
          </p:nvSpPr>
          <p:spPr>
            <a:xfrm>
              <a:off x="19812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5311"/>
            <p:cNvSpPr txBox="1"/>
            <p:nvPr/>
          </p:nvSpPr>
          <p:spPr>
            <a:xfrm>
              <a:off x="19939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5312"/>
            <p:cNvSpPr/>
            <p:nvPr/>
          </p:nvSpPr>
          <p:spPr>
            <a:xfrm>
              <a:off x="24638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313"/>
            <p:cNvSpPr txBox="1"/>
            <p:nvPr/>
          </p:nvSpPr>
          <p:spPr>
            <a:xfrm>
              <a:off x="24765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5314"/>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5315"/>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7" name="obj_5316"/>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5317"/>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9" name="obj_5318"/>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319"/>
            <p:cNvSpPr/>
            <p:nvPr/>
          </p:nvSpPr>
          <p:spPr>
            <a:xfrm>
              <a:off x="1041400" y="47498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320"/>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321"/>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322"/>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323"/>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5324"/>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5325"/>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7" name="obj_5326"/>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8" name="obj_5327"/>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9" name="obj_5328"/>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0" name="obj_5329"/>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1" name="obj_5330"/>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72" name="obj_5331"/>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3" name="obj_5332"/>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4" name="obj_5333"/>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5" name="obj_5334"/>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6" name="obj_5335"/>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grpSp>
      <p:sp>
        <p:nvSpPr>
          <p:cNvPr id="77" name="obj_5336"/>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8"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(4,5)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9" name="obj_5338"/>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8 вершин</a:t>
            </a:r>
          </a:p>
        </p:txBody>
      </p:sp>
      <p:grpSp>
        <p:nvGrpSpPr>
          <p:cNvPr id="3" name="click1_current"/>
          <p:cNvGrpSpPr/>
          <p:nvPr/>
        </p:nvGrpSpPr>
        <p:grpSpPr>
          <a:xfrm>
            <a:off x="685800" y="2095500"/>
            <a:ext cx="5969000" cy="2120900"/>
            <a:chOff x="685800" y="2095500"/>
            <a:chExt cx="5969000" cy="2120900"/>
          </a:xfrm>
        </p:grpSpPr>
        <p:sp>
          <p:nvSpPr>
            <p:cNvPr id="80" name="obj_5340"/>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5341"/>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(4,5): g=5, h=9, f=14</a:t>
              </a:r>
            </a:p>
          </p:txBody>
        </p:sp>
      </p:grpSp>
      <p:grpSp>
        <p:nvGrpSpPr>
          <p:cNvPr id="4" name="click2_neighbor"/>
          <p:cNvGrpSpPr/>
          <p:nvPr/>
        </p:nvGrpSpPr>
        <p:grpSpPr>
          <a:xfrm>
            <a:off x="2222500" y="3771900"/>
            <a:ext cx="9486900" cy="1168400"/>
            <a:chOff x="2222500" y="3771900"/>
            <a:chExt cx="9486900" cy="1168400"/>
          </a:xfrm>
        </p:grpSpPr>
        <p:sp>
          <p:nvSpPr>
            <p:cNvPr id="82" name="obj_5343"/>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3" name="obj_5344"/>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4" name="obj_5345"/>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(5,5). Цена входа: 3.</a:t>
              </a:r>
            </a:p>
          </p:txBody>
        </p:sp>
      </p:grpSp>
      <p:grpSp>
        <p:nvGrpSpPr>
          <p:cNvPr id="5" name="click3_calc"/>
          <p:cNvGrpSpPr/>
          <p:nvPr/>
        </p:nvGrpSpPr>
        <p:grpSpPr>
          <a:xfrm>
            <a:off x="6985000" y="4940300"/>
            <a:ext cx="4724400" cy="546100"/>
            <a:chOff x="6985000" y="4940300"/>
            <a:chExt cx="4724400" cy="546100"/>
          </a:xfrm>
        </p:grpSpPr>
        <p:sp>
          <p:nvSpPr>
            <p:cNvPr id="85" name="obj_5347"/>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5 + 3 = 8</a:t>
              </a:r>
            </a:p>
          </p:txBody>
        </p:sp>
      </p:grpSp>
      <p:grpSp>
        <p:nvGrpSpPr>
          <p:cNvPr id="6" name="click4_map_after"/>
          <p:cNvGrpSpPr/>
          <p:nvPr/>
        </p:nvGrpSpPr>
        <p:grpSpPr>
          <a:xfrm>
            <a:off x="635000" y="2514600"/>
            <a:ext cx="6032500" cy="3187700"/>
            <a:chOff x="635000" y="2514600"/>
            <a:chExt cx="6032500" cy="3187700"/>
          </a:xfrm>
        </p:grpSpPr>
        <p:sp>
          <p:nvSpPr>
            <p:cNvPr id="86" name="obj_5349"/>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5350"/>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5351"/>
            <p:cNvSpPr/>
            <p:nvPr/>
          </p:nvSpPr>
          <p:spPr>
            <a:xfrm>
              <a:off x="10414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5352"/>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5353"/>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5354"/>
            <p:cNvSpPr/>
            <p:nvPr/>
          </p:nvSpPr>
          <p:spPr>
            <a:xfrm>
              <a:off x="24638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5355"/>
            <p:cNvSpPr/>
            <p:nvPr/>
          </p:nvSpPr>
          <p:spPr>
            <a:xfrm>
              <a:off x="29464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5356"/>
            <p:cNvSpPr/>
            <p:nvPr/>
          </p:nvSpPr>
          <p:spPr>
            <a:xfrm>
              <a:off x="3429000" y="27940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5357"/>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5358"/>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5359"/>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5360"/>
            <p:cNvSpPr/>
            <p:nvPr/>
          </p:nvSpPr>
          <p:spPr>
            <a:xfrm>
              <a:off x="15240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5361"/>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5362"/>
            <p:cNvSpPr/>
            <p:nvPr/>
          </p:nvSpPr>
          <p:spPr>
            <a:xfrm>
              <a:off x="20066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5363"/>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1" name="obj_5364"/>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5365"/>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3" name="obj_5366"/>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5367"/>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5" name="obj_5368"/>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5369"/>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7" name="obj_5370"/>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5371"/>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5372"/>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5373"/>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5374"/>
            <p:cNvSpPr/>
            <p:nvPr/>
          </p:nvSpPr>
          <p:spPr>
            <a:xfrm>
              <a:off x="19812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5375"/>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5376"/>
            <p:cNvSpPr txBox="1"/>
            <p:nvPr/>
          </p:nvSpPr>
          <p:spPr>
            <a:xfrm>
              <a:off x="19939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4" name="obj_5377"/>
            <p:cNvSpPr/>
            <p:nvPr/>
          </p:nvSpPr>
          <p:spPr>
            <a:xfrm>
              <a:off x="24638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5378"/>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5379"/>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7" name="obj_5380"/>
            <p:cNvSpPr/>
            <p:nvPr/>
          </p:nvSpPr>
          <p:spPr>
            <a:xfrm>
              <a:off x="29464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5381"/>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9" name="obj_5382"/>
            <p:cNvSpPr/>
            <p:nvPr/>
          </p:nvSpPr>
          <p:spPr>
            <a:xfrm>
              <a:off x="3429000" y="37592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5383"/>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21" name="obj_5384"/>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5385"/>
            <p:cNvSpPr/>
            <p:nvPr/>
          </p:nvSpPr>
          <p:spPr>
            <a:xfrm>
              <a:off x="1131824" y="43576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5386"/>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5387"/>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5388"/>
            <p:cNvSpPr/>
            <p:nvPr/>
          </p:nvSpPr>
          <p:spPr>
            <a:xfrm>
              <a:off x="19812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5389"/>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5390"/>
            <p:cNvSpPr txBox="1"/>
            <p:nvPr/>
          </p:nvSpPr>
          <p:spPr>
            <a:xfrm>
              <a:off x="19939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28" name="obj_5391"/>
            <p:cNvSpPr/>
            <p:nvPr/>
          </p:nvSpPr>
          <p:spPr>
            <a:xfrm>
              <a:off x="24638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5392"/>
            <p:cNvSpPr txBox="1"/>
            <p:nvPr/>
          </p:nvSpPr>
          <p:spPr>
            <a:xfrm>
              <a:off x="24765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0" name="obj_5393"/>
            <p:cNvSpPr/>
            <p:nvPr/>
          </p:nvSpPr>
          <p:spPr>
            <a:xfrm>
              <a:off x="29464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5394"/>
            <p:cNvSpPr txBox="1"/>
            <p:nvPr/>
          </p:nvSpPr>
          <p:spPr>
            <a:xfrm>
              <a:off x="29591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2" name="obj_5395"/>
            <p:cNvSpPr/>
            <p:nvPr/>
          </p:nvSpPr>
          <p:spPr>
            <a:xfrm>
              <a:off x="3429000" y="42418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5396"/>
            <p:cNvSpPr txBox="1"/>
            <p:nvPr/>
          </p:nvSpPr>
          <p:spPr>
            <a:xfrm>
              <a:off x="3441700" y="43334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4" name="obj_5397"/>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5398"/>
            <p:cNvSpPr/>
            <p:nvPr/>
          </p:nvSpPr>
          <p:spPr>
            <a:xfrm>
              <a:off x="1041400" y="47498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5399"/>
            <p:cNvSpPr/>
            <p:nvPr/>
          </p:nvSpPr>
          <p:spPr>
            <a:xfrm>
              <a:off x="14986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5400"/>
            <p:cNvSpPr/>
            <p:nvPr/>
          </p:nvSpPr>
          <p:spPr>
            <a:xfrm>
              <a:off x="19812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5401"/>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5402"/>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5403"/>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5404"/>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42" name="obj_5405"/>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43" name="obj_5406"/>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44" name="obj_5407"/>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45" name="obj_5408"/>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46" name="obj_5409"/>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47" name="obj_5410"/>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48" name="obj_5411"/>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49" name="obj_5412"/>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50" name="obj_5413"/>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51" name="obj_5414"/>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52" name="obj_5415"/>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5416"/>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9; добавлена (4,5)</a:t>
              </a:r>
            </a:p>
          </p:txBody>
        </p:sp>
      </p:grpSp>
      <p:graphicFrame>
        <p:nvGraphicFramePr>
          <p:cNvPr id="154"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(3,6)</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(5,5)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8</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8</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55" name="obj_5418"/>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56" name="click4_decision"/>
          <p:cNvGrpSpPr/>
          <p:nvPr/>
        </p:nvGrpSpPr>
        <p:grpSpPr>
          <a:xfrm>
            <a:off x="6985000" y="4241800"/>
            <a:ext cx="4724400" cy="1447800"/>
            <a:chOff x="6985000" y="4241800"/>
            <a:chExt cx="4724400" cy="1447800"/>
          </a:xfrm>
        </p:grpSpPr>
        <p:sp>
          <p:nvSpPr>
            <p:cNvPr id="157" name="obj_5420"/>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5421"/>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(5,5), вход 3.</a:t>
              </a:r>
            </a:p>
          </p:txBody>
        </p:sp>
        <p:sp>
          <p:nvSpPr>
            <p:cNvPr id="159" name="obj_5422"/>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5 + 3 = 8</a:t>
              </a:r>
            </a:p>
          </p:txBody>
        </p:sp>
        <p:sp>
          <p:nvSpPr>
            <p:cNvPr id="160" name="obj_5423"/>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g(5,5): ∞ → 8</a:t>
              </a:r>
            </a:p>
            <a:p>
              <a:pPr algn="l">
                <a:lnSpc>
                  <a:spcPct val="112000"/>
                </a:lnSpc>
                <a:spcBef>
                  <a:spcPts val="0"/>
                </a:spcBef>
                <a:spcAft>
                  <a:spcPts val="0"/>
                </a:spcAft>
              </a:pPr>
              <a:r>
                <a:rPr sz="1800" b="1">
                  <a:solidFill>
                    <a:srgbClr val="352379"/>
                  </a:solidFill>
                  <a:latin typeface="Montserrat"/>
                </a:rPr>
                <a:t>parent(5,5) = (4,5)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8"/>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7"/>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15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40</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42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следующим выбирается (3,6)</a:t>
            </a:r>
          </a:p>
        </p:txBody>
      </p:sp>
      <p:sp>
        <p:nvSpPr>
          <p:cNvPr id="12" name="obj_542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5426"/>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5428"/>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429"/>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430"/>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431"/>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432"/>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433"/>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434"/>
            <p:cNvSpPr/>
            <p:nvPr/>
          </p:nvSpPr>
          <p:spPr>
            <a:xfrm>
              <a:off x="20066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435"/>
            <p:cNvSpPr/>
            <p:nvPr/>
          </p:nvSpPr>
          <p:spPr>
            <a:xfrm>
              <a:off x="24638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436"/>
            <p:cNvSpPr/>
            <p:nvPr/>
          </p:nvSpPr>
          <p:spPr>
            <a:xfrm>
              <a:off x="24892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437"/>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4" name="obj_5438"/>
            <p:cNvSpPr/>
            <p:nvPr/>
          </p:nvSpPr>
          <p:spPr>
            <a:xfrm>
              <a:off x="29464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439"/>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6" name="obj_5440"/>
            <p:cNvSpPr/>
            <p:nvPr/>
          </p:nvSpPr>
          <p:spPr>
            <a:xfrm>
              <a:off x="34290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441"/>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5442"/>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443"/>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5444"/>
            <p:cNvSpPr/>
            <p:nvPr/>
          </p:nvSpPr>
          <p:spPr>
            <a:xfrm>
              <a:off x="1073912" y="33345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445"/>
            <p:cNvSpPr txBox="1"/>
            <p:nvPr/>
          </p:nvSpPr>
          <p:spPr>
            <a:xfrm>
              <a:off x="1073912" y="33248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2" name="obj_5446"/>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447"/>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5448"/>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5449"/>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450"/>
            <p:cNvSpPr/>
            <p:nvPr/>
          </p:nvSpPr>
          <p:spPr>
            <a:xfrm>
              <a:off x="24638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5451"/>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5452"/>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9" name="obj_5453"/>
            <p:cNvSpPr/>
            <p:nvPr/>
          </p:nvSpPr>
          <p:spPr>
            <a:xfrm>
              <a:off x="29464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454"/>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5455"/>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2" name="obj_5456"/>
            <p:cNvSpPr/>
            <p:nvPr/>
          </p:nvSpPr>
          <p:spPr>
            <a:xfrm>
              <a:off x="34290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5457"/>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4" name="obj_5458"/>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5459"/>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460"/>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5461"/>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462"/>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463"/>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464"/>
            <p:cNvSpPr/>
            <p:nvPr/>
          </p:nvSpPr>
          <p:spPr>
            <a:xfrm>
              <a:off x="24638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465"/>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5466"/>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5467"/>
            <p:cNvSpPr/>
            <p:nvPr/>
          </p:nvSpPr>
          <p:spPr>
            <a:xfrm>
              <a:off x="29464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468"/>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5469"/>
            <p:cNvSpPr/>
            <p:nvPr/>
          </p:nvSpPr>
          <p:spPr>
            <a:xfrm>
              <a:off x="34290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5470"/>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7" name="obj_5471"/>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5472"/>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5473"/>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474"/>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475"/>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476"/>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477"/>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478"/>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5479"/>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5480"/>
            <p:cNvSpPr/>
            <p:nvPr/>
          </p:nvSpPr>
          <p:spPr>
            <a:xfrm>
              <a:off x="14986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5481"/>
            <p:cNvSpPr/>
            <p:nvPr/>
          </p:nvSpPr>
          <p:spPr>
            <a:xfrm>
              <a:off x="19812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5482"/>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5483"/>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5484"/>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5485"/>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72" name="obj_5486"/>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73" name="obj_5487"/>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74" name="obj_5488"/>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75" name="obj_5489"/>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6" name="obj_5490"/>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7" name="obj_5491"/>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8" name="obj_5492"/>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9" name="obj_5493"/>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80" name="obj_5494"/>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81" name="obj_5495"/>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grpSp>
      <p:sp>
        <p:nvSpPr>
          <p:cNvPr id="82" name="obj_5496"/>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83"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(3,6)</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(0,6)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84" name="obj_5498"/>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9 вершин</a:t>
            </a:r>
          </a:p>
        </p:txBody>
      </p:sp>
      <p:grpSp>
        <p:nvGrpSpPr>
          <p:cNvPr id="3" name="click1_current"/>
          <p:cNvGrpSpPr/>
          <p:nvPr/>
        </p:nvGrpSpPr>
        <p:grpSpPr>
          <a:xfrm>
            <a:off x="685800" y="2095500"/>
            <a:ext cx="5969000" cy="2120900"/>
            <a:chOff x="685800" y="2095500"/>
            <a:chExt cx="5969000" cy="2120900"/>
          </a:xfrm>
        </p:grpSpPr>
        <p:sp>
          <p:nvSpPr>
            <p:cNvPr id="85" name="obj_5500"/>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5501"/>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(3,6): g=3, h=11, f=14</a:t>
              </a:r>
            </a:p>
          </p:txBody>
        </p:sp>
      </p:grpSp>
      <p:grpSp>
        <p:nvGrpSpPr>
          <p:cNvPr id="4" name="click2_neighbor"/>
          <p:cNvGrpSpPr/>
          <p:nvPr/>
        </p:nvGrpSpPr>
        <p:grpSpPr>
          <a:xfrm>
            <a:off x="1993900" y="4000500"/>
            <a:ext cx="9715500" cy="939800"/>
            <a:chOff x="1993900" y="4000500"/>
            <a:chExt cx="9715500" cy="939800"/>
          </a:xfrm>
        </p:grpSpPr>
        <p:sp>
          <p:nvSpPr>
            <p:cNvPr id="87" name="obj_5503"/>
            <p:cNvSpPr/>
            <p:nvPr/>
          </p:nvSpPr>
          <p:spPr>
            <a:xfrm>
              <a:off x="1993900" y="42545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8" name="obj_5504"/>
            <p:cNvCxnSpPr/>
            <p:nvPr/>
          </p:nvCxnSpPr>
          <p:spPr>
            <a:xfrm>
              <a:off x="2222500" y="4000500"/>
              <a:ext cx="0" cy="48260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9" name="obj_5505"/>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(3,7). Цена входа: 1.</a:t>
              </a:r>
            </a:p>
          </p:txBody>
        </p:sp>
      </p:grpSp>
      <p:grpSp>
        <p:nvGrpSpPr>
          <p:cNvPr id="5" name="click3_calc"/>
          <p:cNvGrpSpPr/>
          <p:nvPr/>
        </p:nvGrpSpPr>
        <p:grpSpPr>
          <a:xfrm>
            <a:off x="6985000" y="4940300"/>
            <a:ext cx="4724400" cy="546100"/>
            <a:chOff x="6985000" y="4940300"/>
            <a:chExt cx="4724400" cy="546100"/>
          </a:xfrm>
        </p:grpSpPr>
        <p:sp>
          <p:nvSpPr>
            <p:cNvPr id="90" name="obj_5507"/>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3 + 1 = 4</a:t>
              </a:r>
            </a:p>
          </p:txBody>
        </p:sp>
      </p:grpSp>
      <p:grpSp>
        <p:nvGrpSpPr>
          <p:cNvPr id="6" name="click4_map_after"/>
          <p:cNvGrpSpPr/>
          <p:nvPr/>
        </p:nvGrpSpPr>
        <p:grpSpPr>
          <a:xfrm>
            <a:off x="635000" y="2514600"/>
            <a:ext cx="6032500" cy="3187700"/>
            <a:chOff x="635000" y="2514600"/>
            <a:chExt cx="6032500" cy="3187700"/>
          </a:xfrm>
        </p:grpSpPr>
        <p:sp>
          <p:nvSpPr>
            <p:cNvPr id="91" name="obj_5509"/>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5510"/>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5511"/>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5512"/>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5513"/>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5514"/>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5515"/>
            <p:cNvSpPr/>
            <p:nvPr/>
          </p:nvSpPr>
          <p:spPr>
            <a:xfrm>
              <a:off x="20066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5516"/>
            <p:cNvSpPr/>
            <p:nvPr/>
          </p:nvSpPr>
          <p:spPr>
            <a:xfrm>
              <a:off x="24638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5517"/>
            <p:cNvSpPr/>
            <p:nvPr/>
          </p:nvSpPr>
          <p:spPr>
            <a:xfrm>
              <a:off x="24892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5518"/>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1" name="obj_5519"/>
            <p:cNvSpPr/>
            <p:nvPr/>
          </p:nvSpPr>
          <p:spPr>
            <a:xfrm>
              <a:off x="29464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5520"/>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3" name="obj_5521"/>
            <p:cNvSpPr/>
            <p:nvPr/>
          </p:nvSpPr>
          <p:spPr>
            <a:xfrm>
              <a:off x="34290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5522"/>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5" name="obj_5523"/>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5524"/>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5525"/>
            <p:cNvSpPr/>
            <p:nvPr/>
          </p:nvSpPr>
          <p:spPr>
            <a:xfrm>
              <a:off x="1073912" y="33345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5526"/>
            <p:cNvSpPr txBox="1"/>
            <p:nvPr/>
          </p:nvSpPr>
          <p:spPr>
            <a:xfrm>
              <a:off x="1073912" y="33248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9" name="obj_5527"/>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5528"/>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5529"/>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5530"/>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5531"/>
            <p:cNvSpPr/>
            <p:nvPr/>
          </p:nvSpPr>
          <p:spPr>
            <a:xfrm>
              <a:off x="24638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5532"/>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5533"/>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6" name="obj_5534"/>
            <p:cNvSpPr/>
            <p:nvPr/>
          </p:nvSpPr>
          <p:spPr>
            <a:xfrm>
              <a:off x="29464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5535"/>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5536"/>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9" name="obj_5537"/>
            <p:cNvSpPr/>
            <p:nvPr/>
          </p:nvSpPr>
          <p:spPr>
            <a:xfrm>
              <a:off x="34290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5538"/>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21" name="obj_5539"/>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5540"/>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5541"/>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5542"/>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5543"/>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5544"/>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5545"/>
            <p:cNvSpPr/>
            <p:nvPr/>
          </p:nvSpPr>
          <p:spPr>
            <a:xfrm>
              <a:off x="24638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5546"/>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5547"/>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0" name="obj_5548"/>
            <p:cNvSpPr/>
            <p:nvPr/>
          </p:nvSpPr>
          <p:spPr>
            <a:xfrm>
              <a:off x="29464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5549"/>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2" name="obj_5550"/>
            <p:cNvSpPr/>
            <p:nvPr/>
          </p:nvSpPr>
          <p:spPr>
            <a:xfrm>
              <a:off x="34290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5551"/>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4" name="obj_5552"/>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5553"/>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5554"/>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5555"/>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5556"/>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5557"/>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5558"/>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5559"/>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5560"/>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5561"/>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5562"/>
            <p:cNvSpPr/>
            <p:nvPr/>
          </p:nvSpPr>
          <p:spPr>
            <a:xfrm>
              <a:off x="14986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5563"/>
            <p:cNvSpPr/>
            <p:nvPr/>
          </p:nvSpPr>
          <p:spPr>
            <a:xfrm>
              <a:off x="19812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5564"/>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5565"/>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5566"/>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5567"/>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50" name="obj_5568"/>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51" name="obj_5569"/>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52" name="obj_5570"/>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53" name="obj_5571"/>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54" name="obj_5572"/>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55" name="obj_5573"/>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56" name="obj_5574"/>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57" name="obj_5575"/>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58" name="obj_5576"/>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59" name="obj_5577"/>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60" name="obj_5578"/>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5579"/>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10; добавлена (3,6)</a:t>
              </a:r>
            </a:p>
          </p:txBody>
        </p:sp>
      </p:grpSp>
      <p:graphicFrame>
        <p:nvGraphicFramePr>
          <p:cNvPr id="162"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(4,6)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10</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15</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(3,7)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63" name="obj_5581"/>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64" name="click4_decision"/>
          <p:cNvGrpSpPr/>
          <p:nvPr/>
        </p:nvGrpSpPr>
        <p:grpSpPr>
          <a:xfrm>
            <a:off x="6985000" y="4241800"/>
            <a:ext cx="4724400" cy="1447800"/>
            <a:chOff x="6985000" y="4241800"/>
            <a:chExt cx="4724400" cy="1447800"/>
          </a:xfrm>
        </p:grpSpPr>
        <p:sp>
          <p:nvSpPr>
            <p:cNvPr id="165" name="obj_5583"/>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5584"/>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(3,7), вход 1.</a:t>
              </a:r>
            </a:p>
          </p:txBody>
        </p:sp>
        <p:sp>
          <p:nvSpPr>
            <p:cNvPr id="167" name="obj_5585"/>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3 + 1 = 4</a:t>
              </a:r>
            </a:p>
          </p:txBody>
        </p:sp>
        <p:sp>
          <p:nvSpPr>
            <p:cNvPr id="168" name="obj_5586"/>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g(3,7): ∞ → 4</a:t>
              </a:r>
            </a:p>
            <a:p>
              <a:pPr algn="l">
                <a:lnSpc>
                  <a:spcPct val="112000"/>
                </a:lnSpc>
                <a:spcBef>
                  <a:spcPts val="0"/>
                </a:spcBef>
                <a:spcAft>
                  <a:spcPts val="0"/>
                </a:spcAft>
              </a:pPr>
              <a:r>
                <a:rPr sz="1800" b="1">
                  <a:solidFill>
                    <a:srgbClr val="352379"/>
                  </a:solidFill>
                  <a:latin typeface="Montserrat"/>
                </a:rPr>
                <a:t>parent(3,7) = (3,6)</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8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8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16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41</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587"/>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оценка (4,6) уменьшается с 7 до 5</a:t>
            </a:r>
          </a:p>
        </p:txBody>
      </p:sp>
      <p:sp>
        <p:nvSpPr>
          <p:cNvPr id="12" name="obj_5588"/>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5589"/>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5591"/>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592"/>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593"/>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594"/>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595"/>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596"/>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597"/>
            <p:cNvSpPr/>
            <p:nvPr/>
          </p:nvSpPr>
          <p:spPr>
            <a:xfrm>
              <a:off x="20066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598"/>
            <p:cNvSpPr/>
            <p:nvPr/>
          </p:nvSpPr>
          <p:spPr>
            <a:xfrm>
              <a:off x="24638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599"/>
            <p:cNvSpPr/>
            <p:nvPr/>
          </p:nvSpPr>
          <p:spPr>
            <a:xfrm>
              <a:off x="24892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600"/>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4" name="obj_5601"/>
            <p:cNvSpPr/>
            <p:nvPr/>
          </p:nvSpPr>
          <p:spPr>
            <a:xfrm>
              <a:off x="29464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602"/>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6" name="obj_5603"/>
            <p:cNvSpPr/>
            <p:nvPr/>
          </p:nvSpPr>
          <p:spPr>
            <a:xfrm>
              <a:off x="34290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604"/>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5605"/>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606"/>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5607"/>
            <p:cNvSpPr/>
            <p:nvPr/>
          </p:nvSpPr>
          <p:spPr>
            <a:xfrm>
              <a:off x="1073912" y="33345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608"/>
            <p:cNvSpPr txBox="1"/>
            <p:nvPr/>
          </p:nvSpPr>
          <p:spPr>
            <a:xfrm>
              <a:off x="1073912" y="33248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2" name="obj_5609"/>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610"/>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5611"/>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5612"/>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613"/>
            <p:cNvSpPr/>
            <p:nvPr/>
          </p:nvSpPr>
          <p:spPr>
            <a:xfrm>
              <a:off x="24638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5614"/>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5615"/>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9" name="obj_5616"/>
            <p:cNvSpPr/>
            <p:nvPr/>
          </p:nvSpPr>
          <p:spPr>
            <a:xfrm>
              <a:off x="29464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617"/>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5618"/>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2" name="obj_5619"/>
            <p:cNvSpPr/>
            <p:nvPr/>
          </p:nvSpPr>
          <p:spPr>
            <a:xfrm>
              <a:off x="34290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5620"/>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4" name="obj_5621"/>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5622"/>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623"/>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5624"/>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625"/>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626"/>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627"/>
            <p:cNvSpPr/>
            <p:nvPr/>
          </p:nvSpPr>
          <p:spPr>
            <a:xfrm>
              <a:off x="24638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628"/>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5629"/>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5630"/>
            <p:cNvSpPr/>
            <p:nvPr/>
          </p:nvSpPr>
          <p:spPr>
            <a:xfrm>
              <a:off x="29464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631"/>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5632"/>
            <p:cNvSpPr/>
            <p:nvPr/>
          </p:nvSpPr>
          <p:spPr>
            <a:xfrm>
              <a:off x="34290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5633"/>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7" name="obj_5634"/>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5635"/>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5636"/>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637"/>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638"/>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639"/>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640"/>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641"/>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5642"/>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5643"/>
            <p:cNvSpPr/>
            <p:nvPr/>
          </p:nvSpPr>
          <p:spPr>
            <a:xfrm>
              <a:off x="14986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5644"/>
            <p:cNvSpPr/>
            <p:nvPr/>
          </p:nvSpPr>
          <p:spPr>
            <a:xfrm>
              <a:off x="19812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5645"/>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5646"/>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5647"/>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5648"/>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72" name="obj_5649"/>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73" name="obj_5650"/>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74" name="obj_5651"/>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75" name="obj_5652"/>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6" name="obj_5653"/>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7" name="obj_5654"/>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8" name="obj_5655"/>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9" name="obj_5656"/>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80" name="obj_5657"/>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81" name="obj_5658"/>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grpSp>
      <p:sp>
        <p:nvSpPr>
          <p:cNvPr id="82" name="obj_5659"/>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83"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(3,6)</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(0,6)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84" name="obj_5661"/>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9 вершин</a:t>
            </a:r>
          </a:p>
        </p:txBody>
      </p:sp>
      <p:grpSp>
        <p:nvGrpSpPr>
          <p:cNvPr id="3" name="click1_current"/>
          <p:cNvGrpSpPr/>
          <p:nvPr/>
        </p:nvGrpSpPr>
        <p:grpSpPr>
          <a:xfrm>
            <a:off x="685800" y="2095500"/>
            <a:ext cx="5969000" cy="2120900"/>
            <a:chOff x="685800" y="2095500"/>
            <a:chExt cx="5969000" cy="2120900"/>
          </a:xfrm>
        </p:grpSpPr>
        <p:sp>
          <p:nvSpPr>
            <p:cNvPr id="85" name="obj_5663"/>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5664"/>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(3,6): g=3, h=11, f=14</a:t>
              </a:r>
            </a:p>
          </p:txBody>
        </p:sp>
      </p:grpSp>
      <p:grpSp>
        <p:nvGrpSpPr>
          <p:cNvPr id="4" name="click2_neighbor"/>
          <p:cNvGrpSpPr/>
          <p:nvPr/>
        </p:nvGrpSpPr>
        <p:grpSpPr>
          <a:xfrm>
            <a:off x="2222500" y="3771900"/>
            <a:ext cx="9486900" cy="1168400"/>
            <a:chOff x="2222500" y="3771900"/>
            <a:chExt cx="9486900" cy="1168400"/>
          </a:xfrm>
        </p:grpSpPr>
        <p:sp>
          <p:nvSpPr>
            <p:cNvPr id="87" name="obj_5666"/>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8" name="obj_5667"/>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9" name="obj_5668"/>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(4,6). Цена входа: 2.</a:t>
              </a:r>
            </a:p>
          </p:txBody>
        </p:sp>
      </p:grpSp>
      <p:grpSp>
        <p:nvGrpSpPr>
          <p:cNvPr id="5" name="click3_calc"/>
          <p:cNvGrpSpPr/>
          <p:nvPr/>
        </p:nvGrpSpPr>
        <p:grpSpPr>
          <a:xfrm>
            <a:off x="6985000" y="4940300"/>
            <a:ext cx="4724400" cy="546100"/>
            <a:chOff x="6985000" y="4940300"/>
            <a:chExt cx="4724400" cy="546100"/>
          </a:xfrm>
        </p:grpSpPr>
        <p:sp>
          <p:nvSpPr>
            <p:cNvPr id="90" name="obj_5670"/>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3 + 2 = 5</a:t>
              </a:r>
            </a:p>
          </p:txBody>
        </p:sp>
      </p:grpSp>
      <p:grpSp>
        <p:nvGrpSpPr>
          <p:cNvPr id="6" name="click4_map_after"/>
          <p:cNvGrpSpPr/>
          <p:nvPr/>
        </p:nvGrpSpPr>
        <p:grpSpPr>
          <a:xfrm>
            <a:off x="635000" y="2514600"/>
            <a:ext cx="6032500" cy="3187700"/>
            <a:chOff x="635000" y="2514600"/>
            <a:chExt cx="6032500" cy="3187700"/>
          </a:xfrm>
        </p:grpSpPr>
        <p:sp>
          <p:nvSpPr>
            <p:cNvPr id="91" name="obj_5672"/>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5673"/>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5674"/>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5675"/>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5676"/>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5677"/>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5678"/>
            <p:cNvSpPr/>
            <p:nvPr/>
          </p:nvSpPr>
          <p:spPr>
            <a:xfrm>
              <a:off x="20066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5679"/>
            <p:cNvSpPr/>
            <p:nvPr/>
          </p:nvSpPr>
          <p:spPr>
            <a:xfrm>
              <a:off x="24638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5680"/>
            <p:cNvSpPr/>
            <p:nvPr/>
          </p:nvSpPr>
          <p:spPr>
            <a:xfrm>
              <a:off x="24892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5681"/>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1" name="obj_5682"/>
            <p:cNvSpPr/>
            <p:nvPr/>
          </p:nvSpPr>
          <p:spPr>
            <a:xfrm>
              <a:off x="29464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5683"/>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3" name="obj_5684"/>
            <p:cNvSpPr/>
            <p:nvPr/>
          </p:nvSpPr>
          <p:spPr>
            <a:xfrm>
              <a:off x="34290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5685"/>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5" name="obj_5686"/>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5687"/>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5688"/>
            <p:cNvSpPr/>
            <p:nvPr/>
          </p:nvSpPr>
          <p:spPr>
            <a:xfrm>
              <a:off x="1073912" y="33345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5689"/>
            <p:cNvSpPr txBox="1"/>
            <p:nvPr/>
          </p:nvSpPr>
          <p:spPr>
            <a:xfrm>
              <a:off x="1073912" y="33248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9" name="obj_5690"/>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5691"/>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5692"/>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5693"/>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5694"/>
            <p:cNvSpPr/>
            <p:nvPr/>
          </p:nvSpPr>
          <p:spPr>
            <a:xfrm>
              <a:off x="24638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5695"/>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5696"/>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6" name="obj_5697"/>
            <p:cNvSpPr/>
            <p:nvPr/>
          </p:nvSpPr>
          <p:spPr>
            <a:xfrm>
              <a:off x="29464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5698"/>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5699"/>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9" name="obj_5700"/>
            <p:cNvSpPr/>
            <p:nvPr/>
          </p:nvSpPr>
          <p:spPr>
            <a:xfrm>
              <a:off x="34290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5701"/>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21" name="obj_5702"/>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5703"/>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5704"/>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5705"/>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5706"/>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5707"/>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5708"/>
            <p:cNvSpPr/>
            <p:nvPr/>
          </p:nvSpPr>
          <p:spPr>
            <a:xfrm>
              <a:off x="24638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5709"/>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5710"/>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0" name="obj_5711"/>
            <p:cNvSpPr/>
            <p:nvPr/>
          </p:nvSpPr>
          <p:spPr>
            <a:xfrm>
              <a:off x="29464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5712"/>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2" name="obj_5713"/>
            <p:cNvSpPr/>
            <p:nvPr/>
          </p:nvSpPr>
          <p:spPr>
            <a:xfrm>
              <a:off x="34290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5714"/>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4" name="obj_5715"/>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5716"/>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5717"/>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5718"/>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5719"/>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5720"/>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5721"/>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5722"/>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5723"/>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5724"/>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5725"/>
            <p:cNvSpPr/>
            <p:nvPr/>
          </p:nvSpPr>
          <p:spPr>
            <a:xfrm>
              <a:off x="14986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5726"/>
            <p:cNvSpPr/>
            <p:nvPr/>
          </p:nvSpPr>
          <p:spPr>
            <a:xfrm>
              <a:off x="19812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5727"/>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5728"/>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5729"/>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5730"/>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50" name="obj_5731"/>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51" name="obj_5732"/>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52" name="obj_5733"/>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53" name="obj_5734"/>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54" name="obj_5735"/>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55" name="obj_5736"/>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56" name="obj_5737"/>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57" name="obj_5738"/>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58" name="obj_5739"/>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59" name="obj_5740"/>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60" name="obj_5741"/>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5742"/>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10; добавлена (3,6)</a:t>
              </a:r>
            </a:p>
          </p:txBody>
        </p:sp>
      </p:grpSp>
      <p:graphicFrame>
        <p:nvGraphicFramePr>
          <p:cNvPr id="162"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(4,6)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10</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15</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(0,6)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63" name="obj_5744"/>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64" name="click4_decision"/>
          <p:cNvGrpSpPr/>
          <p:nvPr/>
        </p:nvGrpSpPr>
        <p:grpSpPr>
          <a:xfrm>
            <a:off x="6985000" y="4241800"/>
            <a:ext cx="4724400" cy="1447800"/>
            <a:chOff x="6985000" y="4241800"/>
            <a:chExt cx="4724400" cy="1447800"/>
          </a:xfrm>
        </p:grpSpPr>
        <p:sp>
          <p:nvSpPr>
            <p:cNvPr id="165" name="obj_5746"/>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5747"/>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(4,6), вход 2.</a:t>
              </a:r>
            </a:p>
          </p:txBody>
        </p:sp>
        <p:sp>
          <p:nvSpPr>
            <p:cNvPr id="167" name="obj_5748"/>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3 + 2 = 5</a:t>
              </a:r>
            </a:p>
          </p:txBody>
        </p:sp>
        <p:sp>
          <p:nvSpPr>
            <p:cNvPr id="168" name="obj_5749"/>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g(4,6): 7 → 5</a:t>
              </a:r>
            </a:p>
            <a:p>
              <a:pPr algn="l">
                <a:lnSpc>
                  <a:spcPct val="112000"/>
                </a:lnSpc>
                <a:spcBef>
                  <a:spcPts val="0"/>
                </a:spcBef>
                <a:spcAft>
                  <a:spcPts val="0"/>
                </a:spcAft>
              </a:pPr>
              <a:r>
                <a:rPr sz="1800" b="1">
                  <a:solidFill>
                    <a:srgbClr val="352379"/>
                  </a:solidFill>
                  <a:latin typeface="Montserrat"/>
                </a:rPr>
                <a:t>parent(4,6) = (3,6)</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8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8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16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750"/>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более дорогой возврат не улучшает g</a:t>
            </a:r>
          </a:p>
        </p:txBody>
      </p:sp>
      <p:sp>
        <p:nvSpPr>
          <p:cNvPr id="12" name="obj_5751"/>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5752"/>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794000"/>
            <a:chOff x="698500" y="2514600"/>
            <a:chExt cx="3302000" cy="2794000"/>
          </a:xfrm>
        </p:grpSpPr>
        <p:sp>
          <p:nvSpPr>
            <p:cNvPr id="14" name="obj_5754"/>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755"/>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756"/>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757"/>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758"/>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759"/>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760"/>
            <p:cNvSpPr/>
            <p:nvPr/>
          </p:nvSpPr>
          <p:spPr>
            <a:xfrm>
              <a:off x="20066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761"/>
            <p:cNvSpPr/>
            <p:nvPr/>
          </p:nvSpPr>
          <p:spPr>
            <a:xfrm>
              <a:off x="24638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762"/>
            <p:cNvSpPr/>
            <p:nvPr/>
          </p:nvSpPr>
          <p:spPr>
            <a:xfrm>
              <a:off x="24892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763"/>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4" name="obj_5764"/>
            <p:cNvSpPr/>
            <p:nvPr/>
          </p:nvSpPr>
          <p:spPr>
            <a:xfrm>
              <a:off x="29464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765"/>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6" name="obj_5766"/>
            <p:cNvSpPr/>
            <p:nvPr/>
          </p:nvSpPr>
          <p:spPr>
            <a:xfrm>
              <a:off x="34290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767"/>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28" name="obj_576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769"/>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5770"/>
            <p:cNvSpPr/>
            <p:nvPr/>
          </p:nvSpPr>
          <p:spPr>
            <a:xfrm>
              <a:off x="1073912" y="33345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771"/>
            <p:cNvSpPr txBox="1"/>
            <p:nvPr/>
          </p:nvSpPr>
          <p:spPr>
            <a:xfrm>
              <a:off x="1073912" y="33248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32" name="obj_5772"/>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773"/>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5774"/>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5775"/>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776"/>
            <p:cNvSpPr/>
            <p:nvPr/>
          </p:nvSpPr>
          <p:spPr>
            <a:xfrm>
              <a:off x="24638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5777"/>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5778"/>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9" name="obj_5779"/>
            <p:cNvSpPr/>
            <p:nvPr/>
          </p:nvSpPr>
          <p:spPr>
            <a:xfrm>
              <a:off x="29464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780"/>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5781"/>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2" name="obj_5782"/>
            <p:cNvSpPr/>
            <p:nvPr/>
          </p:nvSpPr>
          <p:spPr>
            <a:xfrm>
              <a:off x="34290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5783"/>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44" name="obj_5784"/>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5785"/>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786"/>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5787"/>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788"/>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789"/>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790"/>
            <p:cNvSpPr/>
            <p:nvPr/>
          </p:nvSpPr>
          <p:spPr>
            <a:xfrm>
              <a:off x="24638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791"/>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5792"/>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3" name="obj_5793"/>
            <p:cNvSpPr/>
            <p:nvPr/>
          </p:nvSpPr>
          <p:spPr>
            <a:xfrm>
              <a:off x="29464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794"/>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5" name="obj_5795"/>
            <p:cNvSpPr/>
            <p:nvPr/>
          </p:nvSpPr>
          <p:spPr>
            <a:xfrm>
              <a:off x="34290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5796"/>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57" name="obj_5797"/>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5798"/>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5799"/>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800"/>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801"/>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802"/>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803"/>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804"/>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5805"/>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5806"/>
            <p:cNvSpPr/>
            <p:nvPr/>
          </p:nvSpPr>
          <p:spPr>
            <a:xfrm>
              <a:off x="14986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5807"/>
            <p:cNvSpPr/>
            <p:nvPr/>
          </p:nvSpPr>
          <p:spPr>
            <a:xfrm>
              <a:off x="19812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5808"/>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5809"/>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5810"/>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5811"/>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72" name="obj_5812"/>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73" name="obj_5813"/>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74" name="obj_5814"/>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75" name="obj_5815"/>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6" name="obj_5816"/>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7" name="obj_5817"/>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8" name="obj_5818"/>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9" name="obj_5819"/>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80" name="obj_5820"/>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81" name="obj_5821"/>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grpSp>
      <p:sp>
        <p:nvSpPr>
          <p:cNvPr id="82" name="obj_582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83"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(3,6)</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(0,6)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84" name="obj_5824"/>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9 вершин</a:t>
            </a:r>
          </a:p>
        </p:txBody>
      </p:sp>
      <p:grpSp>
        <p:nvGrpSpPr>
          <p:cNvPr id="3" name="click1_current"/>
          <p:cNvGrpSpPr/>
          <p:nvPr/>
        </p:nvGrpSpPr>
        <p:grpSpPr>
          <a:xfrm>
            <a:off x="685800" y="2095500"/>
            <a:ext cx="5969000" cy="2120900"/>
            <a:chOff x="685800" y="2095500"/>
            <a:chExt cx="5969000" cy="2120900"/>
          </a:xfrm>
        </p:grpSpPr>
        <p:sp>
          <p:nvSpPr>
            <p:cNvPr id="85" name="obj_5826"/>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5827"/>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(3,6): g=3, h=11, f=14</a:t>
              </a:r>
            </a:p>
          </p:txBody>
        </p:sp>
      </p:grpSp>
      <p:grpSp>
        <p:nvGrpSpPr>
          <p:cNvPr id="4" name="click2_neighbor"/>
          <p:cNvGrpSpPr/>
          <p:nvPr/>
        </p:nvGrpSpPr>
        <p:grpSpPr>
          <a:xfrm>
            <a:off x="1993900" y="3289300"/>
            <a:ext cx="9715500" cy="1651000"/>
            <a:chOff x="1993900" y="3289300"/>
            <a:chExt cx="9715500" cy="1651000"/>
          </a:xfrm>
        </p:grpSpPr>
        <p:sp>
          <p:nvSpPr>
            <p:cNvPr id="87" name="obj_5829"/>
            <p:cNvSpPr/>
            <p:nvPr/>
          </p:nvSpPr>
          <p:spPr>
            <a:xfrm>
              <a:off x="1993900" y="32893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8" name="obj_5830"/>
            <p:cNvCxnSpPr/>
            <p:nvPr/>
          </p:nvCxnSpPr>
          <p:spPr>
            <a:xfrm flipV="1">
              <a:off x="2222500" y="3517900"/>
              <a:ext cx="0" cy="48260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9" name="obj_5831"/>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(3,5). Цена входа: 1.</a:t>
              </a:r>
            </a:p>
          </p:txBody>
        </p:sp>
      </p:grpSp>
      <p:grpSp>
        <p:nvGrpSpPr>
          <p:cNvPr id="5" name="click3_calc"/>
          <p:cNvGrpSpPr/>
          <p:nvPr/>
        </p:nvGrpSpPr>
        <p:grpSpPr>
          <a:xfrm>
            <a:off x="6985000" y="4940300"/>
            <a:ext cx="4724400" cy="546100"/>
            <a:chOff x="6985000" y="4940300"/>
            <a:chExt cx="4724400" cy="546100"/>
          </a:xfrm>
        </p:grpSpPr>
        <p:sp>
          <p:nvSpPr>
            <p:cNvPr id="90" name="obj_5833"/>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3 + 1 = 4</a:t>
              </a:r>
            </a:p>
          </p:txBody>
        </p:sp>
      </p:grpSp>
      <p:grpSp>
        <p:nvGrpSpPr>
          <p:cNvPr id="6" name="click4_map_after"/>
          <p:cNvGrpSpPr/>
          <p:nvPr/>
        </p:nvGrpSpPr>
        <p:grpSpPr>
          <a:xfrm>
            <a:off x="635000" y="2514600"/>
            <a:ext cx="6032500" cy="3187700"/>
            <a:chOff x="635000" y="2514600"/>
            <a:chExt cx="6032500" cy="3187700"/>
          </a:xfrm>
        </p:grpSpPr>
        <p:sp>
          <p:nvSpPr>
            <p:cNvPr id="91" name="obj_5835"/>
            <p:cNvSpPr/>
            <p:nvPr/>
          </p:nvSpPr>
          <p:spPr>
            <a:xfrm>
              <a:off x="698500" y="2514600"/>
              <a:ext cx="3302000" cy="279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5836"/>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5837"/>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5838"/>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5839"/>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5840"/>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5841"/>
            <p:cNvSpPr/>
            <p:nvPr/>
          </p:nvSpPr>
          <p:spPr>
            <a:xfrm>
              <a:off x="20066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5842"/>
            <p:cNvSpPr/>
            <p:nvPr/>
          </p:nvSpPr>
          <p:spPr>
            <a:xfrm>
              <a:off x="24638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5843"/>
            <p:cNvSpPr/>
            <p:nvPr/>
          </p:nvSpPr>
          <p:spPr>
            <a:xfrm>
              <a:off x="24892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5844"/>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1" name="obj_5845"/>
            <p:cNvSpPr/>
            <p:nvPr/>
          </p:nvSpPr>
          <p:spPr>
            <a:xfrm>
              <a:off x="29464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5846"/>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3" name="obj_5847"/>
            <p:cNvSpPr/>
            <p:nvPr/>
          </p:nvSpPr>
          <p:spPr>
            <a:xfrm>
              <a:off x="3429000" y="27940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5848"/>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5" name="obj_5849"/>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5850"/>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5851"/>
            <p:cNvSpPr/>
            <p:nvPr/>
          </p:nvSpPr>
          <p:spPr>
            <a:xfrm>
              <a:off x="1073912" y="33345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5852"/>
            <p:cNvSpPr txBox="1"/>
            <p:nvPr/>
          </p:nvSpPr>
          <p:spPr>
            <a:xfrm>
              <a:off x="1073912" y="33248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09" name="obj_5853"/>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5854"/>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5855"/>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5856"/>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5857"/>
            <p:cNvSpPr/>
            <p:nvPr/>
          </p:nvSpPr>
          <p:spPr>
            <a:xfrm>
              <a:off x="24638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5858"/>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5859"/>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6" name="obj_5860"/>
            <p:cNvSpPr/>
            <p:nvPr/>
          </p:nvSpPr>
          <p:spPr>
            <a:xfrm>
              <a:off x="29464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5861"/>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5862"/>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19" name="obj_5863"/>
            <p:cNvSpPr/>
            <p:nvPr/>
          </p:nvSpPr>
          <p:spPr>
            <a:xfrm>
              <a:off x="3429000" y="32766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5864"/>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21" name="obj_5865"/>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5866"/>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5867"/>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5868"/>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5869"/>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5870"/>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5871"/>
            <p:cNvSpPr/>
            <p:nvPr/>
          </p:nvSpPr>
          <p:spPr>
            <a:xfrm>
              <a:off x="24638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5872"/>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5873"/>
            <p:cNvSpPr txBox="1"/>
            <p:nvPr/>
          </p:nvSpPr>
          <p:spPr>
            <a:xfrm>
              <a:off x="24765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0" name="obj_5874"/>
            <p:cNvSpPr/>
            <p:nvPr/>
          </p:nvSpPr>
          <p:spPr>
            <a:xfrm>
              <a:off x="29464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5875"/>
            <p:cNvSpPr txBox="1"/>
            <p:nvPr/>
          </p:nvSpPr>
          <p:spPr>
            <a:xfrm>
              <a:off x="29591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2" name="obj_5876"/>
            <p:cNvSpPr/>
            <p:nvPr/>
          </p:nvSpPr>
          <p:spPr>
            <a:xfrm>
              <a:off x="3429000" y="37592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5877"/>
            <p:cNvSpPr txBox="1"/>
            <p:nvPr/>
          </p:nvSpPr>
          <p:spPr>
            <a:xfrm>
              <a:off x="3441700" y="38508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34" name="obj_5878"/>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5879"/>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5880"/>
            <p:cNvSpPr/>
            <p:nvPr/>
          </p:nvSpPr>
          <p:spPr>
            <a:xfrm>
              <a:off x="14986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5881"/>
            <p:cNvSpPr/>
            <p:nvPr/>
          </p:nvSpPr>
          <p:spPr>
            <a:xfrm>
              <a:off x="15240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5882"/>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5883"/>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5884"/>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5885"/>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5886"/>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5887"/>
            <p:cNvSpPr/>
            <p:nvPr/>
          </p:nvSpPr>
          <p:spPr>
            <a:xfrm>
              <a:off x="1016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5888"/>
            <p:cNvSpPr/>
            <p:nvPr/>
          </p:nvSpPr>
          <p:spPr>
            <a:xfrm>
              <a:off x="14986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5889"/>
            <p:cNvSpPr/>
            <p:nvPr/>
          </p:nvSpPr>
          <p:spPr>
            <a:xfrm>
              <a:off x="1981200" y="47244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5890"/>
            <p:cNvSpPr/>
            <p:nvPr/>
          </p:nvSpPr>
          <p:spPr>
            <a:xfrm>
              <a:off x="24638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5891"/>
            <p:cNvSpPr/>
            <p:nvPr/>
          </p:nvSpPr>
          <p:spPr>
            <a:xfrm>
              <a:off x="29464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5892"/>
            <p:cNvSpPr/>
            <p:nvPr/>
          </p:nvSpPr>
          <p:spPr>
            <a:xfrm>
              <a:off x="3429000" y="47244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5893"/>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50" name="obj_5894"/>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51" name="obj_5895"/>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52" name="obj_5896"/>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53" name="obj_5897"/>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54" name="obj_5898"/>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55" name="obj_5899"/>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56" name="obj_5900"/>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57" name="obj_5901"/>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58" name="obj_5902"/>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59" name="obj_5903"/>
            <p:cNvSpPr txBox="1"/>
            <p:nvPr/>
          </p:nvSpPr>
          <p:spPr>
            <a:xfrm>
              <a:off x="698500" y="48112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60" name="obj_5904"/>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5905"/>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10; добавлена (3,6)</a:t>
              </a:r>
            </a:p>
          </p:txBody>
        </p:sp>
      </p:grpSp>
      <p:graphicFrame>
        <p:nvGraphicFramePr>
          <p:cNvPr id="162"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(4,6)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10</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15</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(0,6)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63" name="obj_5907"/>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64" name="click4_decision"/>
          <p:cNvGrpSpPr/>
          <p:nvPr/>
        </p:nvGrpSpPr>
        <p:grpSpPr>
          <a:xfrm>
            <a:off x="6985000" y="4241800"/>
            <a:ext cx="4724400" cy="1447800"/>
            <a:chOff x="6985000" y="4241800"/>
            <a:chExt cx="4724400" cy="1447800"/>
          </a:xfrm>
        </p:grpSpPr>
        <p:sp>
          <p:nvSpPr>
            <p:cNvPr id="165" name="obj_5909"/>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5910"/>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(3,5), вход 1.</a:t>
              </a:r>
            </a:p>
          </p:txBody>
        </p:sp>
        <p:sp>
          <p:nvSpPr>
            <p:cNvPr id="167" name="obj_5911"/>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3 + 1 = 4</a:t>
              </a:r>
            </a:p>
          </p:txBody>
        </p:sp>
        <p:sp>
          <p:nvSpPr>
            <p:cNvPr id="168" name="obj_5912"/>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4 ≥ 2: оставляем g=2.</a:t>
              </a:r>
            </a:p>
            <a:p>
              <a:pPr algn="l">
                <a:lnSpc>
                  <a:spcPct val="112000"/>
                </a:lnSpc>
                <a:spcBef>
                  <a:spcPts val="0"/>
                </a:spcBef>
                <a:spcAft>
                  <a:spcPts val="0"/>
                </a:spcAft>
              </a:pPr>
              <a:r>
                <a:rPr sz="1800" b="1">
                  <a:solidFill>
                    <a:srgbClr val="352379"/>
                  </a:solidFill>
                  <a:latin typeface="Montserrat"/>
                </a:rPr>
                <a:t>parent не меняется.</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8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8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16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5913"/>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очередь постепенно выводит к обходу</a:t>
            </a:r>
          </a:p>
        </p:txBody>
      </p:sp>
      <p:sp>
        <p:nvSpPr>
          <p:cNvPr id="12" name="obj_5914"/>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Каждый щелчок показывает следующее реальное развёртывание A*</a:t>
            </a:r>
          </a:p>
        </p:txBody>
      </p:sp>
      <p:grpSp>
        <p:nvGrpSpPr>
          <p:cNvPr id="2" name="astar_continue_10"/>
          <p:cNvGrpSpPr/>
          <p:nvPr/>
        </p:nvGrpSpPr>
        <p:grpSpPr>
          <a:xfrm>
            <a:off x="482600" y="1600200"/>
            <a:ext cx="11226800" cy="4254500"/>
            <a:chOff x="482600" y="1600200"/>
            <a:chExt cx="11226800" cy="4254500"/>
          </a:xfrm>
        </p:grpSpPr>
        <p:sp>
          <p:nvSpPr>
            <p:cNvPr id="13" name="obj_5916"/>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5917"/>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5918"/>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5919"/>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5920"/>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5921"/>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5922"/>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5923"/>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5924"/>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5925"/>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5926"/>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5927"/>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5928"/>
            <p:cNvSpPr/>
            <p:nvPr/>
          </p:nvSpPr>
          <p:spPr>
            <a:xfrm>
              <a:off x="11049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5929"/>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5930"/>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5931"/>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5932"/>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5933"/>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5934"/>
            <p:cNvSpPr/>
            <p:nvPr/>
          </p:nvSpPr>
          <p:spPr>
            <a:xfrm>
              <a:off x="25146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5935"/>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5936"/>
            <p:cNvSpPr/>
            <p:nvPr/>
          </p:nvSpPr>
          <p:spPr>
            <a:xfrm>
              <a:off x="29845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5937"/>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5" name="obj_5938"/>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5939"/>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7" name="obj_5940"/>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5941"/>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9" name="obj_5942"/>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5943"/>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5944"/>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5945"/>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5946"/>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5947"/>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45" name="obj_5948"/>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5949"/>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5950"/>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5951"/>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5952"/>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5953"/>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5954"/>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52" name="obj_5955"/>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5956"/>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5957"/>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55" name="obj_5958"/>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5959"/>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57" name="obj_5960"/>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5961"/>
            <p:cNvSpPr/>
            <p:nvPr/>
          </p:nvSpPr>
          <p:spPr>
            <a:xfrm>
              <a:off x="11049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5962"/>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5963"/>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5964"/>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5965"/>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5966"/>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5967"/>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5968"/>
            <p:cNvSpPr/>
            <p:nvPr/>
          </p:nvSpPr>
          <p:spPr>
            <a:xfrm>
              <a:off x="2501900" y="37719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5969"/>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5970"/>
            <p:cNvSpPr/>
            <p:nvPr/>
          </p:nvSpPr>
          <p:spPr>
            <a:xfrm>
              <a:off x="29845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5971"/>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9" name="obj_5972"/>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5973"/>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1" name="obj_5974"/>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5975"/>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3" name="obj_5976"/>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5977"/>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5978"/>
            <p:cNvSpPr/>
            <p:nvPr/>
          </p:nvSpPr>
          <p:spPr>
            <a:xfrm>
              <a:off x="15748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5979"/>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5980"/>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5981"/>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5982"/>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5983"/>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5984"/>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5985"/>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5986"/>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5987"/>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5988"/>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5989"/>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5990"/>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5991"/>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5992"/>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5993"/>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91" name="obj_5994"/>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92" name="obj_5995"/>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93" name="obj_5996"/>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94" name="obj_5997"/>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95" name="obj_5998"/>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96" name="obj_5999"/>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97" name="obj_6000"/>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98" name="obj_6001"/>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99" name="obj_6002"/>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00" name="obj_6003"/>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01" name="obj_6004"/>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02" name="obj_6005"/>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03" name="obj_6006"/>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10: current = (3,6)</a:t>
              </a:r>
            </a:p>
          </p:txBody>
        </p:sp>
        <p:sp>
          <p:nvSpPr>
            <p:cNvPr id="104" name="obj_6007"/>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g=3, h=11, f=14</a:t>
              </a:r>
            </a:p>
          </p:txBody>
        </p:sp>
        <p:sp>
          <p:nvSpPr>
            <p:cNvPr id="105" name="obj_6008"/>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10</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10</a:t>
              </a:r>
            </a:p>
          </p:txBody>
        </p:sp>
        <p:sp>
          <p:nvSpPr>
            <p:cNvPr id="106" name="obj_6009"/>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3" name="astar_continue_11"/>
          <p:cNvGrpSpPr/>
          <p:nvPr/>
        </p:nvGrpSpPr>
        <p:grpSpPr>
          <a:xfrm>
            <a:off x="482600" y="1600200"/>
            <a:ext cx="11226800" cy="4254500"/>
            <a:chOff x="482600" y="1600200"/>
            <a:chExt cx="11226800" cy="4254500"/>
          </a:xfrm>
        </p:grpSpPr>
        <p:sp>
          <p:nvSpPr>
            <p:cNvPr id="107" name="obj_6011"/>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6012"/>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6013"/>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6014"/>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6015"/>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6016"/>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6017"/>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6018"/>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6019"/>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6020"/>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6021"/>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6022"/>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6023"/>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6024"/>
            <p:cNvSpPr/>
            <p:nvPr/>
          </p:nvSpPr>
          <p:spPr>
            <a:xfrm>
              <a:off x="11049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6025"/>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6026"/>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6027"/>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6028"/>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6029"/>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6030"/>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6031"/>
            <p:cNvSpPr/>
            <p:nvPr/>
          </p:nvSpPr>
          <p:spPr>
            <a:xfrm>
              <a:off x="2501900" y="28321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6032"/>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6033"/>
            <p:cNvSpPr/>
            <p:nvPr/>
          </p:nvSpPr>
          <p:spPr>
            <a:xfrm>
              <a:off x="29845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6034"/>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31" name="obj_6035"/>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6036"/>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33" name="obj_6037"/>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6038"/>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35" name="obj_6039"/>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6040"/>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6041"/>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6042"/>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6043"/>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6044"/>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141" name="obj_6045"/>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6046"/>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6047"/>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6048"/>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6049"/>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6050"/>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6051"/>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48" name="obj_6052"/>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6053"/>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6054"/>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51" name="obj_6055"/>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6056"/>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53" name="obj_6057"/>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6058"/>
            <p:cNvSpPr/>
            <p:nvPr/>
          </p:nvSpPr>
          <p:spPr>
            <a:xfrm>
              <a:off x="11049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6059"/>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6060"/>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6061"/>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6062"/>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6063"/>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6064"/>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6065"/>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6066"/>
            <p:cNvSpPr/>
            <p:nvPr/>
          </p:nvSpPr>
          <p:spPr>
            <a:xfrm>
              <a:off x="29845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6067"/>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64" name="obj_6068"/>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6069"/>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66" name="obj_6070"/>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6071"/>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68" name="obj_6072"/>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6073"/>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6074"/>
            <p:cNvSpPr/>
            <p:nvPr/>
          </p:nvSpPr>
          <p:spPr>
            <a:xfrm>
              <a:off x="15748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6075"/>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6076"/>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6077"/>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6078"/>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6079"/>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6080"/>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6081"/>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6082"/>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6083"/>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6084"/>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6085"/>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6086"/>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6087"/>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6088"/>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6089"/>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86" name="obj_6090"/>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87" name="obj_6091"/>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88" name="obj_6092"/>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89" name="obj_6093"/>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90" name="obj_6094"/>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91" name="obj_6095"/>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92" name="obj_6096"/>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93" name="obj_6097"/>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94" name="obj_6098"/>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95" name="obj_6099"/>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96" name="obj_6100"/>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97" name="obj_6101"/>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98" name="obj_6102"/>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11: current = (3,4)</a:t>
              </a:r>
            </a:p>
          </p:txBody>
        </p:sp>
        <p:sp>
          <p:nvSpPr>
            <p:cNvPr id="199" name="obj_6103"/>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g=3, h=11, f=14</a:t>
              </a:r>
            </a:p>
          </p:txBody>
        </p:sp>
        <p:sp>
          <p:nvSpPr>
            <p:cNvPr id="200" name="obj_6104"/>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11</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11</a:t>
              </a:r>
            </a:p>
          </p:txBody>
        </p:sp>
        <p:sp>
          <p:nvSpPr>
            <p:cNvPr id="201" name="obj_6105"/>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4" name="astar_continue_12"/>
          <p:cNvGrpSpPr/>
          <p:nvPr/>
        </p:nvGrpSpPr>
        <p:grpSpPr>
          <a:xfrm>
            <a:off x="482600" y="1600200"/>
            <a:ext cx="11226800" cy="4254500"/>
            <a:chOff x="482600" y="1600200"/>
            <a:chExt cx="11226800" cy="4254500"/>
          </a:xfrm>
        </p:grpSpPr>
        <p:sp>
          <p:nvSpPr>
            <p:cNvPr id="202" name="obj_6107"/>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6108"/>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6109"/>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6110"/>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6111"/>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6112"/>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6113"/>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6114"/>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6115"/>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6116"/>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6117"/>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6118"/>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6119"/>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6120"/>
            <p:cNvSpPr/>
            <p:nvPr/>
          </p:nvSpPr>
          <p:spPr>
            <a:xfrm>
              <a:off x="11049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6121"/>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6122"/>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6123"/>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6124"/>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6125"/>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6126"/>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6127"/>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6128"/>
            <p:cNvSpPr/>
            <p:nvPr/>
          </p:nvSpPr>
          <p:spPr>
            <a:xfrm>
              <a:off x="29845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6129"/>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25" name="obj_6130"/>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6131"/>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27" name="obj_6132"/>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6133"/>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29" name="obj_6134"/>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6135"/>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6136"/>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6137"/>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6138"/>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6139"/>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235" name="obj_6140"/>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6141"/>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6142"/>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6143"/>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6144"/>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6145"/>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6146"/>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242" name="obj_6147"/>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6148"/>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6149"/>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245" name="obj_6150"/>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6151"/>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247" name="obj_6152"/>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6153"/>
            <p:cNvSpPr/>
            <p:nvPr/>
          </p:nvSpPr>
          <p:spPr>
            <a:xfrm>
              <a:off x="11049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6154"/>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6155"/>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6156"/>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6157"/>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6158"/>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6159"/>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6160"/>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6161"/>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6162"/>
            <p:cNvSpPr/>
            <p:nvPr/>
          </p:nvSpPr>
          <p:spPr>
            <a:xfrm>
              <a:off x="2971800" y="37719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6163"/>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59" name="obj_6164"/>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6165"/>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6166"/>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62" name="obj_6167"/>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6168"/>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64" name="obj_6169"/>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6170"/>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6171"/>
            <p:cNvSpPr/>
            <p:nvPr/>
          </p:nvSpPr>
          <p:spPr>
            <a:xfrm>
              <a:off x="15748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6172"/>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6173"/>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6174"/>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6175"/>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6176"/>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6177"/>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6178"/>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6179"/>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6180"/>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6181"/>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6182"/>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6183"/>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6184"/>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6185"/>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6186"/>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6187"/>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83" name="obj_6188"/>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84" name="obj_6189"/>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85" name="obj_6190"/>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86" name="obj_6191"/>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87" name="obj_6192"/>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88" name="obj_6193"/>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89" name="obj_6194"/>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90" name="obj_6195"/>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91" name="obj_6196"/>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92" name="obj_6197"/>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93" name="obj_6198"/>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94" name="obj_6199"/>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95" name="obj_6200"/>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12: current = (4,6)</a:t>
              </a:r>
            </a:p>
          </p:txBody>
        </p:sp>
        <p:sp>
          <p:nvSpPr>
            <p:cNvPr id="296" name="obj_6201"/>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g=5, h=10, f=15</a:t>
              </a:r>
            </a:p>
          </p:txBody>
        </p:sp>
        <p:sp>
          <p:nvSpPr>
            <p:cNvPr id="297" name="obj_6202"/>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12</a:t>
              </a:r>
            </a:p>
            <a:p>
              <a:pPr algn="l">
                <a:lnSpc>
                  <a:spcPct val="112000"/>
                </a:lnSpc>
                <a:spcBef>
                  <a:spcPts val="0"/>
                </a:spcBef>
                <a:spcAft>
                  <a:spcPts val="0"/>
                </a:spcAft>
              </a:pPr>
              <a:r>
                <a:rPr sz="2400" b="0">
                  <a:solidFill>
                    <a:srgbClr val="352379"/>
                  </a:solidFill>
                  <a:latin typeface="Montserrat"/>
                </a:rPr>
                <a:t>OPEN: 12</a:t>
              </a:r>
            </a:p>
            <a:p>
              <a:pPr algn="l">
                <a:lnSpc>
                  <a:spcPct val="112000"/>
                </a:lnSpc>
                <a:spcBef>
                  <a:spcPts val="0"/>
                </a:spcBef>
                <a:spcAft>
                  <a:spcPts val="0"/>
                </a:spcAft>
              </a:pPr>
              <a:r>
                <a:rPr sz="2400" b="0">
                  <a:solidFill>
                    <a:srgbClr val="352379"/>
                  </a:solidFill>
                  <a:latin typeface="Montserrat"/>
                </a:rPr>
                <a:t>CLOSED: 12</a:t>
              </a:r>
            </a:p>
          </p:txBody>
        </p:sp>
        <p:sp>
          <p:nvSpPr>
            <p:cNvPr id="298" name="obj_6203"/>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5" name="astar_continue_13"/>
          <p:cNvGrpSpPr/>
          <p:nvPr/>
        </p:nvGrpSpPr>
        <p:grpSpPr>
          <a:xfrm>
            <a:off x="482600" y="1600200"/>
            <a:ext cx="11226800" cy="4254500"/>
            <a:chOff x="482600" y="1600200"/>
            <a:chExt cx="11226800" cy="4254500"/>
          </a:xfrm>
        </p:grpSpPr>
        <p:sp>
          <p:nvSpPr>
            <p:cNvPr id="299" name="obj_6205"/>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6206"/>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6207"/>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6208"/>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6209"/>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6210"/>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6211"/>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6212"/>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6213"/>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6214"/>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6215"/>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6216"/>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6217"/>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6218"/>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6219"/>
            <p:cNvSpPr/>
            <p:nvPr/>
          </p:nvSpPr>
          <p:spPr>
            <a:xfrm>
              <a:off x="11049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6220"/>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6221"/>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6222"/>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6223"/>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6224"/>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6225"/>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6226"/>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6227"/>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6228"/>
            <p:cNvSpPr/>
            <p:nvPr/>
          </p:nvSpPr>
          <p:spPr>
            <a:xfrm>
              <a:off x="2971800" y="28321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6229"/>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24" name="obj_6230"/>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6231"/>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6232"/>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27" name="obj_6233"/>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6234"/>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29" name="obj_6235"/>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6236"/>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6237"/>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6238"/>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6239"/>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6240"/>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335" name="obj_6241"/>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bj_6242"/>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bj_6243"/>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bj_6244"/>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bj_6245"/>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bj_6246"/>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bj_6247"/>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342" name="obj_6248"/>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bj_6249"/>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bj_6250"/>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345" name="obj_6251"/>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bj_6252"/>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347" name="obj_6253"/>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bj_6254"/>
            <p:cNvSpPr/>
            <p:nvPr/>
          </p:nvSpPr>
          <p:spPr>
            <a:xfrm>
              <a:off x="11049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bj_6255"/>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bj_6256"/>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bj_6257"/>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bj_6258"/>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bj_6259"/>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bj_6260"/>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bj_6261"/>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bj_6262"/>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bj_6263"/>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58" name="obj_6264"/>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bj_6265"/>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bj_6266"/>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61" name="obj_6267"/>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bj_6268"/>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63" name="obj_6269"/>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bj_6270"/>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bj_6271"/>
            <p:cNvSpPr/>
            <p:nvPr/>
          </p:nvSpPr>
          <p:spPr>
            <a:xfrm>
              <a:off x="15748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bj_6272"/>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bj_6273"/>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bj_6274"/>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bj_6275"/>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bj_6276"/>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bj_6277"/>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bj_6278"/>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bj_6279"/>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bj_6280"/>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bj_6281"/>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bj_6282"/>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bj_6283"/>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6284"/>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6285"/>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bj_6286"/>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bj_6287"/>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82" name="obj_6288"/>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83" name="obj_6289"/>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84" name="obj_6290"/>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85" name="obj_6291"/>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86" name="obj_6292"/>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87" name="obj_6293"/>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88" name="obj_6294"/>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89" name="obj_6295"/>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90" name="obj_6296"/>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91" name="obj_6297"/>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92" name="obj_6298"/>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93" name="obj_6299"/>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94" name="obj_6300"/>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13: current = (4,4)</a:t>
              </a:r>
            </a:p>
          </p:txBody>
        </p:sp>
        <p:sp>
          <p:nvSpPr>
            <p:cNvPr id="395" name="obj_6301"/>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g=5, h=10, f=15</a:t>
              </a:r>
            </a:p>
          </p:txBody>
        </p:sp>
        <p:sp>
          <p:nvSpPr>
            <p:cNvPr id="396" name="obj_6302"/>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13</a:t>
              </a:r>
            </a:p>
            <a:p>
              <a:pPr algn="l">
                <a:lnSpc>
                  <a:spcPct val="112000"/>
                </a:lnSpc>
                <a:spcBef>
                  <a:spcPts val="0"/>
                </a:spcBef>
                <a:spcAft>
                  <a:spcPts val="0"/>
                </a:spcAft>
              </a:pPr>
              <a:r>
                <a:rPr sz="2400" b="0">
                  <a:solidFill>
                    <a:srgbClr val="352379"/>
                  </a:solidFill>
                  <a:latin typeface="Montserrat"/>
                </a:rPr>
                <a:t>OPEN: 13</a:t>
              </a:r>
            </a:p>
            <a:p>
              <a:pPr algn="l">
                <a:lnSpc>
                  <a:spcPct val="112000"/>
                </a:lnSpc>
                <a:spcBef>
                  <a:spcPts val="0"/>
                </a:spcBef>
                <a:spcAft>
                  <a:spcPts val="0"/>
                </a:spcAft>
              </a:pPr>
              <a:r>
                <a:rPr sz="2400" b="0">
                  <a:solidFill>
                    <a:srgbClr val="352379"/>
                  </a:solidFill>
                  <a:latin typeface="Montserrat"/>
                </a:rPr>
                <a:t>CLOSED: 13</a:t>
              </a:r>
            </a:p>
          </p:txBody>
        </p:sp>
        <p:sp>
          <p:nvSpPr>
            <p:cNvPr id="397" name="obj_6303"/>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6" name="astar_continue_14"/>
          <p:cNvGrpSpPr/>
          <p:nvPr/>
        </p:nvGrpSpPr>
        <p:grpSpPr>
          <a:xfrm>
            <a:off x="482600" y="1600200"/>
            <a:ext cx="11226800" cy="4254500"/>
            <a:chOff x="482600" y="1600200"/>
            <a:chExt cx="11226800" cy="4254500"/>
          </a:xfrm>
        </p:grpSpPr>
        <p:sp>
          <p:nvSpPr>
            <p:cNvPr id="398" name="obj_6305"/>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bj_6306"/>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bj_6307"/>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bj_6308"/>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bj_6309"/>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bj_6310"/>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bj_6311"/>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bj_6312"/>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bj_6313"/>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bj_6314"/>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bj_6315"/>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bj_6316"/>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bj_6317"/>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bj_6318"/>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bj_6319"/>
            <p:cNvSpPr/>
            <p:nvPr/>
          </p:nvSpPr>
          <p:spPr>
            <a:xfrm>
              <a:off x="11049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bj_6320"/>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bj_6321"/>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bj_6322"/>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bj_6323"/>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bj_6324"/>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bj_6325"/>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bj_6326"/>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bj_6327"/>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bj_6328"/>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22" name="obj_6329"/>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bj_6330"/>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bj_6331"/>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25" name="obj_6332"/>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bj_6333"/>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27" name="obj_6334"/>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bj_6335"/>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bj_6336"/>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bj_6337"/>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bj_6338"/>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bj_6339"/>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433" name="obj_6340"/>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bj_6341"/>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bj_6342"/>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bj_6343"/>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bj_6344"/>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bj_6345"/>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bj_6346"/>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440" name="obj_6347"/>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bj_6348"/>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bj_6349"/>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443" name="obj_6350"/>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bj_6351"/>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445" name="obj_6352"/>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bj_6353"/>
            <p:cNvSpPr/>
            <p:nvPr/>
          </p:nvSpPr>
          <p:spPr>
            <a:xfrm>
              <a:off x="11049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bj_6354"/>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bj_6355"/>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bj_6356"/>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bj_6357"/>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bj_6358"/>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bj_6359"/>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bj_6360"/>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bj_6361"/>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bj_6362"/>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56" name="obj_6363"/>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bj_6364"/>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bj_6365"/>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59" name="obj_6366"/>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bj_6367"/>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61" name="obj_6368"/>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bj_6369"/>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bj_6370"/>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bj_6371"/>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bj_6372"/>
            <p:cNvSpPr/>
            <p:nvPr/>
          </p:nvSpPr>
          <p:spPr>
            <a:xfrm>
              <a:off x="1562100" y="42418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bj_6373"/>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bj_6374"/>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bj_6375"/>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bj_6376"/>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bj_6377"/>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bj_6378"/>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bj_6379"/>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bj_6380"/>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bj_6381"/>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bj_6382"/>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bj_6383"/>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bj_6384"/>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bj_6385"/>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bj_6386"/>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bj_6387"/>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bj_6388"/>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bj_6389"/>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83" name="obj_6390"/>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84" name="obj_6391"/>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485" name="obj_6392"/>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486" name="obj_6393"/>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487" name="obj_6394"/>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488" name="obj_6395"/>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489" name="obj_6396"/>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90" name="obj_6397"/>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91" name="obj_6398"/>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492" name="obj_6399"/>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493" name="obj_6400"/>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494" name="obj_6401"/>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495" name="obj_6402"/>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14: current = (1,7)</a:t>
              </a:r>
            </a:p>
          </p:txBody>
        </p:sp>
        <p:sp>
          <p:nvSpPr>
            <p:cNvPr id="496" name="obj_6403"/>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g=2, h=14, f=16</a:t>
              </a:r>
            </a:p>
          </p:txBody>
        </p:sp>
        <p:sp>
          <p:nvSpPr>
            <p:cNvPr id="497" name="obj_6404"/>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14</a:t>
              </a:r>
            </a:p>
            <a:p>
              <a:pPr algn="l">
                <a:lnSpc>
                  <a:spcPct val="112000"/>
                </a:lnSpc>
                <a:spcBef>
                  <a:spcPts val="0"/>
                </a:spcBef>
                <a:spcAft>
                  <a:spcPts val="0"/>
                </a:spcAft>
              </a:pPr>
              <a:r>
                <a:rPr sz="2400" b="0">
                  <a:solidFill>
                    <a:srgbClr val="352379"/>
                  </a:solidFill>
                  <a:latin typeface="Montserrat"/>
                </a:rPr>
                <a:t>OPEN: 14</a:t>
              </a:r>
            </a:p>
            <a:p>
              <a:pPr algn="l">
                <a:lnSpc>
                  <a:spcPct val="112000"/>
                </a:lnSpc>
                <a:spcBef>
                  <a:spcPts val="0"/>
                </a:spcBef>
                <a:spcAft>
                  <a:spcPts val="0"/>
                </a:spcAft>
              </a:pPr>
              <a:r>
                <a:rPr sz="2400" b="0">
                  <a:solidFill>
                    <a:srgbClr val="352379"/>
                  </a:solidFill>
                  <a:latin typeface="Montserrat"/>
                </a:rPr>
                <a:t>CLOSED: 14</a:t>
              </a:r>
            </a:p>
          </p:txBody>
        </p:sp>
        <p:sp>
          <p:nvSpPr>
            <p:cNvPr id="498" name="obj_6405"/>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499" name="astar_continue_15"/>
          <p:cNvGrpSpPr/>
          <p:nvPr/>
        </p:nvGrpSpPr>
        <p:grpSpPr>
          <a:xfrm>
            <a:off x="482600" y="1600200"/>
            <a:ext cx="11226800" cy="4254500"/>
            <a:chOff x="482600" y="1600200"/>
            <a:chExt cx="11226800" cy="4254500"/>
          </a:xfrm>
        </p:grpSpPr>
        <p:sp>
          <p:nvSpPr>
            <p:cNvPr id="500" name="obj_6407"/>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bj_6408"/>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bj_6409"/>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bj_6410"/>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obj_6411"/>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 name="obj_6412"/>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bj_6413"/>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bj_6414"/>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bj_6415"/>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bj_6416"/>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bj_6417"/>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bj_6418"/>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bj_6419"/>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bj_6420"/>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obj_6421"/>
            <p:cNvSpPr/>
            <p:nvPr/>
          </p:nvSpPr>
          <p:spPr>
            <a:xfrm>
              <a:off x="11049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 name="obj_6422"/>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bj_6423"/>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bj_6424"/>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bj_6425"/>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bj_6426"/>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bj_6427"/>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bj_6428"/>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bj_6429"/>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bj_6430"/>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524" name="obj_6431"/>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5" name="obj_6432"/>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bj_6433"/>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527" name="obj_6434"/>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bj_6435"/>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529" name="obj_6436"/>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bj_6437"/>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bj_6438"/>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bj_6439"/>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bj_6440"/>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obj_6441"/>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535" name="obj_6442"/>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bj_6443"/>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bj_6444"/>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bj_6445"/>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bj_6446"/>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bj_6447"/>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bj_6448"/>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542" name="obj_6449"/>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bj_6450"/>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obj_6451"/>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545" name="obj_6452"/>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bj_6453"/>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547" name="obj_6454"/>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bj_6455"/>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bj_6456"/>
            <p:cNvSpPr/>
            <p:nvPr/>
          </p:nvSpPr>
          <p:spPr>
            <a:xfrm>
              <a:off x="1092200" y="37719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bj_6457"/>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bj_6458"/>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bj_6459"/>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bj_6460"/>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bj_6461"/>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bj_6462"/>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bj_6463"/>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bj_6464"/>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bj_6465"/>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559" name="obj_6466"/>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bj_6467"/>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bj_6468"/>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562" name="obj_6469"/>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bj_6470"/>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564" name="obj_6471"/>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bj_6472"/>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bj_6473"/>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bj_6474"/>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bj_6475"/>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bj_6476"/>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bj_6477"/>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bj_6478"/>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bj_6479"/>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bj_6480"/>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bj_6481"/>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bj_6482"/>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bj_6483"/>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bj_6484"/>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bj_6485"/>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bj_6486"/>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bj_6487"/>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bj_6488"/>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bj_6489"/>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bj_6490"/>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bj_6491"/>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85" name="obj_6492"/>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86" name="obj_6493"/>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87" name="obj_6494"/>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88" name="obj_6495"/>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89" name="obj_6496"/>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590" name="obj_6497"/>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591" name="obj_6498"/>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592" name="obj_6499"/>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593" name="obj_6500"/>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594" name="obj_6501"/>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595" name="obj_6502"/>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596" name="obj_6503"/>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597" name="obj_6504"/>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15: current = (0,6)</a:t>
              </a:r>
            </a:p>
          </p:txBody>
        </p:sp>
        <p:sp>
          <p:nvSpPr>
            <p:cNvPr id="598" name="obj_6505"/>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g=2, h=14, f=16</a:t>
              </a:r>
            </a:p>
          </p:txBody>
        </p:sp>
        <p:sp>
          <p:nvSpPr>
            <p:cNvPr id="599" name="obj_6506"/>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15</a:t>
              </a:r>
            </a:p>
            <a:p>
              <a:pPr algn="l">
                <a:lnSpc>
                  <a:spcPct val="112000"/>
                </a:lnSpc>
                <a:spcBef>
                  <a:spcPts val="0"/>
                </a:spcBef>
                <a:spcAft>
                  <a:spcPts val="0"/>
                </a:spcAft>
              </a:pPr>
              <a:r>
                <a:rPr sz="2400" b="0">
                  <a:solidFill>
                    <a:srgbClr val="352379"/>
                  </a:solidFill>
                  <a:latin typeface="Montserrat"/>
                </a:rPr>
                <a:t>OPEN: 13</a:t>
              </a:r>
            </a:p>
            <a:p>
              <a:pPr algn="l">
                <a:lnSpc>
                  <a:spcPct val="112000"/>
                </a:lnSpc>
                <a:spcBef>
                  <a:spcPts val="0"/>
                </a:spcBef>
                <a:spcAft>
                  <a:spcPts val="0"/>
                </a:spcAft>
              </a:pPr>
              <a:r>
                <a:rPr sz="2400" b="0">
                  <a:solidFill>
                    <a:srgbClr val="352379"/>
                  </a:solidFill>
                  <a:latin typeface="Montserrat"/>
                </a:rPr>
                <a:t>CLOSED: 15</a:t>
              </a:r>
            </a:p>
          </p:txBody>
        </p:sp>
        <p:sp>
          <p:nvSpPr>
            <p:cNvPr id="600" name="obj_6507"/>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601" name="astar_continue_16"/>
          <p:cNvGrpSpPr/>
          <p:nvPr/>
        </p:nvGrpSpPr>
        <p:grpSpPr>
          <a:xfrm>
            <a:off x="482600" y="1600200"/>
            <a:ext cx="11226800" cy="4254500"/>
            <a:chOff x="482600" y="1600200"/>
            <a:chExt cx="11226800" cy="4254500"/>
          </a:xfrm>
        </p:grpSpPr>
        <p:sp>
          <p:nvSpPr>
            <p:cNvPr id="602" name="obj_6509"/>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3" name="obj_6510"/>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4" name="obj_6511"/>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5" name="obj_6512"/>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6" name="obj_6513"/>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7" name="obj_6514"/>
            <p:cNvSpPr/>
            <p:nvPr/>
          </p:nvSpPr>
          <p:spPr>
            <a:xfrm>
              <a:off x="15748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8" name="obj_6515"/>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9" name="obj_6516"/>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0" name="obj_6517"/>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obj_6518"/>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2" name="obj_6519"/>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3" name="obj_6520"/>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4" name="obj_6521"/>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5" name="obj_6522"/>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6" name="obj_6523"/>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 name="obj_6524"/>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8" name="obj_6525"/>
            <p:cNvSpPr/>
            <p:nvPr/>
          </p:nvSpPr>
          <p:spPr>
            <a:xfrm>
              <a:off x="1092200" y="28321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9" name="obj_6526"/>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0" name="obj_6527"/>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1" name="obj_6528"/>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2" name="obj_6529"/>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3" name="obj_6530"/>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 name="obj_6531"/>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5" name="obj_6532"/>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6" name="obj_6533"/>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7" name="obj_6534"/>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28" name="obj_6535"/>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9" name="obj_6536"/>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0" name="obj_6537"/>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31" name="obj_6538"/>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2" name="obj_6539"/>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33" name="obj_6540"/>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4" name="obj_6541"/>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5" name="obj_6542"/>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6" name="obj_6543"/>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7" name="obj_6544"/>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8" name="obj_6545"/>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639" name="obj_6546"/>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0" name="obj_6547"/>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1" name="obj_6548"/>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2" name="obj_6549"/>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3" name="obj_6550"/>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4" name="obj_6551"/>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5" name="obj_6552"/>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646" name="obj_6553"/>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7" name="obj_6554"/>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8" name="obj_6555"/>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649" name="obj_6556"/>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obj_6557"/>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651" name="obj_6558"/>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2" name="obj_6559"/>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3" name="obj_6560"/>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4" name="obj_6561"/>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5" name="obj_6562"/>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6" name="obj_6563"/>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7" name="obj_6564"/>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8" name="obj_6565"/>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9" name="obj_6566"/>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obj_6567"/>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1" name="obj_6568"/>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62" name="obj_6569"/>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3" name="obj_6570"/>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obj_6571"/>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65" name="obj_6572"/>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6" name="obj_6573"/>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667" name="obj_6574"/>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8" name="obj_6575"/>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9" name="obj_6576"/>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0" name="obj_6577"/>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1" name="obj_6578"/>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2" name="obj_6579"/>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3" name="obj_6580"/>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4" name="obj_6581"/>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5" name="obj_6582"/>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6" name="obj_6583"/>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7" name="obj_6584"/>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8" name="obj_6585"/>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9" name="obj_6586"/>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0" name="obj_6587"/>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1" name="obj_6588"/>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2" name="obj_6589"/>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3" name="obj_6590"/>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4" name="obj_6591"/>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5" name="obj_6592"/>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6" name="obj_6593"/>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7" name="obj_6594"/>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688" name="obj_6595"/>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89" name="obj_6596"/>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90" name="obj_6597"/>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91" name="obj_6598"/>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92" name="obj_6599"/>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93" name="obj_6600"/>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694" name="obj_6601"/>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695" name="obj_6602"/>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696" name="obj_6603"/>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97" name="obj_6604"/>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98" name="obj_6605"/>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699" name="obj_6606"/>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700" name="obj_6607"/>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16: current = (0,4)</a:t>
              </a:r>
            </a:p>
          </p:txBody>
        </p:sp>
        <p:sp>
          <p:nvSpPr>
            <p:cNvPr id="701" name="obj_6608"/>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g=2, h=14, f=16</a:t>
              </a:r>
            </a:p>
          </p:txBody>
        </p:sp>
        <p:sp>
          <p:nvSpPr>
            <p:cNvPr id="702" name="obj_6609"/>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16</a:t>
              </a:r>
            </a:p>
            <a:p>
              <a:pPr algn="l">
                <a:lnSpc>
                  <a:spcPct val="112000"/>
                </a:lnSpc>
                <a:spcBef>
                  <a:spcPts val="0"/>
                </a:spcBef>
                <a:spcAft>
                  <a:spcPts val="0"/>
                </a:spcAft>
              </a:pPr>
              <a:r>
                <a:rPr sz="2400" b="0">
                  <a:solidFill>
                    <a:srgbClr val="352379"/>
                  </a:solidFill>
                  <a:latin typeface="Montserrat"/>
                </a:rPr>
                <a:t>OPEN: 13</a:t>
              </a:r>
            </a:p>
            <a:p>
              <a:pPr algn="l">
                <a:lnSpc>
                  <a:spcPct val="112000"/>
                </a:lnSpc>
                <a:spcBef>
                  <a:spcPts val="0"/>
                </a:spcBef>
                <a:spcAft>
                  <a:spcPts val="0"/>
                </a:spcAft>
              </a:pPr>
              <a:r>
                <a:rPr sz="2400" b="0">
                  <a:solidFill>
                    <a:srgbClr val="352379"/>
                  </a:solidFill>
                  <a:latin typeface="Montserrat"/>
                </a:rPr>
                <a:t>CLOSED: 16</a:t>
              </a:r>
            </a:p>
          </p:txBody>
        </p:sp>
        <p:sp>
          <p:nvSpPr>
            <p:cNvPr id="703" name="obj_6610"/>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704" name="astar_continue_17"/>
          <p:cNvGrpSpPr/>
          <p:nvPr/>
        </p:nvGrpSpPr>
        <p:grpSpPr>
          <a:xfrm>
            <a:off x="482600" y="1600200"/>
            <a:ext cx="11226800" cy="4254500"/>
            <a:chOff x="482600" y="1600200"/>
            <a:chExt cx="11226800" cy="4254500"/>
          </a:xfrm>
        </p:grpSpPr>
        <p:sp>
          <p:nvSpPr>
            <p:cNvPr id="705" name="obj_6612"/>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6" name="obj_6613"/>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7" name="obj_6614"/>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8" name="obj_6615"/>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9" name="obj_6616"/>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0" name="obj_6617"/>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1" name="obj_6618"/>
            <p:cNvSpPr/>
            <p:nvPr/>
          </p:nvSpPr>
          <p:spPr>
            <a:xfrm>
              <a:off x="1562100" y="23622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2" name="obj_6619"/>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3" name="obj_6620"/>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4" name="obj_6621"/>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5" name="obj_6622"/>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6" name="obj_6623"/>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7" name="obj_6624"/>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 name="obj_6625"/>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 name="obj_6626"/>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0" name="obj_6627"/>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1" name="obj_6628"/>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2" name="obj_6629"/>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3" name="obj_6630"/>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4" name="obj_6631"/>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5" name="obj_6632"/>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6" name="obj_6633"/>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7" name="obj_6634"/>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8" name="obj_6635"/>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9" name="obj_6636"/>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0" name="obj_6637"/>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31" name="obj_6638"/>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2" name="obj_6639"/>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3" name="obj_6640"/>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34" name="obj_6641"/>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5" name="obj_6642"/>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36" name="obj_6643"/>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7" name="obj_6644"/>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8" name="obj_6645"/>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9" name="obj_6646"/>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0" name="obj_6647"/>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1" name="obj_6648"/>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742" name="obj_6649"/>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obj_6650"/>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4" name="obj_6651"/>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5" name="obj_6652"/>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6" name="obj_6653"/>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7" name="obj_6654"/>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8" name="obj_6655"/>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749" name="obj_6656"/>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0" name="obj_6657"/>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1" name="obj_6658"/>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752" name="obj_6659"/>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3" name="obj_6660"/>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754" name="obj_6661"/>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5" name="obj_6662"/>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6" name="obj_6663"/>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7" name="obj_6664"/>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8" name="obj_6665"/>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9" name="obj_6666"/>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0" name="obj_6667"/>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1" name="obj_6668"/>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2" name="obj_6669"/>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3" name="obj_6670"/>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4" name="obj_6671"/>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65" name="obj_6672"/>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6" name="obj_6673"/>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7" name="obj_6674"/>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68" name="obj_6675"/>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9" name="obj_6676"/>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770" name="obj_6677"/>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1" name="obj_6678"/>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2" name="obj_6679"/>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3" name="obj_6680"/>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4" name="obj_6681"/>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5" name="obj_6682"/>
            <p:cNvSpPr/>
            <p:nvPr/>
          </p:nvSpPr>
          <p:spPr>
            <a:xfrm>
              <a:off x="20447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6" name="obj_6683"/>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7" name="obj_6684"/>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8" name="obj_6685"/>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9" name="obj_6686"/>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0" name="obj_6687"/>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1" name="obj_6688"/>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2" name="obj_6689"/>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3" name="obj_6690"/>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4" name="obj_6691"/>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5" name="obj_6692"/>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6" name="obj_6693"/>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7" name="obj_6694"/>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8" name="obj_6695"/>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9" name="obj_6696"/>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0" name="obj_6697"/>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791" name="obj_6698"/>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792" name="obj_6699"/>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793" name="obj_6700"/>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794" name="obj_6701"/>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795" name="obj_6702"/>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96" name="obj_6703"/>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97" name="obj_6704"/>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98" name="obj_6705"/>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99" name="obj_6706"/>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800" name="obj_6707"/>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801" name="obj_6708"/>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802" name="obj_6709"/>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803" name="obj_6710"/>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17: current = (1,3)</a:t>
              </a:r>
            </a:p>
          </p:txBody>
        </p:sp>
        <p:sp>
          <p:nvSpPr>
            <p:cNvPr id="804" name="obj_6711"/>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g=2, h=14, f=16</a:t>
              </a:r>
            </a:p>
          </p:txBody>
        </p:sp>
        <p:sp>
          <p:nvSpPr>
            <p:cNvPr id="805" name="obj_6712"/>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17</a:t>
              </a:r>
            </a:p>
            <a:p>
              <a:pPr algn="l">
                <a:lnSpc>
                  <a:spcPct val="112000"/>
                </a:lnSpc>
                <a:spcBef>
                  <a:spcPts val="0"/>
                </a:spcBef>
                <a:spcAft>
                  <a:spcPts val="0"/>
                </a:spcAft>
              </a:pPr>
              <a:r>
                <a:rPr sz="2400" b="0">
                  <a:solidFill>
                    <a:srgbClr val="352379"/>
                  </a:solidFill>
                  <a:latin typeface="Montserrat"/>
                </a:rPr>
                <a:t>OPEN: 13</a:t>
              </a:r>
            </a:p>
            <a:p>
              <a:pPr algn="l">
                <a:lnSpc>
                  <a:spcPct val="112000"/>
                </a:lnSpc>
                <a:spcBef>
                  <a:spcPts val="0"/>
                </a:spcBef>
                <a:spcAft>
                  <a:spcPts val="0"/>
                </a:spcAft>
              </a:pPr>
              <a:r>
                <a:rPr sz="2400" b="0">
                  <a:solidFill>
                    <a:srgbClr val="352379"/>
                  </a:solidFill>
                  <a:latin typeface="Montserrat"/>
                </a:rPr>
                <a:t>CLOSED: 17</a:t>
              </a:r>
            </a:p>
          </p:txBody>
        </p:sp>
        <p:sp>
          <p:nvSpPr>
            <p:cNvPr id="806" name="obj_6713"/>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807" name="astar_continue_18"/>
          <p:cNvGrpSpPr/>
          <p:nvPr/>
        </p:nvGrpSpPr>
        <p:grpSpPr>
          <a:xfrm>
            <a:off x="482600" y="1600200"/>
            <a:ext cx="11226800" cy="4254500"/>
            <a:chOff x="482600" y="1600200"/>
            <a:chExt cx="11226800" cy="4254500"/>
          </a:xfrm>
        </p:grpSpPr>
        <p:sp>
          <p:nvSpPr>
            <p:cNvPr id="808" name="obj_6715"/>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9" name="obj_6716"/>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0" name="obj_6717"/>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1" name="obj_6718"/>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2" name="obj_6719"/>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3" name="obj_6720"/>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4" name="obj_6721"/>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obj_6722"/>
            <p:cNvSpPr/>
            <p:nvPr/>
          </p:nvSpPr>
          <p:spPr>
            <a:xfrm>
              <a:off x="20447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6" name="obj_6723"/>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7" name="obj_6724"/>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8" name="obj_6725"/>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9" name="obj_6726"/>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 name="obj_6727"/>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 name="obj_6728"/>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2" name="obj_6729"/>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3" name="obj_6730"/>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4" name="obj_6731"/>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5" name="obj_6732"/>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6" name="obj_6733"/>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7" name="obj_6734"/>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8" name="obj_6735"/>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9" name="obj_6736"/>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0" name="obj_6737"/>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obj_6738"/>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2" name="obj_6739"/>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833" name="obj_6740"/>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4" name="obj_6741"/>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5" name="obj_6742"/>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836" name="obj_6743"/>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7" name="obj_6744"/>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838" name="obj_6745"/>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9" name="obj_6746"/>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0" name="obj_6747"/>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1" name="obj_6748"/>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2" name="obj_6749"/>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3" name="obj_6750"/>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844" name="obj_6751"/>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5" name="obj_6752"/>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6" name="obj_6753"/>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7" name="obj_6754"/>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8" name="obj_6755"/>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9" name="obj_6756"/>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0" name="obj_6757"/>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851" name="obj_6758"/>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2" name="obj_6759"/>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3" name="obj_6760"/>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854" name="obj_6761"/>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5" name="obj_6762"/>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856" name="obj_6763"/>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7" name="obj_6764"/>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8" name="obj_6765"/>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9" name="obj_6766"/>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0" name="obj_6767"/>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1" name="obj_6768"/>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2" name="obj_6769"/>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3" name="obj_6770"/>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4" name="obj_6771"/>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5" name="obj_6772"/>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6" name="obj_6773"/>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867" name="obj_6774"/>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8" name="obj_6775"/>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9" name="obj_6776"/>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870" name="obj_6777"/>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1" name="obj_6778"/>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872" name="obj_6779"/>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3" name="obj_6780"/>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4" name="obj_6781"/>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5" name="obj_6782"/>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6" name="obj_6783"/>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7" name="obj_6784"/>
            <p:cNvSpPr/>
            <p:nvPr/>
          </p:nvSpPr>
          <p:spPr>
            <a:xfrm>
              <a:off x="21320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8" name="obj_6785"/>
            <p:cNvSpPr/>
            <p:nvPr/>
          </p:nvSpPr>
          <p:spPr>
            <a:xfrm>
              <a:off x="2032000" y="42418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9" name="obj_6786"/>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0" name="obj_6787"/>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1" name="obj_6788"/>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2" name="obj_6789"/>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3" name="obj_6790"/>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4" name="obj_6791"/>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5" name="obj_6792"/>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6" name="obj_6793"/>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7" name="obj_6794"/>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8" name="obj_6795"/>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9" name="obj_6796"/>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 name="obj_6797"/>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 name="obj_6798"/>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 name="obj_6799"/>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 name="obj_6800"/>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894" name="obj_6801"/>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895" name="obj_6802"/>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896" name="obj_6803"/>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897" name="obj_6804"/>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898" name="obj_6805"/>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899" name="obj_6806"/>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900" name="obj_6807"/>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901" name="obj_6808"/>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902" name="obj_6809"/>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903" name="obj_6810"/>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904" name="obj_6811"/>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905" name="obj_6812"/>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906" name="obj_681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18: current = (2,7)</a:t>
              </a:r>
            </a:p>
          </p:txBody>
        </p:sp>
        <p:sp>
          <p:nvSpPr>
            <p:cNvPr id="907" name="obj_681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g=3, h=13, f=16</a:t>
              </a:r>
            </a:p>
          </p:txBody>
        </p:sp>
        <p:sp>
          <p:nvSpPr>
            <p:cNvPr id="908" name="obj_681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18</a:t>
              </a:r>
            </a:p>
            <a:p>
              <a:pPr algn="l">
                <a:lnSpc>
                  <a:spcPct val="112000"/>
                </a:lnSpc>
                <a:spcBef>
                  <a:spcPts val="0"/>
                </a:spcBef>
                <a:spcAft>
                  <a:spcPts val="0"/>
                </a:spcAft>
              </a:pPr>
              <a:r>
                <a:rPr sz="2400" b="0">
                  <a:solidFill>
                    <a:srgbClr val="352379"/>
                  </a:solidFill>
                  <a:latin typeface="Montserrat"/>
                </a:rPr>
                <a:t>OPEN: 12</a:t>
              </a:r>
            </a:p>
            <a:p>
              <a:pPr algn="l">
                <a:lnSpc>
                  <a:spcPct val="112000"/>
                </a:lnSpc>
                <a:spcBef>
                  <a:spcPts val="0"/>
                </a:spcBef>
                <a:spcAft>
                  <a:spcPts val="0"/>
                </a:spcAft>
              </a:pPr>
              <a:r>
                <a:rPr sz="2400" b="0">
                  <a:solidFill>
                    <a:srgbClr val="352379"/>
                  </a:solidFill>
                  <a:latin typeface="Montserrat"/>
                </a:rPr>
                <a:t>CLOSED: 18</a:t>
              </a:r>
            </a:p>
          </p:txBody>
        </p:sp>
        <p:sp>
          <p:nvSpPr>
            <p:cNvPr id="909" name="obj_6816"/>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910" name="astar_continue_19"/>
          <p:cNvGrpSpPr/>
          <p:nvPr/>
        </p:nvGrpSpPr>
        <p:grpSpPr>
          <a:xfrm>
            <a:off x="482600" y="1600200"/>
            <a:ext cx="11226800" cy="4254500"/>
            <a:chOff x="482600" y="1600200"/>
            <a:chExt cx="11226800" cy="4254500"/>
          </a:xfrm>
        </p:grpSpPr>
        <p:sp>
          <p:nvSpPr>
            <p:cNvPr id="911" name="obj_6818"/>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2" name="obj_6819"/>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obj_6820"/>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4" name="obj_6821"/>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obj_6822"/>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obj_6823"/>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obj_6824"/>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obj_6825"/>
            <p:cNvSpPr/>
            <p:nvPr/>
          </p:nvSpPr>
          <p:spPr>
            <a:xfrm>
              <a:off x="21320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9" name="obj_6826"/>
            <p:cNvSpPr/>
            <p:nvPr/>
          </p:nvSpPr>
          <p:spPr>
            <a:xfrm>
              <a:off x="2032000" y="23622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obj_6827"/>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obj_6828"/>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 name="obj_6829"/>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obj_6830"/>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obj_6831"/>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obj_6832"/>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obj_6833"/>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obj_6834"/>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obj_6835"/>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obj_6836"/>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obj_6837"/>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obj_6838"/>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obj_6839"/>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obj_6840"/>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4" name="obj_6841"/>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5" name="obj_6842"/>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6" name="obj_6843"/>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937" name="obj_6844"/>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8" name="obj_6845"/>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9" name="obj_6846"/>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940" name="obj_6847"/>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1" name="obj_6848"/>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942" name="obj_6849"/>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3" name="obj_6850"/>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4" name="obj_6851"/>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5" name="obj_6852"/>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obj_6853"/>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obj_6854"/>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948" name="obj_6855"/>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9" name="obj_6856"/>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 name="obj_6857"/>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1" name="obj_6858"/>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2" name="obj_6859"/>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3" name="obj_6860"/>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4" name="obj_6861"/>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955" name="obj_6862"/>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6" name="obj_6863"/>
            <p:cNvSpPr/>
            <p:nvPr/>
          </p:nvSpPr>
          <p:spPr>
            <a:xfrm>
              <a:off x="34544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7" name="obj_6864"/>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958" name="obj_6865"/>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9" name="obj_6866"/>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960" name="obj_6867"/>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 name="obj_6868"/>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 name="obj_6869"/>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3" name="obj_6870"/>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4" name="obj_6871"/>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5" name="obj_6872"/>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6" name="obj_6873"/>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7" name="obj_6874"/>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8" name="obj_6875"/>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9" name="obj_6876"/>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 name="obj_6877"/>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971" name="obj_6878"/>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2" name="obj_6879"/>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3" name="obj_6880"/>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974" name="obj_6881"/>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5" name="obj_6882"/>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976" name="obj_6883"/>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7" name="obj_6884"/>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8" name="obj_6885"/>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9" name="obj_6886"/>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0" name="obj_6887"/>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1" name="obj_6888"/>
            <p:cNvSpPr/>
            <p:nvPr/>
          </p:nvSpPr>
          <p:spPr>
            <a:xfrm>
              <a:off x="21320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2" name="obj_6889"/>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3" name="obj_6890"/>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4" name="obj_6891"/>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5" name="obj_6892"/>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6" name="obj_6893"/>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7" name="obj_6894"/>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8" name="obj_6895"/>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9" name="obj_6896"/>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0" name="obj_6897"/>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1" name="obj_6898"/>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2" name="obj_6899"/>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3" name="obj_6900"/>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obj_6901"/>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5" name="obj_6902"/>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6" name="obj_6903"/>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997" name="obj_6904"/>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998" name="obj_6905"/>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999" name="obj_6906"/>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000" name="obj_6907"/>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001" name="obj_6908"/>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002" name="obj_6909"/>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003" name="obj_6910"/>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004" name="obj_6911"/>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005" name="obj_6912"/>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006" name="obj_6913"/>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007" name="obj_6914"/>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008" name="obj_6915"/>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009" name="obj_6916"/>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19: current = (2,3)</a:t>
              </a:r>
            </a:p>
          </p:txBody>
        </p:sp>
        <p:sp>
          <p:nvSpPr>
            <p:cNvPr id="1010" name="obj_6917"/>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g=3, h=13, f=16</a:t>
              </a:r>
            </a:p>
          </p:txBody>
        </p:sp>
        <p:sp>
          <p:nvSpPr>
            <p:cNvPr id="1011" name="obj_6918"/>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19</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19</a:t>
              </a:r>
            </a:p>
          </p:txBody>
        </p:sp>
        <p:sp>
          <p:nvSpPr>
            <p:cNvPr id="1012" name="obj_6919"/>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1013" name="astar_continue_20"/>
          <p:cNvGrpSpPr/>
          <p:nvPr/>
        </p:nvGrpSpPr>
        <p:grpSpPr>
          <a:xfrm>
            <a:off x="482600" y="1600200"/>
            <a:ext cx="11226800" cy="4254500"/>
            <a:chOff x="482600" y="1600200"/>
            <a:chExt cx="11226800" cy="4254500"/>
          </a:xfrm>
        </p:grpSpPr>
        <p:sp>
          <p:nvSpPr>
            <p:cNvPr id="1014" name="obj_6921"/>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obj_6922"/>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bj_6923"/>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obj_6924"/>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obj_6925"/>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obj_6926"/>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obj_6927"/>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bj_6928"/>
            <p:cNvSpPr/>
            <p:nvPr/>
          </p:nvSpPr>
          <p:spPr>
            <a:xfrm>
              <a:off x="21320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obj_6929"/>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obj_6930"/>
            <p:cNvSpPr/>
            <p:nvPr/>
          </p:nvSpPr>
          <p:spPr>
            <a:xfrm>
              <a:off x="25146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obj_6931"/>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obj_6932"/>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obj_6933"/>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obj_6934"/>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8" name="obj_6935"/>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obj_6936"/>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obj_6937"/>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obj_6938"/>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obj_6939"/>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obj_6940"/>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obj_6941"/>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obj_6942"/>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obj_6943"/>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obj_6944"/>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obj_6945"/>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039" name="obj_6946"/>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0" name="obj_6947"/>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obj_6948"/>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042" name="obj_6949"/>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3" name="obj_6950"/>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044" name="obj_6951"/>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 name="obj_6952"/>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6" name="obj_6953"/>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obj_6954"/>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obj_6955"/>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9" name="obj_6956"/>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1050" name="obj_6957"/>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obj_6958"/>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2" name="obj_6959"/>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3" name="obj_6960"/>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obj_6961"/>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5" name="obj_6962"/>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6" name="obj_6963"/>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057" name="obj_6964"/>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8" name="obj_6965"/>
            <p:cNvSpPr/>
            <p:nvPr/>
          </p:nvSpPr>
          <p:spPr>
            <a:xfrm>
              <a:off x="35417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obj_6966"/>
            <p:cNvSpPr/>
            <p:nvPr/>
          </p:nvSpPr>
          <p:spPr>
            <a:xfrm>
              <a:off x="3441700" y="33020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0" name="obj_6967"/>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061" name="obj_6968"/>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obj_6969"/>
            <p:cNvSpPr/>
            <p:nvPr/>
          </p:nvSpPr>
          <p:spPr>
            <a:xfrm>
              <a:off x="39243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3" name="obj_6970"/>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064" name="obj_6971"/>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obj_6972"/>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obj_6973"/>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7" name="obj_6974"/>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8" name="obj_6975"/>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9" name="obj_6976"/>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0" name="obj_6977"/>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1" name="obj_6978"/>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2" name="obj_6979"/>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3" name="obj_6980"/>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4" name="obj_6981"/>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075" name="obj_6982"/>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6" name="obj_6983"/>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7" name="obj_6984"/>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078" name="obj_6985"/>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9" name="obj_6986"/>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080" name="obj_6987"/>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1" name="obj_6988"/>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2" name="obj_6989"/>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3" name="obj_6990"/>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 name="obj_6991"/>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 name="obj_6992"/>
            <p:cNvSpPr/>
            <p:nvPr/>
          </p:nvSpPr>
          <p:spPr>
            <a:xfrm>
              <a:off x="21320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6" name="obj_6993"/>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7" name="obj_6994"/>
            <p:cNvSpPr/>
            <p:nvPr/>
          </p:nvSpPr>
          <p:spPr>
            <a:xfrm>
              <a:off x="25146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8" name="obj_6995"/>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9" name="obj_6996"/>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0" name="obj_6997"/>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1" name="obj_6998"/>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2" name="obj_6999"/>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3" name="obj_7000"/>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4" name="obj_7001"/>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5" name="obj_7002"/>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6" name="obj_7003"/>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7" name="obj_7004"/>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8" name="obj_7005"/>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9" name="obj_7006"/>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0" name="obj_7007"/>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101" name="obj_7008"/>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102" name="obj_7009"/>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103" name="obj_7010"/>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104" name="obj_7011"/>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105" name="obj_7012"/>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106" name="obj_7013"/>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107" name="obj_7014"/>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108" name="obj_7015"/>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109" name="obj_7016"/>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110" name="obj_7017"/>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111" name="obj_7018"/>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112" name="obj_7019"/>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113" name="obj_7020"/>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20: current = (5,5)</a:t>
              </a:r>
            </a:p>
          </p:txBody>
        </p:sp>
        <p:sp>
          <p:nvSpPr>
            <p:cNvPr id="1114" name="obj_7021"/>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g=8, h=8, f=16</a:t>
              </a:r>
            </a:p>
          </p:txBody>
        </p:sp>
        <p:sp>
          <p:nvSpPr>
            <p:cNvPr id="1115" name="obj_7022"/>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20</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20</a:t>
              </a:r>
            </a:p>
          </p:txBody>
        </p:sp>
        <p:sp>
          <p:nvSpPr>
            <p:cNvPr id="1116" name="obj_7023"/>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19"/>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119"/>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19"/>
                                          </p:stCondLst>
                                        </p:cTn>
                                        <p:tgtEl>
                                          <p:spTgt spid="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11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11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119"/>
                                          </p:stCondLst>
                                        </p:cTn>
                                        <p:tgtEl>
                                          <p:spTgt spid="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11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119"/>
                                          </p:stCondLst>
                                        </p:cTn>
                                        <p:tgtEl>
                                          <p:spTgt spid="6"/>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119"/>
                                          </p:stCondLst>
                                        </p:cTn>
                                        <p:tgtEl>
                                          <p:spTgt spid="49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119"/>
                                          </p:stCondLst>
                                        </p:cTn>
                                        <p:tgtEl>
                                          <p:spTgt spid="499"/>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119"/>
                                          </p:stCondLst>
                                        </p:cTn>
                                        <p:tgtEl>
                                          <p:spTgt spid="60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119"/>
                                          </p:stCondLst>
                                        </p:cTn>
                                        <p:tgtEl>
                                          <p:spTgt spid="601"/>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119"/>
                                          </p:stCondLst>
                                        </p:cTn>
                                        <p:tgtEl>
                                          <p:spTgt spid="70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119"/>
                                          </p:stCondLst>
                                        </p:cTn>
                                        <p:tgtEl>
                                          <p:spTgt spid="704"/>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119"/>
                                          </p:stCondLst>
                                        </p:cTn>
                                        <p:tgtEl>
                                          <p:spTgt spid="80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119"/>
                                          </p:stCondLst>
                                        </p:cTn>
                                        <p:tgtEl>
                                          <p:spTgt spid="807"/>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119"/>
                                          </p:stCondLst>
                                        </p:cTn>
                                        <p:tgtEl>
                                          <p:spTgt spid="9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119"/>
                                          </p:stCondLst>
                                        </p:cTn>
                                        <p:tgtEl>
                                          <p:spTgt spid="910"/>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119"/>
                                          </p:stCondLst>
                                        </p:cTn>
                                        <p:tgtEl>
                                          <p:spTgt spid="10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702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дешёвый обход улучшает (4,7)</a:t>
            </a:r>
          </a:p>
        </p:txBody>
      </p:sp>
      <p:sp>
        <p:nvSpPr>
          <p:cNvPr id="12" name="obj_702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7026"/>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311400"/>
            <a:chOff x="698500" y="2514600"/>
            <a:chExt cx="3302000" cy="2311400"/>
          </a:xfrm>
        </p:grpSpPr>
        <p:sp>
          <p:nvSpPr>
            <p:cNvPr id="14" name="obj_7028"/>
            <p:cNvSpPr/>
            <p:nvPr/>
          </p:nvSpPr>
          <p:spPr>
            <a:xfrm>
              <a:off x="698500" y="2514600"/>
              <a:ext cx="3302000" cy="231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7029"/>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7030"/>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7031"/>
            <p:cNvSpPr/>
            <p:nvPr/>
          </p:nvSpPr>
          <p:spPr>
            <a:xfrm>
              <a:off x="1073912" y="28519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7032"/>
            <p:cNvSpPr txBox="1"/>
            <p:nvPr/>
          </p:nvSpPr>
          <p:spPr>
            <a:xfrm>
              <a:off x="1073912" y="28422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19" name="obj_7033"/>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7034"/>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7035"/>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7036"/>
            <p:cNvSpPr/>
            <p:nvPr/>
          </p:nvSpPr>
          <p:spPr>
            <a:xfrm>
              <a:off x="20970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7037"/>
            <p:cNvSpPr/>
            <p:nvPr/>
          </p:nvSpPr>
          <p:spPr>
            <a:xfrm>
              <a:off x="24638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7038"/>
            <p:cNvSpPr/>
            <p:nvPr/>
          </p:nvSpPr>
          <p:spPr>
            <a:xfrm>
              <a:off x="25796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7039"/>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26" name="obj_7040"/>
            <p:cNvSpPr/>
            <p:nvPr/>
          </p:nvSpPr>
          <p:spPr>
            <a:xfrm>
              <a:off x="29464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7041"/>
            <p:cNvSpPr/>
            <p:nvPr/>
          </p:nvSpPr>
          <p:spPr>
            <a:xfrm>
              <a:off x="30622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7042"/>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29" name="obj_7043"/>
            <p:cNvSpPr/>
            <p:nvPr/>
          </p:nvSpPr>
          <p:spPr>
            <a:xfrm>
              <a:off x="34290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7044"/>
            <p:cNvSpPr/>
            <p:nvPr/>
          </p:nvSpPr>
          <p:spPr>
            <a:xfrm>
              <a:off x="34544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7045"/>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2" name="obj_7046"/>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7047"/>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7048"/>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7049"/>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7050"/>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7051"/>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7052"/>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7053"/>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7054"/>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1" name="obj_7055"/>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7056"/>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7057"/>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4" name="obj_7058"/>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7059"/>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6" name="obj_7060"/>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7061"/>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7062"/>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7063"/>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7064"/>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7065"/>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7066"/>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7067"/>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7068"/>
            <p:cNvSpPr/>
            <p:nvPr/>
          </p:nvSpPr>
          <p:spPr>
            <a:xfrm>
              <a:off x="29464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7069"/>
            <p:cNvSpPr/>
            <p:nvPr/>
          </p:nvSpPr>
          <p:spPr>
            <a:xfrm>
              <a:off x="3429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7070"/>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7071"/>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7072"/>
            <p:cNvSpPr/>
            <p:nvPr/>
          </p:nvSpPr>
          <p:spPr>
            <a:xfrm>
              <a:off x="14986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7073"/>
            <p:cNvSpPr/>
            <p:nvPr/>
          </p:nvSpPr>
          <p:spPr>
            <a:xfrm>
              <a:off x="19812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7074"/>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7075"/>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7076"/>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7077"/>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64" name="obj_7078"/>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5" name="obj_7079"/>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6" name="obj_7080"/>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7" name="obj_7081"/>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8" name="obj_7082"/>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69" name="obj_7083"/>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0" name="obj_7084"/>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1" name="obj_7085"/>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72" name="obj_7086"/>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grpSp>
      <p:sp>
        <p:nvSpPr>
          <p:cNvPr id="73" name="obj_7087"/>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4"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(3,7)</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4</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(3,3)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(5,6)</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(5,4)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5" name="obj_7089"/>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20 вершин</a:t>
            </a:r>
          </a:p>
        </p:txBody>
      </p:sp>
      <p:grpSp>
        <p:nvGrpSpPr>
          <p:cNvPr id="3" name="click1_current"/>
          <p:cNvGrpSpPr/>
          <p:nvPr/>
        </p:nvGrpSpPr>
        <p:grpSpPr>
          <a:xfrm>
            <a:off x="685800" y="2095500"/>
            <a:ext cx="5969000" cy="2120900"/>
            <a:chOff x="685800" y="2095500"/>
            <a:chExt cx="5969000" cy="2120900"/>
          </a:xfrm>
        </p:grpSpPr>
        <p:sp>
          <p:nvSpPr>
            <p:cNvPr id="76" name="obj_7091"/>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7092"/>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(3,7): g=4, h=12, f=16</a:t>
              </a:r>
            </a:p>
          </p:txBody>
        </p:sp>
      </p:grpSp>
      <p:grpSp>
        <p:nvGrpSpPr>
          <p:cNvPr id="4" name="click2_neighbor"/>
          <p:cNvGrpSpPr/>
          <p:nvPr/>
        </p:nvGrpSpPr>
        <p:grpSpPr>
          <a:xfrm>
            <a:off x="2222500" y="3771900"/>
            <a:ext cx="9486900" cy="1168400"/>
            <a:chOff x="2222500" y="3771900"/>
            <a:chExt cx="9486900" cy="1168400"/>
          </a:xfrm>
        </p:grpSpPr>
        <p:sp>
          <p:nvSpPr>
            <p:cNvPr id="78" name="obj_7094"/>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9" name="obj_7095"/>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80" name="obj_7096"/>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(4,7). Цена входа: 1.</a:t>
              </a:r>
            </a:p>
          </p:txBody>
        </p:sp>
      </p:grpSp>
      <p:grpSp>
        <p:nvGrpSpPr>
          <p:cNvPr id="5" name="click3_calc"/>
          <p:cNvGrpSpPr/>
          <p:nvPr/>
        </p:nvGrpSpPr>
        <p:grpSpPr>
          <a:xfrm>
            <a:off x="6985000" y="4940300"/>
            <a:ext cx="4724400" cy="546100"/>
            <a:chOff x="6985000" y="4940300"/>
            <a:chExt cx="4724400" cy="546100"/>
          </a:xfrm>
        </p:grpSpPr>
        <p:sp>
          <p:nvSpPr>
            <p:cNvPr id="81" name="obj_7098"/>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4 + 1 = 5</a:t>
              </a:r>
            </a:p>
          </p:txBody>
        </p:sp>
      </p:grpSp>
      <p:grpSp>
        <p:nvGrpSpPr>
          <p:cNvPr id="6" name="click4_map_after"/>
          <p:cNvGrpSpPr/>
          <p:nvPr/>
        </p:nvGrpSpPr>
        <p:grpSpPr>
          <a:xfrm>
            <a:off x="635000" y="2514600"/>
            <a:ext cx="6032500" cy="3187700"/>
            <a:chOff x="635000" y="2514600"/>
            <a:chExt cx="6032500" cy="3187700"/>
          </a:xfrm>
        </p:grpSpPr>
        <p:sp>
          <p:nvSpPr>
            <p:cNvPr id="82" name="obj_7100"/>
            <p:cNvSpPr/>
            <p:nvPr/>
          </p:nvSpPr>
          <p:spPr>
            <a:xfrm>
              <a:off x="698500" y="2514600"/>
              <a:ext cx="3302000" cy="231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7101"/>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7102"/>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7103"/>
            <p:cNvSpPr/>
            <p:nvPr/>
          </p:nvSpPr>
          <p:spPr>
            <a:xfrm>
              <a:off x="1073912" y="2851912"/>
              <a:ext cx="347472" cy="3474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7104"/>
            <p:cNvSpPr txBox="1"/>
            <p:nvPr/>
          </p:nvSpPr>
          <p:spPr>
            <a:xfrm>
              <a:off x="1073912" y="2842260"/>
              <a:ext cx="347472" cy="386080"/>
            </a:xfrm>
            <a:prstGeom prst="rect">
              <a:avLst/>
            </a:prstGeom>
            <a:noFill/>
            <a:effectLst/>
          </p:spPr>
          <p:txBody>
            <a:bodyPr wrap="square" lIns="0" tIns="0" rIns="0" bIns="0">
              <a:spAutoFit/>
            </a:bodyPr>
            <a:lstStyle/>
            <a:p>
              <a:pPr algn="ctr">
                <a:lnSpc>
                  <a:spcPct val="112000"/>
                </a:lnSpc>
                <a:spcBef>
                  <a:spcPts val="0"/>
                </a:spcBef>
                <a:spcAft>
                  <a:spcPts val="0"/>
                </a:spcAft>
              </a:pPr>
              <a:r>
                <a:rPr sz="2014" b="1">
                  <a:solidFill>
                    <a:srgbClr val="FFFFFF"/>
                  </a:solidFill>
                  <a:latin typeface="Montserrat"/>
                </a:rPr>
                <a:t>S</a:t>
              </a:r>
            </a:p>
          </p:txBody>
        </p:sp>
        <p:sp>
          <p:nvSpPr>
            <p:cNvPr id="87" name="obj_7105"/>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7106"/>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7107"/>
            <p:cNvSpPr/>
            <p:nvPr/>
          </p:nvSpPr>
          <p:spPr>
            <a:xfrm>
              <a:off x="19812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7108"/>
            <p:cNvSpPr/>
            <p:nvPr/>
          </p:nvSpPr>
          <p:spPr>
            <a:xfrm>
              <a:off x="20970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7109"/>
            <p:cNvSpPr/>
            <p:nvPr/>
          </p:nvSpPr>
          <p:spPr>
            <a:xfrm>
              <a:off x="24638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7110"/>
            <p:cNvSpPr/>
            <p:nvPr/>
          </p:nvSpPr>
          <p:spPr>
            <a:xfrm>
              <a:off x="25796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7111"/>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94" name="obj_7112"/>
            <p:cNvSpPr/>
            <p:nvPr/>
          </p:nvSpPr>
          <p:spPr>
            <a:xfrm>
              <a:off x="29464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7113"/>
            <p:cNvSpPr/>
            <p:nvPr/>
          </p:nvSpPr>
          <p:spPr>
            <a:xfrm>
              <a:off x="30622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7114"/>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97" name="obj_7115"/>
            <p:cNvSpPr/>
            <p:nvPr/>
          </p:nvSpPr>
          <p:spPr>
            <a:xfrm>
              <a:off x="34290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7116"/>
            <p:cNvSpPr/>
            <p:nvPr/>
          </p:nvSpPr>
          <p:spPr>
            <a:xfrm>
              <a:off x="34544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7117"/>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100" name="obj_7118"/>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7119"/>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7120"/>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7121"/>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7122"/>
            <p:cNvSpPr/>
            <p:nvPr/>
          </p:nvSpPr>
          <p:spPr>
            <a:xfrm>
              <a:off x="19812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7123"/>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7124"/>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7125"/>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7126"/>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9" name="obj_7127"/>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7128"/>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7129"/>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2" name="obj_7130"/>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7131"/>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4" name="obj_7132"/>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7133"/>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7134"/>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7135"/>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7136"/>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7137"/>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7138"/>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7139"/>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7140"/>
            <p:cNvSpPr/>
            <p:nvPr/>
          </p:nvSpPr>
          <p:spPr>
            <a:xfrm>
              <a:off x="29464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7141"/>
            <p:cNvSpPr/>
            <p:nvPr/>
          </p:nvSpPr>
          <p:spPr>
            <a:xfrm>
              <a:off x="3429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7142"/>
            <p:cNvSpPr/>
            <p:nvPr/>
          </p:nvSpPr>
          <p:spPr>
            <a:xfrm>
              <a:off x="1016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7143"/>
            <p:cNvSpPr/>
            <p:nvPr/>
          </p:nvSpPr>
          <p:spPr>
            <a:xfrm>
              <a:off x="10414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7144"/>
            <p:cNvSpPr/>
            <p:nvPr/>
          </p:nvSpPr>
          <p:spPr>
            <a:xfrm>
              <a:off x="14986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7145"/>
            <p:cNvSpPr/>
            <p:nvPr/>
          </p:nvSpPr>
          <p:spPr>
            <a:xfrm>
              <a:off x="19812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7146"/>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7147"/>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7148"/>
            <p:cNvSpPr/>
            <p:nvPr/>
          </p:nvSpPr>
          <p:spPr>
            <a:xfrm>
              <a:off x="34290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7149"/>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32" name="obj_7150"/>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33" name="obj_7151"/>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34" name="obj_7152"/>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5" name="obj_7153"/>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6" name="obj_7154"/>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37" name="obj_7155"/>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38" name="obj_7156"/>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39" name="obj_7157"/>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40" name="obj_7158"/>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41" name="obj_7159"/>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7160"/>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21; добавлена (3,7)</a:t>
              </a:r>
            </a:p>
          </p:txBody>
        </p:sp>
      </p:grpSp>
      <p:graphicFrame>
        <p:nvGraphicFramePr>
          <p:cNvPr id="143"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(3,3)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12</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(5,6)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(5,4)</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7</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(4,7)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4" name="obj_7162"/>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45" name="click4_decision"/>
          <p:cNvGrpSpPr/>
          <p:nvPr/>
        </p:nvGrpSpPr>
        <p:grpSpPr>
          <a:xfrm>
            <a:off x="6985000" y="4241800"/>
            <a:ext cx="4724400" cy="1447800"/>
            <a:chOff x="6985000" y="4241800"/>
            <a:chExt cx="4724400" cy="1447800"/>
          </a:xfrm>
        </p:grpSpPr>
        <p:sp>
          <p:nvSpPr>
            <p:cNvPr id="146" name="obj_7164"/>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7165"/>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(4,7), вход 1.</a:t>
              </a:r>
            </a:p>
          </p:txBody>
        </p:sp>
        <p:sp>
          <p:nvSpPr>
            <p:cNvPr id="148" name="obj_7166"/>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4 + 1 = 5</a:t>
              </a:r>
            </a:p>
          </p:txBody>
        </p:sp>
        <p:sp>
          <p:nvSpPr>
            <p:cNvPr id="149" name="obj_7167"/>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g(4,7): 6 → 5</a:t>
              </a:r>
            </a:p>
            <a:p>
              <a:pPr algn="l">
                <a:lnSpc>
                  <a:spcPct val="112000"/>
                </a:lnSpc>
                <a:spcBef>
                  <a:spcPts val="0"/>
                </a:spcBef>
                <a:spcAft>
                  <a:spcPts val="0"/>
                </a:spcAft>
              </a:pPr>
              <a:r>
                <a:rPr sz="1800" b="1">
                  <a:solidFill>
                    <a:srgbClr val="352379"/>
                  </a:solidFill>
                  <a:latin typeface="Montserrat"/>
                </a:rPr>
                <a:t>parent(4,7) = (3,7)</a:t>
              </a:r>
            </a:p>
          </p:txBody>
        </p:sp>
      </p:grpSp>
      <p:grpSp>
        <p:nvGrpSpPr>
          <p:cNvPr id="150" name="continued_22"/>
          <p:cNvGrpSpPr/>
          <p:nvPr/>
        </p:nvGrpSpPr>
        <p:grpSpPr>
          <a:xfrm>
            <a:off x="482600" y="1600200"/>
            <a:ext cx="11226800" cy="4254500"/>
            <a:chOff x="482600" y="1600200"/>
            <a:chExt cx="11226800" cy="4254500"/>
          </a:xfrm>
        </p:grpSpPr>
        <p:sp>
          <p:nvSpPr>
            <p:cNvPr id="151" name="obj_7169"/>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7170"/>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7171"/>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7172"/>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7173"/>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7174"/>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7175"/>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7176"/>
            <p:cNvSpPr/>
            <p:nvPr/>
          </p:nvSpPr>
          <p:spPr>
            <a:xfrm>
              <a:off x="21320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7177"/>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7178"/>
            <p:cNvSpPr/>
            <p:nvPr/>
          </p:nvSpPr>
          <p:spPr>
            <a:xfrm>
              <a:off x="26019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7179"/>
            <p:cNvSpPr/>
            <p:nvPr/>
          </p:nvSpPr>
          <p:spPr>
            <a:xfrm>
              <a:off x="2501900" y="23622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7180"/>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7181"/>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7182"/>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7183"/>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7184"/>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7185"/>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7186"/>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7187"/>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7188"/>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7189"/>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7190"/>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7191"/>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7192"/>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7193"/>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7194"/>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77" name="obj_7195"/>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7196"/>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7197"/>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80" name="obj_7198"/>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7199"/>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182" name="obj_7200"/>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7201"/>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7202"/>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7203"/>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7204"/>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7205"/>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188" name="obj_7206"/>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7207"/>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7208"/>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7209"/>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7210"/>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7211"/>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7212"/>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95" name="obj_7213"/>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7214"/>
            <p:cNvSpPr/>
            <p:nvPr/>
          </p:nvSpPr>
          <p:spPr>
            <a:xfrm>
              <a:off x="35417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7215"/>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198" name="obj_7216"/>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7217"/>
            <p:cNvSpPr/>
            <p:nvPr/>
          </p:nvSpPr>
          <p:spPr>
            <a:xfrm>
              <a:off x="39243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7218"/>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201" name="obj_7219"/>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7220"/>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7221"/>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7222"/>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7223"/>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7224"/>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7225"/>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7226"/>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7227"/>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7228"/>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7229"/>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12" name="obj_7230"/>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7231"/>
            <p:cNvSpPr/>
            <p:nvPr/>
          </p:nvSpPr>
          <p:spPr>
            <a:xfrm>
              <a:off x="34544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7232"/>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15" name="obj_7233"/>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7234"/>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17" name="obj_7235"/>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7236"/>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7237"/>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7238"/>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7239"/>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7240"/>
            <p:cNvSpPr/>
            <p:nvPr/>
          </p:nvSpPr>
          <p:spPr>
            <a:xfrm>
              <a:off x="21320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7241"/>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7242"/>
            <p:cNvSpPr/>
            <p:nvPr/>
          </p:nvSpPr>
          <p:spPr>
            <a:xfrm>
              <a:off x="26019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7243"/>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7244"/>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7245"/>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7246"/>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7247"/>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7248"/>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7249"/>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7250"/>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7251"/>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7252"/>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7253"/>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7254"/>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7255"/>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38" name="obj_7256"/>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39" name="obj_7257"/>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40" name="obj_7258"/>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41" name="obj_7259"/>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42" name="obj_7260"/>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43" name="obj_7261"/>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44" name="obj_7262"/>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45" name="obj_7263"/>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46" name="obj_7264"/>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47" name="obj_7265"/>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48" name="obj_7266"/>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49" name="obj_7267"/>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50" name="obj_7268"/>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Следующий кадр 22: (3,3)</a:t>
              </a:r>
            </a:p>
          </p:txBody>
        </p:sp>
        <p:sp>
          <p:nvSpPr>
            <p:cNvPr id="251" name="obj_7269"/>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g=4, h=12, f=16</a:t>
              </a:r>
            </a:p>
          </p:txBody>
        </p:sp>
        <p:sp>
          <p:nvSpPr>
            <p:cNvPr id="252" name="obj_7270"/>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22</a:t>
              </a:r>
            </a:p>
            <a:p>
              <a:pPr algn="l">
                <a:lnSpc>
                  <a:spcPct val="112000"/>
                </a:lnSpc>
                <a:spcBef>
                  <a:spcPts val="0"/>
                </a:spcBef>
                <a:spcAft>
                  <a:spcPts val="0"/>
                </a:spcAft>
              </a:pPr>
              <a:r>
                <a:rPr sz="2400" b="0">
                  <a:solidFill>
                    <a:srgbClr val="352379"/>
                  </a:solidFill>
                  <a:latin typeface="Montserrat"/>
                </a:rPr>
                <a:t>OPEN: 9</a:t>
              </a:r>
            </a:p>
            <a:p>
              <a:pPr algn="l">
                <a:lnSpc>
                  <a:spcPct val="112000"/>
                </a:lnSpc>
                <a:spcBef>
                  <a:spcPts val="0"/>
                </a:spcBef>
                <a:spcAft>
                  <a:spcPts val="0"/>
                </a:spcAft>
              </a:pPr>
              <a:r>
                <a:rPr sz="2400" b="0">
                  <a:solidFill>
                    <a:srgbClr val="352379"/>
                  </a:solidFill>
                  <a:latin typeface="Montserrat"/>
                </a:rPr>
                <a:t>CLOSED: 22</a:t>
              </a:r>
            </a:p>
          </p:txBody>
        </p:sp>
      </p:grpSp>
      <p:grpSp>
        <p:nvGrpSpPr>
          <p:cNvPr id="253" name="continued_23"/>
          <p:cNvGrpSpPr/>
          <p:nvPr/>
        </p:nvGrpSpPr>
        <p:grpSpPr>
          <a:xfrm>
            <a:off x="482600" y="1600200"/>
            <a:ext cx="11226800" cy="4254500"/>
            <a:chOff x="482600" y="1600200"/>
            <a:chExt cx="11226800" cy="4254500"/>
          </a:xfrm>
        </p:grpSpPr>
        <p:sp>
          <p:nvSpPr>
            <p:cNvPr id="254" name="obj_7272"/>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7273"/>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7274"/>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7275"/>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7276"/>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7277"/>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7278"/>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7279"/>
            <p:cNvSpPr/>
            <p:nvPr/>
          </p:nvSpPr>
          <p:spPr>
            <a:xfrm>
              <a:off x="21320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7280"/>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7281"/>
            <p:cNvSpPr/>
            <p:nvPr/>
          </p:nvSpPr>
          <p:spPr>
            <a:xfrm>
              <a:off x="26019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7282"/>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7283"/>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7284"/>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7285"/>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7286"/>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7287"/>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7288"/>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7289"/>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7290"/>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7291"/>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7292"/>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7293"/>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7294"/>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7295"/>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7296"/>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79" name="obj_7297"/>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7298"/>
            <p:cNvSpPr/>
            <p:nvPr/>
          </p:nvSpPr>
          <p:spPr>
            <a:xfrm>
              <a:off x="34544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7299"/>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82" name="obj_7300"/>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7301"/>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284" name="obj_7302"/>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7303"/>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7304"/>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7305"/>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7306"/>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7307"/>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290" name="obj_7308"/>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7309"/>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7310"/>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7311"/>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7312"/>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7313"/>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7314"/>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297" name="obj_7315"/>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7316"/>
            <p:cNvSpPr/>
            <p:nvPr/>
          </p:nvSpPr>
          <p:spPr>
            <a:xfrm>
              <a:off x="35417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7317"/>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300" name="obj_7318"/>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7319"/>
            <p:cNvSpPr/>
            <p:nvPr/>
          </p:nvSpPr>
          <p:spPr>
            <a:xfrm>
              <a:off x="39243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7320"/>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303" name="obj_7321"/>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7322"/>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7323"/>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7324"/>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7325"/>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7326"/>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7327"/>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7328"/>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7329"/>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7330"/>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7331"/>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14" name="obj_7332"/>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7333"/>
            <p:cNvSpPr/>
            <p:nvPr/>
          </p:nvSpPr>
          <p:spPr>
            <a:xfrm>
              <a:off x="35417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7334"/>
            <p:cNvSpPr/>
            <p:nvPr/>
          </p:nvSpPr>
          <p:spPr>
            <a:xfrm>
              <a:off x="3441700" y="37719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7335"/>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18" name="obj_7336"/>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7337"/>
            <p:cNvSpPr/>
            <p:nvPr/>
          </p:nvSpPr>
          <p:spPr>
            <a:xfrm>
              <a:off x="39243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7338"/>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21" name="obj_7339"/>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7340"/>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7341"/>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7342"/>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7343"/>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7344"/>
            <p:cNvSpPr/>
            <p:nvPr/>
          </p:nvSpPr>
          <p:spPr>
            <a:xfrm>
              <a:off x="21320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7345"/>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7346"/>
            <p:cNvSpPr/>
            <p:nvPr/>
          </p:nvSpPr>
          <p:spPr>
            <a:xfrm>
              <a:off x="26019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7347"/>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7348"/>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7349"/>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7350"/>
            <p:cNvSpPr/>
            <p:nvPr/>
          </p:nvSpPr>
          <p:spPr>
            <a:xfrm>
              <a:off x="34544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7351"/>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7352"/>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7353"/>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bj_7354"/>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bj_7355"/>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bj_7356"/>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bj_7357"/>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bj_7358"/>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bj_7359"/>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bj_7360"/>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43" name="obj_7361"/>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44" name="obj_7362"/>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45" name="obj_7363"/>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46" name="obj_7364"/>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47" name="obj_7365"/>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48" name="obj_7366"/>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49" name="obj_7367"/>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50" name="obj_7368"/>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51" name="obj_7369"/>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52" name="obj_7370"/>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53" name="obj_7371"/>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54" name="obj_7372"/>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55" name="obj_737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Следующий кадр 23: (5,6)</a:t>
              </a:r>
            </a:p>
          </p:txBody>
        </p:sp>
        <p:sp>
          <p:nvSpPr>
            <p:cNvPr id="356" name="obj_737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g=7, h=9, f=16</a:t>
              </a:r>
            </a:p>
          </p:txBody>
        </p:sp>
        <p:sp>
          <p:nvSpPr>
            <p:cNvPr id="357" name="obj_737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23</a:t>
              </a:r>
            </a:p>
            <a:p>
              <a:pPr algn="l">
                <a:lnSpc>
                  <a:spcPct val="112000"/>
                </a:lnSpc>
                <a:spcBef>
                  <a:spcPts val="0"/>
                </a:spcBef>
                <a:spcAft>
                  <a:spcPts val="0"/>
                </a:spcAft>
              </a:pPr>
              <a:r>
                <a:rPr sz="2400" b="0">
                  <a:solidFill>
                    <a:srgbClr val="352379"/>
                  </a:solidFill>
                  <a:latin typeface="Montserrat"/>
                </a:rPr>
                <a:t>OPEN: 10</a:t>
              </a:r>
            </a:p>
            <a:p>
              <a:pPr algn="l">
                <a:lnSpc>
                  <a:spcPct val="112000"/>
                </a:lnSpc>
                <a:spcBef>
                  <a:spcPts val="0"/>
                </a:spcBef>
                <a:spcAft>
                  <a:spcPts val="0"/>
                </a:spcAft>
              </a:pPr>
              <a:r>
                <a:rPr sz="2400" b="0">
                  <a:solidFill>
                    <a:srgbClr val="352379"/>
                  </a:solidFill>
                  <a:latin typeface="Montserrat"/>
                </a:rPr>
                <a:t>CLOSED: 23</a:t>
              </a:r>
            </a:p>
          </p:txBody>
        </p:sp>
      </p:grpSp>
      <p:grpSp>
        <p:nvGrpSpPr>
          <p:cNvPr id="358" name="continued_24"/>
          <p:cNvGrpSpPr/>
          <p:nvPr/>
        </p:nvGrpSpPr>
        <p:grpSpPr>
          <a:xfrm>
            <a:off x="482600" y="1600200"/>
            <a:ext cx="11226800" cy="4254500"/>
            <a:chOff x="482600" y="1600200"/>
            <a:chExt cx="11226800" cy="4254500"/>
          </a:xfrm>
        </p:grpSpPr>
        <p:sp>
          <p:nvSpPr>
            <p:cNvPr id="359" name="obj_7377"/>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bj_7378"/>
            <p:cNvSpPr/>
            <p:nvPr/>
          </p:nvSpPr>
          <p:spPr>
            <a:xfrm>
              <a:off x="762000" y="2070100"/>
              <a:ext cx="369570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bj_7379"/>
            <p:cNvSpPr/>
            <p:nvPr/>
          </p:nvSpPr>
          <p:spPr>
            <a:xfrm>
              <a:off x="10795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bj_7380"/>
            <p:cNvSpPr/>
            <p:nvPr/>
          </p:nvSpPr>
          <p:spPr>
            <a:xfrm>
              <a:off x="11049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bj_7381"/>
            <p:cNvSpPr/>
            <p:nvPr/>
          </p:nvSpPr>
          <p:spPr>
            <a:xfrm>
              <a:off x="15494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bj_7382"/>
            <p:cNvSpPr/>
            <p:nvPr/>
          </p:nvSpPr>
          <p:spPr>
            <a:xfrm>
              <a:off x="16621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bj_7383"/>
            <p:cNvSpPr/>
            <p:nvPr/>
          </p:nvSpPr>
          <p:spPr>
            <a:xfrm>
              <a:off x="20193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bj_7384"/>
            <p:cNvSpPr/>
            <p:nvPr/>
          </p:nvSpPr>
          <p:spPr>
            <a:xfrm>
              <a:off x="21320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bj_7385"/>
            <p:cNvSpPr/>
            <p:nvPr/>
          </p:nvSpPr>
          <p:spPr>
            <a:xfrm>
              <a:off x="24892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bj_7386"/>
            <p:cNvSpPr/>
            <p:nvPr/>
          </p:nvSpPr>
          <p:spPr>
            <a:xfrm>
              <a:off x="2601976" y="24622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bj_7387"/>
            <p:cNvSpPr/>
            <p:nvPr/>
          </p:nvSpPr>
          <p:spPr>
            <a:xfrm>
              <a:off x="29591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bj_7388"/>
            <p:cNvSpPr/>
            <p:nvPr/>
          </p:nvSpPr>
          <p:spPr>
            <a:xfrm>
              <a:off x="29845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bj_7389"/>
            <p:cNvSpPr/>
            <p:nvPr/>
          </p:nvSpPr>
          <p:spPr>
            <a:xfrm>
              <a:off x="34290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bj_7390"/>
            <p:cNvSpPr/>
            <p:nvPr/>
          </p:nvSpPr>
          <p:spPr>
            <a:xfrm>
              <a:off x="3454400" y="23749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bj_7391"/>
            <p:cNvSpPr/>
            <p:nvPr/>
          </p:nvSpPr>
          <p:spPr>
            <a:xfrm>
              <a:off x="3898900" y="23495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bj_7392"/>
            <p:cNvSpPr/>
            <p:nvPr/>
          </p:nvSpPr>
          <p:spPr>
            <a:xfrm>
              <a:off x="10795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bj_7393"/>
            <p:cNvSpPr/>
            <p:nvPr/>
          </p:nvSpPr>
          <p:spPr>
            <a:xfrm>
              <a:off x="11922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bj_7394"/>
            <p:cNvSpPr/>
            <p:nvPr/>
          </p:nvSpPr>
          <p:spPr>
            <a:xfrm>
              <a:off x="15494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bj_7395"/>
            <p:cNvSpPr/>
            <p:nvPr/>
          </p:nvSpPr>
          <p:spPr>
            <a:xfrm>
              <a:off x="16621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7396"/>
            <p:cNvSpPr/>
            <p:nvPr/>
          </p:nvSpPr>
          <p:spPr>
            <a:xfrm>
              <a:off x="20193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7397"/>
            <p:cNvSpPr/>
            <p:nvPr/>
          </p:nvSpPr>
          <p:spPr>
            <a:xfrm>
              <a:off x="21320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bj_7398"/>
            <p:cNvSpPr/>
            <p:nvPr/>
          </p:nvSpPr>
          <p:spPr>
            <a:xfrm>
              <a:off x="2489200" y="28194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bj_7399"/>
            <p:cNvSpPr/>
            <p:nvPr/>
          </p:nvSpPr>
          <p:spPr>
            <a:xfrm>
              <a:off x="26019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bj_7400"/>
            <p:cNvSpPr/>
            <p:nvPr/>
          </p:nvSpPr>
          <p:spPr>
            <a:xfrm>
              <a:off x="29591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bj_7401"/>
            <p:cNvSpPr/>
            <p:nvPr/>
          </p:nvSpPr>
          <p:spPr>
            <a:xfrm>
              <a:off x="30718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bj_7402"/>
            <p:cNvSpPr txBox="1"/>
            <p:nvPr/>
          </p:nvSpPr>
          <p:spPr>
            <a:xfrm>
              <a:off x="29718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85" name="obj_7403"/>
            <p:cNvSpPr/>
            <p:nvPr/>
          </p:nvSpPr>
          <p:spPr>
            <a:xfrm>
              <a:off x="34290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bj_7404"/>
            <p:cNvSpPr/>
            <p:nvPr/>
          </p:nvSpPr>
          <p:spPr>
            <a:xfrm>
              <a:off x="3541776" y="29321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bj_7405"/>
            <p:cNvSpPr/>
            <p:nvPr/>
          </p:nvSpPr>
          <p:spPr>
            <a:xfrm>
              <a:off x="3441700" y="2832100"/>
              <a:ext cx="431800" cy="4318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bj_7406"/>
            <p:cNvSpPr txBox="1"/>
            <p:nvPr/>
          </p:nvSpPr>
          <p:spPr>
            <a:xfrm>
              <a:off x="34417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89" name="obj_7407"/>
            <p:cNvSpPr/>
            <p:nvPr/>
          </p:nvSpPr>
          <p:spPr>
            <a:xfrm>
              <a:off x="3898900" y="28194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bj_7408"/>
            <p:cNvSpPr/>
            <p:nvPr/>
          </p:nvSpPr>
          <p:spPr>
            <a:xfrm>
              <a:off x="3924300" y="28448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bj_7409"/>
            <p:cNvSpPr txBox="1"/>
            <p:nvPr/>
          </p:nvSpPr>
          <p:spPr>
            <a:xfrm>
              <a:off x="3911600" y="2908681"/>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392" name="obj_7410"/>
            <p:cNvSpPr/>
            <p:nvPr/>
          </p:nvSpPr>
          <p:spPr>
            <a:xfrm>
              <a:off x="10795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bj_7411"/>
            <p:cNvSpPr/>
            <p:nvPr/>
          </p:nvSpPr>
          <p:spPr>
            <a:xfrm>
              <a:off x="11922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bj_7412"/>
            <p:cNvSpPr/>
            <p:nvPr/>
          </p:nvSpPr>
          <p:spPr>
            <a:xfrm>
              <a:off x="15494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bj_7413"/>
            <p:cNvSpPr/>
            <p:nvPr/>
          </p:nvSpPr>
          <p:spPr>
            <a:xfrm>
              <a:off x="16621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bj_7414"/>
            <p:cNvSpPr/>
            <p:nvPr/>
          </p:nvSpPr>
          <p:spPr>
            <a:xfrm>
              <a:off x="1605788" y="3345688"/>
              <a:ext cx="338328" cy="338328"/>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bj_7415"/>
            <p:cNvSpPr txBox="1"/>
            <p:nvPr/>
          </p:nvSpPr>
          <p:spPr>
            <a:xfrm>
              <a:off x="1605788" y="3336290"/>
              <a:ext cx="338328" cy="375920"/>
            </a:xfrm>
            <a:prstGeom prst="rect">
              <a:avLst/>
            </a:prstGeom>
            <a:noFill/>
            <a:effectLst/>
          </p:spPr>
          <p:txBody>
            <a:bodyPr wrap="square" lIns="0" tIns="0" rIns="0" bIns="0">
              <a:spAutoFit/>
            </a:bodyPr>
            <a:lstStyle/>
            <a:p>
              <a:pPr algn="ctr">
                <a:lnSpc>
                  <a:spcPct val="112000"/>
                </a:lnSpc>
                <a:spcBef>
                  <a:spcPts val="0"/>
                </a:spcBef>
                <a:spcAft>
                  <a:spcPts val="0"/>
                </a:spcAft>
              </a:pPr>
              <a:r>
                <a:rPr sz="1961" b="1">
                  <a:solidFill>
                    <a:srgbClr val="FFFFFF"/>
                  </a:solidFill>
                  <a:latin typeface="Montserrat"/>
                </a:rPr>
                <a:t>S</a:t>
              </a:r>
            </a:p>
          </p:txBody>
        </p:sp>
        <p:sp>
          <p:nvSpPr>
            <p:cNvPr id="398" name="obj_7416"/>
            <p:cNvSpPr/>
            <p:nvPr/>
          </p:nvSpPr>
          <p:spPr>
            <a:xfrm>
              <a:off x="20193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bj_7417"/>
            <p:cNvSpPr/>
            <p:nvPr/>
          </p:nvSpPr>
          <p:spPr>
            <a:xfrm>
              <a:off x="21320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bj_7418"/>
            <p:cNvSpPr/>
            <p:nvPr/>
          </p:nvSpPr>
          <p:spPr>
            <a:xfrm>
              <a:off x="2489200" y="32893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bj_7419"/>
            <p:cNvSpPr/>
            <p:nvPr/>
          </p:nvSpPr>
          <p:spPr>
            <a:xfrm>
              <a:off x="26019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bj_7420"/>
            <p:cNvSpPr/>
            <p:nvPr/>
          </p:nvSpPr>
          <p:spPr>
            <a:xfrm>
              <a:off x="29591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bj_7421"/>
            <p:cNvSpPr/>
            <p:nvPr/>
          </p:nvSpPr>
          <p:spPr>
            <a:xfrm>
              <a:off x="30718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bj_7422"/>
            <p:cNvSpPr txBox="1"/>
            <p:nvPr/>
          </p:nvSpPr>
          <p:spPr>
            <a:xfrm>
              <a:off x="29718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405" name="obj_7423"/>
            <p:cNvSpPr/>
            <p:nvPr/>
          </p:nvSpPr>
          <p:spPr>
            <a:xfrm>
              <a:off x="34290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bj_7424"/>
            <p:cNvSpPr/>
            <p:nvPr/>
          </p:nvSpPr>
          <p:spPr>
            <a:xfrm>
              <a:off x="3541776" y="34020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bj_7425"/>
            <p:cNvSpPr txBox="1"/>
            <p:nvPr/>
          </p:nvSpPr>
          <p:spPr>
            <a:xfrm>
              <a:off x="34417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408" name="obj_7426"/>
            <p:cNvSpPr/>
            <p:nvPr/>
          </p:nvSpPr>
          <p:spPr>
            <a:xfrm>
              <a:off x="3898900" y="3289300"/>
              <a:ext cx="457200" cy="4572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bj_7427"/>
            <p:cNvSpPr/>
            <p:nvPr/>
          </p:nvSpPr>
          <p:spPr>
            <a:xfrm>
              <a:off x="3924300" y="33147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bj_7428"/>
            <p:cNvSpPr txBox="1"/>
            <p:nvPr/>
          </p:nvSpPr>
          <p:spPr>
            <a:xfrm>
              <a:off x="3911600" y="33785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58662C"/>
                  </a:solidFill>
                  <a:latin typeface="Montserrat"/>
                </a:rPr>
                <a:t>∴3</a:t>
              </a:r>
            </a:p>
          </p:txBody>
        </p:sp>
        <p:sp>
          <p:nvSpPr>
            <p:cNvPr id="411" name="obj_7429"/>
            <p:cNvSpPr/>
            <p:nvPr/>
          </p:nvSpPr>
          <p:spPr>
            <a:xfrm>
              <a:off x="10795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bj_7430"/>
            <p:cNvSpPr/>
            <p:nvPr/>
          </p:nvSpPr>
          <p:spPr>
            <a:xfrm>
              <a:off x="11922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bj_7431"/>
            <p:cNvSpPr/>
            <p:nvPr/>
          </p:nvSpPr>
          <p:spPr>
            <a:xfrm>
              <a:off x="15494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bj_7432"/>
            <p:cNvSpPr/>
            <p:nvPr/>
          </p:nvSpPr>
          <p:spPr>
            <a:xfrm>
              <a:off x="16621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bj_7433"/>
            <p:cNvSpPr/>
            <p:nvPr/>
          </p:nvSpPr>
          <p:spPr>
            <a:xfrm>
              <a:off x="20193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bj_7434"/>
            <p:cNvSpPr/>
            <p:nvPr/>
          </p:nvSpPr>
          <p:spPr>
            <a:xfrm>
              <a:off x="21320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bj_7435"/>
            <p:cNvSpPr/>
            <p:nvPr/>
          </p:nvSpPr>
          <p:spPr>
            <a:xfrm>
              <a:off x="2489200" y="37592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bj_7436"/>
            <p:cNvSpPr/>
            <p:nvPr/>
          </p:nvSpPr>
          <p:spPr>
            <a:xfrm>
              <a:off x="26019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bj_7437"/>
            <p:cNvSpPr/>
            <p:nvPr/>
          </p:nvSpPr>
          <p:spPr>
            <a:xfrm>
              <a:off x="29591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bj_7438"/>
            <p:cNvSpPr/>
            <p:nvPr/>
          </p:nvSpPr>
          <p:spPr>
            <a:xfrm>
              <a:off x="30718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bj_7439"/>
            <p:cNvSpPr txBox="1"/>
            <p:nvPr/>
          </p:nvSpPr>
          <p:spPr>
            <a:xfrm>
              <a:off x="29718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22" name="obj_7440"/>
            <p:cNvSpPr/>
            <p:nvPr/>
          </p:nvSpPr>
          <p:spPr>
            <a:xfrm>
              <a:off x="34290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bj_7441"/>
            <p:cNvSpPr/>
            <p:nvPr/>
          </p:nvSpPr>
          <p:spPr>
            <a:xfrm>
              <a:off x="3541776" y="38719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bj_7442"/>
            <p:cNvSpPr txBox="1"/>
            <p:nvPr/>
          </p:nvSpPr>
          <p:spPr>
            <a:xfrm>
              <a:off x="34417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25" name="obj_7443"/>
            <p:cNvSpPr/>
            <p:nvPr/>
          </p:nvSpPr>
          <p:spPr>
            <a:xfrm>
              <a:off x="3898900" y="3759200"/>
              <a:ext cx="457200" cy="4572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bj_7444"/>
            <p:cNvSpPr/>
            <p:nvPr/>
          </p:nvSpPr>
          <p:spPr>
            <a:xfrm>
              <a:off x="3924300" y="37846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bj_7445"/>
            <p:cNvSpPr txBox="1"/>
            <p:nvPr/>
          </p:nvSpPr>
          <p:spPr>
            <a:xfrm>
              <a:off x="3911600" y="3848480"/>
              <a:ext cx="431800" cy="305435"/>
            </a:xfrm>
            <a:prstGeom prst="rect">
              <a:avLst/>
            </a:prstGeom>
            <a:noFill/>
            <a:effectLst/>
          </p:spPr>
          <p:txBody>
            <a:bodyPr wrap="square" lIns="0" tIns="0" rIns="0" bIns="0">
              <a:spAutoFit/>
            </a:bodyPr>
            <a:lstStyle/>
            <a:p>
              <a:pPr algn="ctr">
                <a:lnSpc>
                  <a:spcPct val="112000"/>
                </a:lnSpc>
                <a:spcBef>
                  <a:spcPts val="0"/>
                </a:spcBef>
                <a:spcAft>
                  <a:spcPts val="0"/>
                </a:spcAft>
              </a:pPr>
              <a:r>
                <a:rPr sz="1554" b="0">
                  <a:solidFill>
                    <a:srgbClr val="245B72"/>
                  </a:solidFill>
                  <a:latin typeface="Montserrat"/>
                </a:rPr>
                <a:t>≋2</a:t>
              </a:r>
            </a:p>
          </p:txBody>
        </p:sp>
        <p:sp>
          <p:nvSpPr>
            <p:cNvPr id="428" name="obj_7446"/>
            <p:cNvSpPr/>
            <p:nvPr/>
          </p:nvSpPr>
          <p:spPr>
            <a:xfrm>
              <a:off x="10795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bj_7447"/>
            <p:cNvSpPr/>
            <p:nvPr/>
          </p:nvSpPr>
          <p:spPr>
            <a:xfrm>
              <a:off x="11049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bj_7448"/>
            <p:cNvSpPr/>
            <p:nvPr/>
          </p:nvSpPr>
          <p:spPr>
            <a:xfrm>
              <a:off x="15494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bj_7449"/>
            <p:cNvSpPr/>
            <p:nvPr/>
          </p:nvSpPr>
          <p:spPr>
            <a:xfrm>
              <a:off x="16621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bj_7450"/>
            <p:cNvSpPr/>
            <p:nvPr/>
          </p:nvSpPr>
          <p:spPr>
            <a:xfrm>
              <a:off x="20193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bj_7451"/>
            <p:cNvSpPr/>
            <p:nvPr/>
          </p:nvSpPr>
          <p:spPr>
            <a:xfrm>
              <a:off x="21320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bj_7452"/>
            <p:cNvSpPr/>
            <p:nvPr/>
          </p:nvSpPr>
          <p:spPr>
            <a:xfrm>
              <a:off x="24892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bj_7453"/>
            <p:cNvSpPr/>
            <p:nvPr/>
          </p:nvSpPr>
          <p:spPr>
            <a:xfrm>
              <a:off x="2601976" y="4341876"/>
              <a:ext cx="244348" cy="244348"/>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bj_7454"/>
            <p:cNvSpPr/>
            <p:nvPr/>
          </p:nvSpPr>
          <p:spPr>
            <a:xfrm>
              <a:off x="29591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bj_7455"/>
            <p:cNvSpPr/>
            <p:nvPr/>
          </p:nvSpPr>
          <p:spPr>
            <a:xfrm>
              <a:off x="29845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bj_7456"/>
            <p:cNvSpPr/>
            <p:nvPr/>
          </p:nvSpPr>
          <p:spPr>
            <a:xfrm>
              <a:off x="34290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bj_7457"/>
            <p:cNvSpPr/>
            <p:nvPr/>
          </p:nvSpPr>
          <p:spPr>
            <a:xfrm>
              <a:off x="3454400" y="42545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bj_7458"/>
            <p:cNvSpPr/>
            <p:nvPr/>
          </p:nvSpPr>
          <p:spPr>
            <a:xfrm>
              <a:off x="3898900" y="42291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bj_7459"/>
            <p:cNvSpPr/>
            <p:nvPr/>
          </p:nvSpPr>
          <p:spPr>
            <a:xfrm>
              <a:off x="10795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bj_7460"/>
            <p:cNvSpPr/>
            <p:nvPr/>
          </p:nvSpPr>
          <p:spPr>
            <a:xfrm>
              <a:off x="15494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bj_7461"/>
            <p:cNvSpPr/>
            <p:nvPr/>
          </p:nvSpPr>
          <p:spPr>
            <a:xfrm>
              <a:off x="1574800" y="4724400"/>
              <a:ext cx="406400" cy="4064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bj_7462"/>
            <p:cNvSpPr/>
            <p:nvPr/>
          </p:nvSpPr>
          <p:spPr>
            <a:xfrm>
              <a:off x="20193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bj_7463"/>
            <p:cNvSpPr/>
            <p:nvPr/>
          </p:nvSpPr>
          <p:spPr>
            <a:xfrm>
              <a:off x="2489200" y="4699000"/>
              <a:ext cx="457200" cy="4572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bj_7464"/>
            <p:cNvSpPr/>
            <p:nvPr/>
          </p:nvSpPr>
          <p:spPr>
            <a:xfrm>
              <a:off x="29591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bj_7465"/>
            <p:cNvSpPr/>
            <p:nvPr/>
          </p:nvSpPr>
          <p:spPr>
            <a:xfrm>
              <a:off x="34290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bj_7466"/>
            <p:cNvSpPr/>
            <p:nvPr/>
          </p:nvSpPr>
          <p:spPr>
            <a:xfrm>
              <a:off x="3898900" y="4699000"/>
              <a:ext cx="457200" cy="4572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bj_7467"/>
            <p:cNvSpPr txBox="1"/>
            <p:nvPr/>
          </p:nvSpPr>
          <p:spPr>
            <a:xfrm>
              <a:off x="10795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50" name="obj_7468"/>
            <p:cNvSpPr txBox="1"/>
            <p:nvPr/>
          </p:nvSpPr>
          <p:spPr>
            <a:xfrm>
              <a:off x="15494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51" name="obj_7469"/>
            <p:cNvSpPr txBox="1"/>
            <p:nvPr/>
          </p:nvSpPr>
          <p:spPr>
            <a:xfrm>
              <a:off x="20193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452" name="obj_7470"/>
            <p:cNvSpPr txBox="1"/>
            <p:nvPr/>
          </p:nvSpPr>
          <p:spPr>
            <a:xfrm>
              <a:off x="24892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453" name="obj_7471"/>
            <p:cNvSpPr txBox="1"/>
            <p:nvPr/>
          </p:nvSpPr>
          <p:spPr>
            <a:xfrm>
              <a:off x="29591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454" name="obj_7472"/>
            <p:cNvSpPr txBox="1"/>
            <p:nvPr/>
          </p:nvSpPr>
          <p:spPr>
            <a:xfrm>
              <a:off x="34290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455" name="obj_7473"/>
            <p:cNvSpPr txBox="1"/>
            <p:nvPr/>
          </p:nvSpPr>
          <p:spPr>
            <a:xfrm>
              <a:off x="3898900" y="2082800"/>
              <a:ext cx="4699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456" name="obj_7474"/>
            <p:cNvSpPr txBox="1"/>
            <p:nvPr/>
          </p:nvSpPr>
          <p:spPr>
            <a:xfrm>
              <a:off x="762000" y="24340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57" name="obj_7475"/>
            <p:cNvSpPr txBox="1"/>
            <p:nvPr/>
          </p:nvSpPr>
          <p:spPr>
            <a:xfrm>
              <a:off x="762000" y="29039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58" name="obj_7476"/>
            <p:cNvSpPr txBox="1"/>
            <p:nvPr/>
          </p:nvSpPr>
          <p:spPr>
            <a:xfrm>
              <a:off x="762000" y="33738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459" name="obj_7477"/>
            <p:cNvSpPr txBox="1"/>
            <p:nvPr/>
          </p:nvSpPr>
          <p:spPr>
            <a:xfrm>
              <a:off x="762000" y="38437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460" name="obj_7478"/>
            <p:cNvSpPr txBox="1"/>
            <p:nvPr/>
          </p:nvSpPr>
          <p:spPr>
            <a:xfrm>
              <a:off x="762000" y="43136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461" name="obj_7479"/>
            <p:cNvSpPr txBox="1"/>
            <p:nvPr/>
          </p:nvSpPr>
          <p:spPr>
            <a:xfrm>
              <a:off x="762000" y="4783582"/>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462" name="obj_7480"/>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Следующий кадр 24: (5,4)</a:t>
              </a:r>
            </a:p>
          </p:txBody>
        </p:sp>
        <p:sp>
          <p:nvSpPr>
            <p:cNvPr id="463" name="obj_7481"/>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g=7, h=9, f=16</a:t>
              </a:r>
            </a:p>
          </p:txBody>
        </p:sp>
        <p:sp>
          <p:nvSpPr>
            <p:cNvPr id="464" name="obj_7482"/>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24</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24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4"/>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3"/>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119"/>
                                          </p:stCondLst>
                                        </p:cTn>
                                        <p:tgtEl>
                                          <p:spTgt spid="1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119"/>
                                          </p:stCondLst>
                                        </p:cTn>
                                        <p:tgtEl>
                                          <p:spTgt spid="150"/>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119"/>
                                          </p:stCondLst>
                                        </p:cTn>
                                        <p:tgtEl>
                                          <p:spTgt spid="2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119"/>
                                          </p:stCondLst>
                                        </p:cTn>
                                        <p:tgtEl>
                                          <p:spTgt spid="253"/>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119"/>
                                          </p:stCondLst>
                                        </p:cTn>
                                        <p:tgtEl>
                                          <p:spTgt spid="3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14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7483"/>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продолжаем обход по полю</a:t>
            </a:r>
          </a:p>
        </p:txBody>
      </p:sp>
      <p:sp>
        <p:nvSpPr>
          <p:cNvPr id="12" name="obj_7484"/>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Выбор current, проверка одного ребра, затем обновление состояния</a:t>
            </a:r>
          </a:p>
        </p:txBody>
      </p:sp>
      <p:sp>
        <p:nvSpPr>
          <p:cNvPr id="13" name="obj_7485"/>
          <p:cNvSpPr txBox="1"/>
          <p:nvPr/>
        </p:nvSpPr>
        <p:spPr>
          <a:xfrm>
            <a:off x="685800" y="1663700"/>
            <a:ext cx="5969000" cy="317500"/>
          </a:xfrm>
          <a:prstGeom prst="rect">
            <a:avLst/>
          </a:prstGeom>
          <a:noFill/>
          <a:effectLst/>
        </p:spPr>
        <p:txBody>
          <a:bodyPr wrap="square" lIns="0" tIns="0" rIns="0" bIns="0">
            <a:spAutoFit/>
          </a:bodyPr>
          <a:lstStyle/>
          <a:p>
            <a:pPr algn="l">
              <a:lnSpc>
                <a:spcPct val="112000"/>
              </a:lnSpc>
              <a:spcBef>
                <a:spcPts val="0"/>
              </a:spcBef>
              <a:spcAft>
                <a:spcPts val="0"/>
              </a:spcAft>
            </a:pPr>
            <a:r>
              <a:rPr sz="1600" b="0">
                <a:solidFill>
                  <a:srgbClr val="352379"/>
                </a:solidFill>
                <a:latin typeface="Montserrat"/>
              </a:rPr>
              <a:t>Фрагмент общей карты. Координаты сохранены.</a:t>
            </a:r>
          </a:p>
        </p:txBody>
      </p:sp>
      <p:grpSp>
        <p:nvGrpSpPr>
          <p:cNvPr id="2" name="base_map"/>
          <p:cNvGrpSpPr/>
          <p:nvPr/>
        </p:nvGrpSpPr>
        <p:grpSpPr>
          <a:xfrm>
            <a:off x="698500" y="2514600"/>
            <a:ext cx="3302000" cy="2311400"/>
            <a:chOff x="698500" y="2514600"/>
            <a:chExt cx="3302000" cy="2311400"/>
          </a:xfrm>
        </p:grpSpPr>
        <p:sp>
          <p:nvSpPr>
            <p:cNvPr id="14" name="obj_7487"/>
            <p:cNvSpPr/>
            <p:nvPr/>
          </p:nvSpPr>
          <p:spPr>
            <a:xfrm>
              <a:off x="698500" y="2514600"/>
              <a:ext cx="3302000" cy="231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7488"/>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7489"/>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7490"/>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7491"/>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7492"/>
            <p:cNvSpPr/>
            <p:nvPr/>
          </p:nvSpPr>
          <p:spPr>
            <a:xfrm>
              <a:off x="19812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7493"/>
            <p:cNvSpPr/>
            <p:nvPr/>
          </p:nvSpPr>
          <p:spPr>
            <a:xfrm>
              <a:off x="20970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7494"/>
            <p:cNvSpPr txBox="1"/>
            <p:nvPr/>
          </p:nvSpPr>
          <p:spPr>
            <a:xfrm>
              <a:off x="19939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22" name="obj_7495"/>
            <p:cNvSpPr/>
            <p:nvPr/>
          </p:nvSpPr>
          <p:spPr>
            <a:xfrm>
              <a:off x="24638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7496"/>
            <p:cNvSpPr/>
            <p:nvPr/>
          </p:nvSpPr>
          <p:spPr>
            <a:xfrm>
              <a:off x="25796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7497"/>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25" name="obj_7498"/>
            <p:cNvSpPr/>
            <p:nvPr/>
          </p:nvSpPr>
          <p:spPr>
            <a:xfrm>
              <a:off x="29464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7499"/>
            <p:cNvSpPr/>
            <p:nvPr/>
          </p:nvSpPr>
          <p:spPr>
            <a:xfrm>
              <a:off x="29718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7500"/>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28" name="obj_7501"/>
            <p:cNvSpPr/>
            <p:nvPr/>
          </p:nvSpPr>
          <p:spPr>
            <a:xfrm>
              <a:off x="34290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7502"/>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30" name="obj_7503"/>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7504"/>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7505"/>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7506"/>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7507"/>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7508"/>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7509"/>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37" name="obj_7510"/>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7511"/>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7512"/>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0" name="obj_7513"/>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7514"/>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7515"/>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3" name="obj_7516"/>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7517"/>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45" name="obj_7518"/>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7519"/>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7520"/>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7521"/>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7522"/>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7523"/>
            <p:cNvSpPr/>
            <p:nvPr/>
          </p:nvSpPr>
          <p:spPr>
            <a:xfrm>
              <a:off x="20066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7524"/>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7525"/>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7526"/>
            <p:cNvSpPr/>
            <p:nvPr/>
          </p:nvSpPr>
          <p:spPr>
            <a:xfrm>
              <a:off x="29464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7527"/>
            <p:cNvSpPr/>
            <p:nvPr/>
          </p:nvSpPr>
          <p:spPr>
            <a:xfrm>
              <a:off x="3429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7528"/>
            <p:cNvSpPr/>
            <p:nvPr/>
          </p:nvSpPr>
          <p:spPr>
            <a:xfrm>
              <a:off x="10160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7529"/>
            <p:cNvSpPr/>
            <p:nvPr/>
          </p:nvSpPr>
          <p:spPr>
            <a:xfrm>
              <a:off x="14986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7530"/>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7531"/>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7532"/>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7533"/>
            <p:cNvSpPr/>
            <p:nvPr/>
          </p:nvSpPr>
          <p:spPr>
            <a:xfrm>
              <a:off x="34290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7534"/>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62" name="obj_7535"/>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63" name="obj_7536"/>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64" name="obj_7537"/>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65" name="obj_7538"/>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66" name="obj_7539"/>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67" name="obj_7540"/>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68" name="obj_7541"/>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69" name="obj_7542"/>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70" name="obj_7543"/>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grpSp>
      <p:sp>
        <p:nvSpPr>
          <p:cNvPr id="71" name="obj_7544"/>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до шага (первые кандидаты)</a:t>
            </a:r>
          </a:p>
        </p:txBody>
      </p:sp>
      <p:graphicFrame>
        <p:nvGraphicFramePr>
          <p:cNvPr id="72" name="open_before"/>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(4,7)</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0D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0D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(4,3)</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(6,6)</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8</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(6,4)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8</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17</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73" name="obj_7546"/>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до шага: 24 вершин</a:t>
            </a:r>
          </a:p>
        </p:txBody>
      </p:sp>
      <p:grpSp>
        <p:nvGrpSpPr>
          <p:cNvPr id="3" name="click1_current"/>
          <p:cNvGrpSpPr/>
          <p:nvPr/>
        </p:nvGrpSpPr>
        <p:grpSpPr>
          <a:xfrm>
            <a:off x="685800" y="2095500"/>
            <a:ext cx="5969000" cy="2120900"/>
            <a:chOff x="685800" y="2095500"/>
            <a:chExt cx="5969000" cy="2120900"/>
          </a:xfrm>
        </p:grpSpPr>
        <p:sp>
          <p:nvSpPr>
            <p:cNvPr id="74" name="obj_7548"/>
            <p:cNvSpPr/>
            <p:nvPr/>
          </p:nvSpPr>
          <p:spPr>
            <a:xfrm>
              <a:off x="1993900" y="3771900"/>
              <a:ext cx="444500" cy="444500"/>
            </a:xfrm>
            <a:prstGeom prst="rect">
              <a:avLst/>
            </a:prstGeom>
            <a:noFill/>
            <a:ln w="381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7549"/>
            <p:cNvSpPr txBox="1"/>
            <p:nvPr/>
          </p:nvSpPr>
          <p:spPr>
            <a:xfrm>
              <a:off x="685800" y="2095500"/>
              <a:ext cx="5969000" cy="4445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current = (4,7): g=5, h=11, f=16</a:t>
              </a:r>
            </a:p>
          </p:txBody>
        </p:sp>
      </p:grpSp>
      <p:grpSp>
        <p:nvGrpSpPr>
          <p:cNvPr id="4" name="click2_neighbor"/>
          <p:cNvGrpSpPr/>
          <p:nvPr/>
        </p:nvGrpSpPr>
        <p:grpSpPr>
          <a:xfrm>
            <a:off x="2222500" y="3771900"/>
            <a:ext cx="9486900" cy="1168400"/>
            <a:chOff x="2222500" y="3771900"/>
            <a:chExt cx="9486900" cy="1168400"/>
          </a:xfrm>
        </p:grpSpPr>
        <p:sp>
          <p:nvSpPr>
            <p:cNvPr id="76" name="obj_7551"/>
            <p:cNvSpPr/>
            <p:nvPr/>
          </p:nvSpPr>
          <p:spPr>
            <a:xfrm>
              <a:off x="2476500" y="3771900"/>
              <a:ext cx="444500" cy="444500"/>
            </a:xfrm>
            <a:prstGeom prst="rect">
              <a:avLst/>
            </a:prstGeom>
            <a:noFill/>
            <a:ln w="3810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obj_7552"/>
            <p:cNvCxnSpPr/>
            <p:nvPr/>
          </p:nvCxnSpPr>
          <p:spPr>
            <a:xfrm>
              <a:off x="2222500" y="4000500"/>
              <a:ext cx="482600" cy="0"/>
            </a:xfrm>
            <a:prstGeom prst="line">
              <a:avLst/>
            </a:prstGeom>
            <a:ln w="5080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78" name="obj_7553"/>
            <p:cNvSpPr txBox="1"/>
            <p:nvPr/>
          </p:nvSpPr>
          <p:spPr>
            <a:xfrm>
              <a:off x="6985000" y="4279900"/>
              <a:ext cx="4724400" cy="6604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Сосед (5,7). Цена входа: 1.</a:t>
              </a:r>
            </a:p>
          </p:txBody>
        </p:sp>
      </p:grpSp>
      <p:grpSp>
        <p:nvGrpSpPr>
          <p:cNvPr id="5" name="click3_calc"/>
          <p:cNvGrpSpPr/>
          <p:nvPr/>
        </p:nvGrpSpPr>
        <p:grpSpPr>
          <a:xfrm>
            <a:off x="6985000" y="4940300"/>
            <a:ext cx="4724400" cy="546100"/>
            <a:chOff x="6985000" y="4940300"/>
            <a:chExt cx="4724400" cy="546100"/>
          </a:xfrm>
        </p:grpSpPr>
        <p:sp>
          <p:nvSpPr>
            <p:cNvPr id="79" name="obj_7555"/>
            <p:cNvSpPr txBox="1"/>
            <p:nvPr/>
          </p:nvSpPr>
          <p:spPr>
            <a:xfrm>
              <a:off x="6985000" y="4940300"/>
              <a:ext cx="47244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new_g = 5 + 1 = 6</a:t>
              </a:r>
            </a:p>
          </p:txBody>
        </p:sp>
      </p:grpSp>
      <p:grpSp>
        <p:nvGrpSpPr>
          <p:cNvPr id="6" name="click4_map_after"/>
          <p:cNvGrpSpPr/>
          <p:nvPr/>
        </p:nvGrpSpPr>
        <p:grpSpPr>
          <a:xfrm>
            <a:off x="635000" y="2514600"/>
            <a:ext cx="6032500" cy="3187700"/>
            <a:chOff x="635000" y="2514600"/>
            <a:chExt cx="6032500" cy="3187700"/>
          </a:xfrm>
        </p:grpSpPr>
        <p:sp>
          <p:nvSpPr>
            <p:cNvPr id="80" name="obj_7557"/>
            <p:cNvSpPr/>
            <p:nvPr/>
          </p:nvSpPr>
          <p:spPr>
            <a:xfrm>
              <a:off x="698500" y="2514600"/>
              <a:ext cx="3302000" cy="2311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7558"/>
            <p:cNvSpPr/>
            <p:nvPr/>
          </p:nvSpPr>
          <p:spPr>
            <a:xfrm>
              <a:off x="10160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7559"/>
            <p:cNvSpPr/>
            <p:nvPr/>
          </p:nvSpPr>
          <p:spPr>
            <a:xfrm>
              <a:off x="11318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7560"/>
            <p:cNvSpPr/>
            <p:nvPr/>
          </p:nvSpPr>
          <p:spPr>
            <a:xfrm>
              <a:off x="1498600" y="27940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7561"/>
            <p:cNvSpPr/>
            <p:nvPr/>
          </p:nvSpPr>
          <p:spPr>
            <a:xfrm>
              <a:off x="16144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7562"/>
            <p:cNvSpPr/>
            <p:nvPr/>
          </p:nvSpPr>
          <p:spPr>
            <a:xfrm>
              <a:off x="19812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7563"/>
            <p:cNvSpPr/>
            <p:nvPr/>
          </p:nvSpPr>
          <p:spPr>
            <a:xfrm>
              <a:off x="20970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7564"/>
            <p:cNvSpPr txBox="1"/>
            <p:nvPr/>
          </p:nvSpPr>
          <p:spPr>
            <a:xfrm>
              <a:off x="19939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88" name="obj_7565"/>
            <p:cNvSpPr/>
            <p:nvPr/>
          </p:nvSpPr>
          <p:spPr>
            <a:xfrm>
              <a:off x="24638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7566"/>
            <p:cNvSpPr/>
            <p:nvPr/>
          </p:nvSpPr>
          <p:spPr>
            <a:xfrm>
              <a:off x="2579624" y="29098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7567"/>
            <p:cNvSpPr txBox="1"/>
            <p:nvPr/>
          </p:nvSpPr>
          <p:spPr>
            <a:xfrm>
              <a:off x="24765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91" name="obj_7568"/>
            <p:cNvSpPr/>
            <p:nvPr/>
          </p:nvSpPr>
          <p:spPr>
            <a:xfrm>
              <a:off x="29464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7569"/>
            <p:cNvSpPr/>
            <p:nvPr/>
          </p:nvSpPr>
          <p:spPr>
            <a:xfrm>
              <a:off x="2971800" y="28194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7570"/>
            <p:cNvSpPr txBox="1"/>
            <p:nvPr/>
          </p:nvSpPr>
          <p:spPr>
            <a:xfrm>
              <a:off x="29591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94" name="obj_7571"/>
            <p:cNvSpPr/>
            <p:nvPr/>
          </p:nvSpPr>
          <p:spPr>
            <a:xfrm>
              <a:off x="3429000" y="2794000"/>
              <a:ext cx="469900" cy="4699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7572"/>
            <p:cNvSpPr txBox="1"/>
            <p:nvPr/>
          </p:nvSpPr>
          <p:spPr>
            <a:xfrm>
              <a:off x="3441700" y="28856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58662C"/>
                  </a:solidFill>
                  <a:latin typeface="Montserrat"/>
                </a:rPr>
                <a:t>∴3</a:t>
              </a:r>
            </a:p>
          </p:txBody>
        </p:sp>
        <p:sp>
          <p:nvSpPr>
            <p:cNvPr id="96" name="obj_7573"/>
            <p:cNvSpPr/>
            <p:nvPr/>
          </p:nvSpPr>
          <p:spPr>
            <a:xfrm>
              <a:off x="10160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7574"/>
            <p:cNvSpPr/>
            <p:nvPr/>
          </p:nvSpPr>
          <p:spPr>
            <a:xfrm>
              <a:off x="11318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7575"/>
            <p:cNvSpPr/>
            <p:nvPr/>
          </p:nvSpPr>
          <p:spPr>
            <a:xfrm>
              <a:off x="1498600" y="32766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7576"/>
            <p:cNvSpPr/>
            <p:nvPr/>
          </p:nvSpPr>
          <p:spPr>
            <a:xfrm>
              <a:off x="16144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7577"/>
            <p:cNvSpPr/>
            <p:nvPr/>
          </p:nvSpPr>
          <p:spPr>
            <a:xfrm>
              <a:off x="19812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7578"/>
            <p:cNvSpPr/>
            <p:nvPr/>
          </p:nvSpPr>
          <p:spPr>
            <a:xfrm>
              <a:off x="20970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7579"/>
            <p:cNvSpPr txBox="1"/>
            <p:nvPr/>
          </p:nvSpPr>
          <p:spPr>
            <a:xfrm>
              <a:off x="19939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3" name="obj_7580"/>
            <p:cNvSpPr/>
            <p:nvPr/>
          </p:nvSpPr>
          <p:spPr>
            <a:xfrm>
              <a:off x="24638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7581"/>
            <p:cNvSpPr/>
            <p:nvPr/>
          </p:nvSpPr>
          <p:spPr>
            <a:xfrm>
              <a:off x="2579624" y="33924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7582"/>
            <p:cNvSpPr txBox="1"/>
            <p:nvPr/>
          </p:nvSpPr>
          <p:spPr>
            <a:xfrm>
              <a:off x="24765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6" name="obj_7583"/>
            <p:cNvSpPr/>
            <p:nvPr/>
          </p:nvSpPr>
          <p:spPr>
            <a:xfrm>
              <a:off x="29464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7584"/>
            <p:cNvSpPr/>
            <p:nvPr/>
          </p:nvSpPr>
          <p:spPr>
            <a:xfrm>
              <a:off x="2971800" y="33020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7585"/>
            <p:cNvSpPr txBox="1"/>
            <p:nvPr/>
          </p:nvSpPr>
          <p:spPr>
            <a:xfrm>
              <a:off x="29591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09" name="obj_7586"/>
            <p:cNvSpPr/>
            <p:nvPr/>
          </p:nvSpPr>
          <p:spPr>
            <a:xfrm>
              <a:off x="3429000" y="3276600"/>
              <a:ext cx="469900" cy="4699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7587"/>
            <p:cNvSpPr txBox="1"/>
            <p:nvPr/>
          </p:nvSpPr>
          <p:spPr>
            <a:xfrm>
              <a:off x="3441700" y="3368294"/>
              <a:ext cx="444500" cy="313690"/>
            </a:xfrm>
            <a:prstGeom prst="rect">
              <a:avLst/>
            </a:prstGeom>
            <a:noFill/>
            <a:effectLst/>
          </p:spPr>
          <p:txBody>
            <a:bodyPr wrap="square" lIns="0" tIns="0" rIns="0" bIns="0">
              <a:spAutoFit/>
            </a:bodyPr>
            <a:lstStyle/>
            <a:p>
              <a:pPr algn="ctr">
                <a:lnSpc>
                  <a:spcPct val="112000"/>
                </a:lnSpc>
                <a:spcBef>
                  <a:spcPts val="0"/>
                </a:spcBef>
                <a:spcAft>
                  <a:spcPts val="0"/>
                </a:spcAft>
              </a:pPr>
              <a:r>
                <a:rPr sz="1596" b="0">
                  <a:solidFill>
                    <a:srgbClr val="245B72"/>
                  </a:solidFill>
                  <a:latin typeface="Montserrat"/>
                </a:rPr>
                <a:t>≋2</a:t>
              </a:r>
            </a:p>
          </p:txBody>
        </p:sp>
        <p:sp>
          <p:nvSpPr>
            <p:cNvPr id="111" name="obj_7588"/>
            <p:cNvSpPr/>
            <p:nvPr/>
          </p:nvSpPr>
          <p:spPr>
            <a:xfrm>
              <a:off x="1016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7589"/>
            <p:cNvSpPr/>
            <p:nvPr/>
          </p:nvSpPr>
          <p:spPr>
            <a:xfrm>
              <a:off x="11318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7590"/>
            <p:cNvSpPr/>
            <p:nvPr/>
          </p:nvSpPr>
          <p:spPr>
            <a:xfrm>
              <a:off x="14986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7591"/>
            <p:cNvSpPr/>
            <p:nvPr/>
          </p:nvSpPr>
          <p:spPr>
            <a:xfrm>
              <a:off x="16144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7592"/>
            <p:cNvSpPr/>
            <p:nvPr/>
          </p:nvSpPr>
          <p:spPr>
            <a:xfrm>
              <a:off x="19812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7593"/>
            <p:cNvSpPr/>
            <p:nvPr/>
          </p:nvSpPr>
          <p:spPr>
            <a:xfrm>
              <a:off x="2097024" y="3875024"/>
              <a:ext cx="250952" cy="2509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7594"/>
            <p:cNvSpPr/>
            <p:nvPr/>
          </p:nvSpPr>
          <p:spPr>
            <a:xfrm>
              <a:off x="24638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7595"/>
            <p:cNvSpPr/>
            <p:nvPr/>
          </p:nvSpPr>
          <p:spPr>
            <a:xfrm>
              <a:off x="2489200" y="37846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7596"/>
            <p:cNvSpPr/>
            <p:nvPr/>
          </p:nvSpPr>
          <p:spPr>
            <a:xfrm>
              <a:off x="29464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7597"/>
            <p:cNvSpPr/>
            <p:nvPr/>
          </p:nvSpPr>
          <p:spPr>
            <a:xfrm>
              <a:off x="3429000" y="37592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7598"/>
            <p:cNvSpPr/>
            <p:nvPr/>
          </p:nvSpPr>
          <p:spPr>
            <a:xfrm>
              <a:off x="10160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7599"/>
            <p:cNvSpPr/>
            <p:nvPr/>
          </p:nvSpPr>
          <p:spPr>
            <a:xfrm>
              <a:off x="14986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7600"/>
            <p:cNvSpPr/>
            <p:nvPr/>
          </p:nvSpPr>
          <p:spPr>
            <a:xfrm>
              <a:off x="19812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7601"/>
            <p:cNvSpPr/>
            <p:nvPr/>
          </p:nvSpPr>
          <p:spPr>
            <a:xfrm>
              <a:off x="2006600" y="4267200"/>
              <a:ext cx="419100" cy="4191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7602"/>
            <p:cNvSpPr/>
            <p:nvPr/>
          </p:nvSpPr>
          <p:spPr>
            <a:xfrm>
              <a:off x="24638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7603"/>
            <p:cNvSpPr/>
            <p:nvPr/>
          </p:nvSpPr>
          <p:spPr>
            <a:xfrm>
              <a:off x="2946400" y="4241800"/>
              <a:ext cx="469900" cy="4699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7604"/>
            <p:cNvSpPr/>
            <p:nvPr/>
          </p:nvSpPr>
          <p:spPr>
            <a:xfrm>
              <a:off x="3429000" y="4241800"/>
              <a:ext cx="469900" cy="4699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7605"/>
            <p:cNvSpPr txBox="1"/>
            <p:nvPr/>
          </p:nvSpPr>
          <p:spPr>
            <a:xfrm>
              <a:off x="1016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29" name="obj_7606"/>
            <p:cNvSpPr txBox="1"/>
            <p:nvPr/>
          </p:nvSpPr>
          <p:spPr>
            <a:xfrm>
              <a:off x="14986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30" name="obj_7607"/>
            <p:cNvSpPr txBox="1"/>
            <p:nvPr/>
          </p:nvSpPr>
          <p:spPr>
            <a:xfrm>
              <a:off x="19812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1" name="obj_7608"/>
            <p:cNvSpPr txBox="1"/>
            <p:nvPr/>
          </p:nvSpPr>
          <p:spPr>
            <a:xfrm>
              <a:off x="24638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2" name="obj_7609"/>
            <p:cNvSpPr txBox="1"/>
            <p:nvPr/>
          </p:nvSpPr>
          <p:spPr>
            <a:xfrm>
              <a:off x="29464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33" name="obj_7610"/>
            <p:cNvSpPr txBox="1"/>
            <p:nvPr/>
          </p:nvSpPr>
          <p:spPr>
            <a:xfrm>
              <a:off x="3429000" y="2527300"/>
              <a:ext cx="482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34" name="obj_7611"/>
            <p:cNvSpPr txBox="1"/>
            <p:nvPr/>
          </p:nvSpPr>
          <p:spPr>
            <a:xfrm>
              <a:off x="698500" y="28808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35" name="obj_7612"/>
            <p:cNvSpPr txBox="1"/>
            <p:nvPr/>
          </p:nvSpPr>
          <p:spPr>
            <a:xfrm>
              <a:off x="698500" y="33634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36" name="obj_7613"/>
            <p:cNvSpPr txBox="1"/>
            <p:nvPr/>
          </p:nvSpPr>
          <p:spPr>
            <a:xfrm>
              <a:off x="698500" y="3846067"/>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37" name="obj_7614"/>
            <p:cNvSpPr txBox="1"/>
            <p:nvPr/>
          </p:nvSpPr>
          <p:spPr>
            <a:xfrm>
              <a:off x="698500" y="4328668"/>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38" name="obj_7615"/>
            <p:cNvSpPr/>
            <p:nvPr/>
          </p:nvSpPr>
          <p:spPr>
            <a:xfrm>
              <a:off x="635000" y="5321300"/>
              <a:ext cx="60325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7616"/>
            <p:cNvSpPr txBox="1"/>
            <p:nvPr/>
          </p:nvSpPr>
          <p:spPr>
            <a:xfrm>
              <a:off x="685800" y="5359400"/>
              <a:ext cx="5969000" cy="3429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CLOSED после шага: 25; добавлена (4,7)</a:t>
              </a:r>
            </a:p>
          </p:txBody>
        </p:sp>
      </p:grpSp>
      <p:graphicFrame>
        <p:nvGraphicFramePr>
          <p:cNvPr id="140" name="open_after"/>
          <p:cNvGraphicFramePr>
            <a:graphicFrameLocks noGrp="1"/>
          </p:cNvGraphicFramePr>
          <p:nvPr/>
        </p:nvGraphicFramePr>
        <p:xfrm>
          <a:off x="6985000" y="1993900"/>
          <a:ext cx="4724400" cy="2159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431800">
                <a:tc>
                  <a:txBody>
                    <a:bodyPr/>
                    <a:lstStyle/>
                    <a:p>
                      <a:pPr>
                        <a:spcAft>
                          <a:spcPts val="0"/>
                        </a:spcAft>
                      </a:pPr>
                      <a:r>
                        <a:rPr sz="2000" b="1">
                          <a:solidFill>
                            <a:srgbClr val="FFFFFF"/>
                          </a:solidFill>
                          <a:latin typeface="Montserrat"/>
                        </a:rPr>
                        <a:t>Клетка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g</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h</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f</a:t>
                      </a:r>
                    </a:p>
                  </a:txBody>
                  <a:tcPr marL="88900" marR="63500" marT="50800" marB="38100" anchor="ctr">
                    <a:solidFill>
                      <a:srgbClr val="352379"/>
                    </a:solidFill>
                  </a:tcPr>
                </a:tc>
                <a:extLst>
                  <a:ext uri="{0D108BD9-81ED-4DB2-BD59-A6C34878D82A}">
                    <a16:rowId xmlns:a16="http://schemas.microsoft.com/office/drawing/2014/main" val="10000"/>
                  </a:ext>
                </a:extLst>
              </a:tr>
              <a:tr h="431800">
                <a:tc>
                  <a:txBody>
                    <a:bodyPr/>
                    <a:lstStyle/>
                    <a:p>
                      <a:pPr>
                        <a:spcAft>
                          <a:spcPts val="0"/>
                        </a:spcAft>
                      </a:pPr>
                      <a:r>
                        <a:rPr sz="2000" b="0">
                          <a:solidFill>
                            <a:srgbClr val="352379"/>
                          </a:solidFill>
                          <a:latin typeface="Montserrat"/>
                        </a:rPr>
                        <a:t>(4,3)</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5</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11</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6F3FA"/>
                    </a:solidFill>
                  </a:tcPr>
                </a:tc>
                <a:extLst>
                  <a:ext uri="{0D108BD9-81ED-4DB2-BD59-A6C34878D82A}">
                    <a16:rowId xmlns:a16="http://schemas.microsoft.com/office/drawing/2014/main" val="10001"/>
                  </a:ext>
                </a:extLst>
              </a:tr>
              <a:tr h="431800">
                <a:tc>
                  <a:txBody>
                    <a:bodyPr/>
                    <a:lstStyle/>
                    <a:p>
                      <a:pPr>
                        <a:spcAft>
                          <a:spcPts val="0"/>
                        </a:spcAft>
                      </a:pPr>
                      <a:r>
                        <a:rPr sz="2000" b="0">
                          <a:solidFill>
                            <a:srgbClr val="352379"/>
                          </a:solidFill>
                          <a:latin typeface="Montserrat"/>
                        </a:rPr>
                        <a:t>(5,7)</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6</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10</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16</a:t>
                      </a:r>
                    </a:p>
                  </a:txBody>
                  <a:tcPr marL="88900" marR="63500" marT="50800" marB="38100" anchor="ctr">
                    <a:solidFill>
                      <a:srgbClr val="FFFFFF"/>
                    </a:solidFill>
                  </a:tcPr>
                </a:tc>
                <a:extLst>
                  <a:ext uri="{0D108BD9-81ED-4DB2-BD59-A6C34878D82A}">
                    <a16:rowId xmlns:a16="http://schemas.microsoft.com/office/drawing/2014/main" val="10002"/>
                  </a:ext>
                </a:extLst>
              </a:tr>
              <a:tr h="431800">
                <a:tc>
                  <a:txBody>
                    <a:bodyPr/>
                    <a:lstStyle/>
                    <a:p>
                      <a:pPr>
                        <a:spcAft>
                          <a:spcPts val="0"/>
                        </a:spcAft>
                      </a:pPr>
                      <a:r>
                        <a:rPr sz="2000" b="0">
                          <a:solidFill>
                            <a:srgbClr val="352379"/>
                          </a:solidFill>
                          <a:latin typeface="Montserrat"/>
                        </a:rPr>
                        <a:t>(6,6)</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8</a:t>
                      </a:r>
                    </a:p>
                  </a:txBody>
                  <a:tcPr marL="88900" marR="63500" marT="50800" marB="38100" anchor="ctr">
                    <a:solidFill>
                      <a:srgbClr val="F6F3FA"/>
                    </a:solidFill>
                  </a:tcPr>
                </a:tc>
                <a:tc>
                  <a:txBody>
                    <a:bodyPr/>
                    <a:lstStyle/>
                    <a:p>
                      <a:pPr>
                        <a:spcAft>
                          <a:spcPts val="0"/>
                        </a:spcAft>
                      </a:pPr>
                      <a:r>
                        <a:rPr sz="2000" b="0">
                          <a:solidFill>
                            <a:srgbClr val="352379"/>
                          </a:solidFill>
                          <a:latin typeface="Montserrat"/>
                        </a:rPr>
                        <a:t>17</a:t>
                      </a:r>
                    </a:p>
                  </a:txBody>
                  <a:tcPr marL="88900" marR="63500" marT="50800" marB="38100" anchor="ctr">
                    <a:solidFill>
                      <a:srgbClr val="F6F3FA"/>
                    </a:solidFill>
                  </a:tcPr>
                </a:tc>
                <a:extLst>
                  <a:ext uri="{0D108BD9-81ED-4DB2-BD59-A6C34878D82A}">
                    <a16:rowId xmlns:a16="http://schemas.microsoft.com/office/drawing/2014/main" val="10003"/>
                  </a:ext>
                </a:extLst>
              </a:tr>
              <a:tr h="431800">
                <a:tc>
                  <a:txBody>
                    <a:bodyPr/>
                    <a:lstStyle/>
                    <a:p>
                      <a:pPr>
                        <a:spcAft>
                          <a:spcPts val="0"/>
                        </a:spcAft>
                      </a:pPr>
                      <a:r>
                        <a:rPr sz="2000" b="0">
                          <a:solidFill>
                            <a:srgbClr val="352379"/>
                          </a:solidFill>
                          <a:latin typeface="Montserrat"/>
                        </a:rPr>
                        <a:t>(6,4)</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9</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8</a:t>
                      </a:r>
                    </a:p>
                  </a:txBody>
                  <a:tcPr marL="88900" marR="63500" marT="50800" marB="38100" anchor="ctr">
                    <a:solidFill>
                      <a:srgbClr val="FFFFFF"/>
                    </a:solidFill>
                  </a:tcPr>
                </a:tc>
                <a:tc>
                  <a:txBody>
                    <a:bodyPr/>
                    <a:lstStyle/>
                    <a:p>
                      <a:pPr>
                        <a:spcAft>
                          <a:spcPts val="0"/>
                        </a:spcAft>
                      </a:pPr>
                      <a:r>
                        <a:rPr sz="2000" b="0">
                          <a:solidFill>
                            <a:srgbClr val="352379"/>
                          </a:solidFill>
                          <a:latin typeface="Montserrat"/>
                        </a:rPr>
                        <a:t>17</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1" name="obj_7618"/>
          <p:cNvSpPr txBox="1"/>
          <p:nvPr/>
        </p:nvSpPr>
        <p:spPr>
          <a:xfrm>
            <a:off x="6985000" y="1587500"/>
            <a:ext cx="4724400" cy="3302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OPEN после всех соседей (фрагмент)</a:t>
            </a:r>
          </a:p>
        </p:txBody>
      </p:sp>
      <p:grpSp>
        <p:nvGrpSpPr>
          <p:cNvPr id="142" name="click4_decision"/>
          <p:cNvGrpSpPr/>
          <p:nvPr/>
        </p:nvGrpSpPr>
        <p:grpSpPr>
          <a:xfrm>
            <a:off x="6985000" y="4241800"/>
            <a:ext cx="4724400" cy="1447800"/>
            <a:chOff x="6985000" y="4241800"/>
            <a:chExt cx="4724400" cy="1447800"/>
          </a:xfrm>
        </p:grpSpPr>
        <p:sp>
          <p:nvSpPr>
            <p:cNvPr id="143" name="obj_7620"/>
            <p:cNvSpPr/>
            <p:nvPr/>
          </p:nvSpPr>
          <p:spPr>
            <a:xfrm>
              <a:off x="6985000" y="4241800"/>
              <a:ext cx="47244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7621"/>
            <p:cNvSpPr txBox="1"/>
            <p:nvPr/>
          </p:nvSpPr>
          <p:spPr>
            <a:xfrm>
              <a:off x="6985000" y="4292600"/>
              <a:ext cx="4724400" cy="317500"/>
            </a:xfrm>
            <a:prstGeom prst="rect">
              <a:avLst/>
            </a:prstGeom>
            <a:noFill/>
            <a:effectLst/>
          </p:spPr>
          <p:txBody>
            <a:bodyPr wrap="square" lIns="0" tIns="0" rIns="0" bIns="0">
              <a:spAutoFit/>
            </a:bodyPr>
            <a:lstStyle/>
            <a:p>
              <a:pPr algn="l">
                <a:lnSpc>
                  <a:spcPct val="112000"/>
                </a:lnSpc>
                <a:spcBef>
                  <a:spcPts val="0"/>
                </a:spcBef>
                <a:spcAft>
                  <a:spcPts val="0"/>
                </a:spcAft>
              </a:pPr>
              <a:r>
                <a:rPr sz="1900" b="0">
                  <a:solidFill>
                    <a:srgbClr val="352379"/>
                  </a:solidFill>
                  <a:latin typeface="Montserrat"/>
                </a:rPr>
                <a:t>Сосед (5,7), вход 1.</a:t>
              </a:r>
            </a:p>
          </p:txBody>
        </p:sp>
        <p:sp>
          <p:nvSpPr>
            <p:cNvPr id="145" name="obj_7622"/>
            <p:cNvSpPr txBox="1"/>
            <p:nvPr/>
          </p:nvSpPr>
          <p:spPr>
            <a:xfrm>
              <a:off x="6985000" y="4660900"/>
              <a:ext cx="4724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352379"/>
                  </a:solidFill>
                  <a:latin typeface="Montserrat"/>
                </a:rPr>
                <a:t>new_g = 5 + 1 = 6</a:t>
              </a:r>
            </a:p>
          </p:txBody>
        </p:sp>
        <p:sp>
          <p:nvSpPr>
            <p:cNvPr id="146" name="obj_7623"/>
            <p:cNvSpPr txBox="1"/>
            <p:nvPr/>
          </p:nvSpPr>
          <p:spPr>
            <a:xfrm>
              <a:off x="6985000" y="5105400"/>
              <a:ext cx="4724400" cy="571500"/>
            </a:xfrm>
            <a:prstGeom prst="rect">
              <a:avLst/>
            </a:prstGeom>
            <a:noFill/>
            <a:effectLst/>
          </p:spPr>
          <p:txBody>
            <a:bodyPr wrap="square" lIns="0" tIns="0" rIns="0" bIns="0">
              <a:spAutoFit/>
            </a:bodyPr>
            <a:lstStyle/>
            <a:p>
              <a:pPr algn="l">
                <a:lnSpc>
                  <a:spcPct val="112000"/>
                </a:lnSpc>
                <a:spcBef>
                  <a:spcPts val="0"/>
                </a:spcBef>
                <a:spcAft>
                  <a:spcPts val="0"/>
                </a:spcAft>
              </a:pPr>
              <a:r>
                <a:rPr sz="1800" b="1">
                  <a:solidFill>
                    <a:srgbClr val="352379"/>
                  </a:solidFill>
                  <a:latin typeface="Montserrat"/>
                </a:rPr>
                <a:t>g(5,7): 8 → 6</a:t>
              </a:r>
            </a:p>
            <a:p>
              <a:pPr algn="l">
                <a:lnSpc>
                  <a:spcPct val="112000"/>
                </a:lnSpc>
                <a:spcBef>
                  <a:spcPts val="0"/>
                </a:spcBef>
                <a:spcAft>
                  <a:spcPts val="0"/>
                </a:spcAft>
              </a:pPr>
              <a:r>
                <a:rPr sz="1800" b="1">
                  <a:solidFill>
                    <a:srgbClr val="352379"/>
                  </a:solidFill>
                  <a:latin typeface="Montserrat"/>
                </a:rPr>
                <a:t>parent(5,7) = (4,7)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7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119"/>
                                          </p:stCondLst>
                                        </p:cTn>
                                        <p:tgtEl>
                                          <p:spTgt spid="71"/>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119"/>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119"/>
                                          </p:stCondLst>
                                        </p:cTn>
                                        <p:tgtEl>
                                          <p:spTgt spid="1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119"/>
                                          </p:stCondLst>
                                        </p:cTn>
                                        <p:tgtEl>
                                          <p:spTgt spid="1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119"/>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14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46</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762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продолжаем поиск до извлечения G</a:t>
            </a:r>
          </a:p>
        </p:txBody>
      </p:sp>
      <p:sp>
        <p:nvSpPr>
          <p:cNvPr id="12" name="obj_762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Каждый щелчок показывает следующее реальное развёртывание A*</a:t>
            </a:r>
          </a:p>
        </p:txBody>
      </p:sp>
      <p:grpSp>
        <p:nvGrpSpPr>
          <p:cNvPr id="2" name="astar_continue_25"/>
          <p:cNvGrpSpPr/>
          <p:nvPr/>
        </p:nvGrpSpPr>
        <p:grpSpPr>
          <a:xfrm>
            <a:off x="482600" y="1600200"/>
            <a:ext cx="11226800" cy="4254500"/>
            <a:chOff x="482600" y="1600200"/>
            <a:chExt cx="11226800" cy="4254500"/>
          </a:xfrm>
        </p:grpSpPr>
        <p:sp>
          <p:nvSpPr>
            <p:cNvPr id="13" name="obj_7627"/>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7628"/>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7629"/>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7630"/>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7631"/>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7632"/>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7633"/>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7634"/>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7635"/>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7636"/>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7637"/>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7638"/>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7639"/>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7640"/>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7641"/>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7642"/>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7643"/>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7644"/>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7645"/>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7646"/>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7647"/>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7648"/>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7649"/>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7650"/>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7651"/>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7652"/>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7653"/>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7654"/>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7655"/>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7656"/>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7657"/>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7658"/>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7659"/>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7660"/>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7661"/>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7662"/>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7663"/>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7664"/>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7665"/>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7666"/>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7667"/>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7668"/>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7669"/>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7670"/>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7671"/>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7672"/>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7673"/>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7674"/>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7675"/>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7676"/>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7677"/>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7678"/>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7679"/>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7680"/>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7681"/>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7682"/>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7683"/>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7684"/>
            <p:cNvSpPr/>
            <p:nvPr/>
          </p:nvSpPr>
          <p:spPr>
            <a:xfrm>
              <a:off x="212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7685"/>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7686"/>
            <p:cNvSpPr/>
            <p:nvPr/>
          </p:nvSpPr>
          <p:spPr>
            <a:xfrm>
              <a:off x="24384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7687"/>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7688"/>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7689"/>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7690"/>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7691"/>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7692"/>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7693"/>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7694"/>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7695"/>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7696"/>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7697"/>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7698"/>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7699"/>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7700"/>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7701"/>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7702"/>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7703"/>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7704"/>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7705"/>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7706"/>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3" name="obj_7707"/>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7708"/>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7709"/>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 name="obj_7710"/>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7711"/>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7712"/>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9" name="obj_7713"/>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7714"/>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1" name="obj_7715"/>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7716"/>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3" name="obj_7717"/>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7718"/>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 name="obj_7719"/>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7720"/>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7" name="obj_7721"/>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7722"/>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9" name="obj_7723"/>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7724"/>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7725"/>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7726"/>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7727"/>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7728"/>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7729"/>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7730"/>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7731"/>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118" name="obj_7732"/>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7733"/>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7734"/>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7735"/>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7736"/>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7737"/>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7738"/>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5" name="obj_7739"/>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7740"/>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7741"/>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8" name="obj_7742"/>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7743"/>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7744"/>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1" name="obj_7745"/>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7746"/>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3" name="obj_7747"/>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7748"/>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5" name="obj_7749"/>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7750"/>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7" name="obj_7751"/>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7752"/>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9" name="obj_7753"/>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7754"/>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1" name="obj_7755"/>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7756"/>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7757"/>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7758"/>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145" name="obj_7759"/>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7760"/>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7761"/>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7762"/>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7763"/>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7764"/>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7765"/>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7766"/>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7767"/>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7768"/>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7769"/>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7770"/>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7" name="obj_7771"/>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7772"/>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7773"/>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0" name="obj_7774"/>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7775"/>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7776"/>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3" name="obj_7777"/>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7778"/>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5" name="obj_7779"/>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7780"/>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7" name="obj_7781"/>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7782"/>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9" name="obj_7783"/>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7784"/>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1" name="obj_7785"/>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7786"/>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3" name="obj_7787"/>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7788"/>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7789"/>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7790"/>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7791"/>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7792"/>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7793"/>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7794"/>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7795"/>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7796"/>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7797"/>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7798"/>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7799"/>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7800"/>
            <p:cNvSpPr/>
            <p:nvPr/>
          </p:nvSpPr>
          <p:spPr>
            <a:xfrm>
              <a:off x="21082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7801"/>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7802"/>
            <p:cNvSpPr/>
            <p:nvPr/>
          </p:nvSpPr>
          <p:spPr>
            <a:xfrm>
              <a:off x="2438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7803"/>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7804"/>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7805"/>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7806"/>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7807"/>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7808"/>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7809"/>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7810"/>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7811"/>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7812"/>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7813"/>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7814"/>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7815"/>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7816"/>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7817"/>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7818"/>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7819"/>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7820"/>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7821"/>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7822"/>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7823"/>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7824"/>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7825"/>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7826"/>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7827"/>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7828"/>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7829"/>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7830"/>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7831"/>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7832"/>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7833"/>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7834"/>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7835"/>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7836"/>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7837"/>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7838"/>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7839"/>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7840"/>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7841"/>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7842"/>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7843"/>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7844"/>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7845"/>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7846"/>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7847"/>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7848"/>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7849"/>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7850"/>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7851"/>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7852"/>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7853"/>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7854"/>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7855"/>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7856"/>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7857"/>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7858"/>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7859"/>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46" name="obj_7860"/>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47" name="obj_7861"/>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48" name="obj_7862"/>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49" name="obj_7863"/>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50" name="obj_7864"/>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51" name="obj_7865"/>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52" name="obj_7866"/>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53" name="obj_7867"/>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54" name="obj_7868"/>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55" name="obj_7869"/>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56" name="obj_7870"/>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57" name="obj_7871"/>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58" name="obj_7872"/>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59" name="obj_7873"/>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60" name="obj_7874"/>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61" name="obj_7875"/>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62" name="obj_7876"/>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63" name="obj_7877"/>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64" name="obj_7878"/>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65" name="obj_7879"/>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66" name="obj_7880"/>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67" name="obj_7881"/>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68" name="obj_7882"/>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69" name="obj_7883"/>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70" name="obj_7884"/>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71" name="obj_7885"/>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25: current = (4,7)</a:t>
              </a:r>
            </a:p>
          </p:txBody>
        </p:sp>
        <p:sp>
          <p:nvSpPr>
            <p:cNvPr id="272" name="obj_7886"/>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g=5, h=11, f=16</a:t>
              </a:r>
            </a:p>
          </p:txBody>
        </p:sp>
        <p:sp>
          <p:nvSpPr>
            <p:cNvPr id="273" name="obj_7887"/>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25</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25</a:t>
              </a:r>
            </a:p>
          </p:txBody>
        </p:sp>
        <p:sp>
          <p:nvSpPr>
            <p:cNvPr id="274" name="obj_7888"/>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3" name="astar_continue_26"/>
          <p:cNvGrpSpPr/>
          <p:nvPr/>
        </p:nvGrpSpPr>
        <p:grpSpPr>
          <a:xfrm>
            <a:off x="482600" y="1600200"/>
            <a:ext cx="11226800" cy="4254500"/>
            <a:chOff x="482600" y="1600200"/>
            <a:chExt cx="11226800" cy="4254500"/>
          </a:xfrm>
        </p:grpSpPr>
        <p:sp>
          <p:nvSpPr>
            <p:cNvPr id="275" name="obj_7890"/>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7891"/>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7892"/>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7893"/>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7894"/>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7895"/>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7896"/>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7897"/>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7898"/>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bj_7899"/>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7900"/>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7901"/>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7902"/>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7903"/>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7904"/>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bj_7905"/>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7906"/>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7907"/>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7908"/>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7909"/>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7910"/>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7911"/>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bj_7912"/>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7913"/>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7914"/>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7915"/>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7916"/>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7917"/>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7918"/>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7919"/>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7920"/>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7921"/>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7922"/>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7923"/>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7924"/>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7925"/>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7926"/>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7927"/>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7928"/>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7929"/>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7930"/>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7931"/>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7932"/>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7933"/>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7934"/>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7935"/>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7936"/>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7937"/>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7938"/>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7939"/>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7940"/>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7941"/>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7942"/>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7943"/>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7944"/>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7945"/>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7946"/>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7947"/>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7948"/>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7949"/>
            <p:cNvSpPr/>
            <p:nvPr/>
          </p:nvSpPr>
          <p:spPr>
            <a:xfrm>
              <a:off x="2108200" y="288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7950"/>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bj_7951"/>
            <p:cNvSpPr/>
            <p:nvPr/>
          </p:nvSpPr>
          <p:spPr>
            <a:xfrm>
              <a:off x="24384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bj_7952"/>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bj_7953"/>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bj_7954"/>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bj_7955"/>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bj_7956"/>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bj_7957"/>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bj_7958"/>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bj_7959"/>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bj_7960"/>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bj_7961"/>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bj_7962"/>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bj_7963"/>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bj_7964"/>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bj_7965"/>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bj_7966"/>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bj_7967"/>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bj_7968"/>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bj_7969"/>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bj_7970"/>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bj_7971"/>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57" name="obj_7972"/>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bj_7973"/>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bj_7974"/>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0" name="obj_7975"/>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bj_7976"/>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bj_7977"/>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3" name="obj_7978"/>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bj_7979"/>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5" name="obj_7980"/>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bj_7981"/>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7" name="obj_7982"/>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bj_7983"/>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9" name="obj_7984"/>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bj_7985"/>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1" name="obj_7986"/>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bj_7987"/>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3" name="obj_7988"/>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bj_7989"/>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bj_7990"/>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bj_7991"/>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bj_7992"/>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7993"/>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7994"/>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bj_7995"/>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bj_7996"/>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382" name="obj_7997"/>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bj_7998"/>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bj_7999"/>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bj_8000"/>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bj_8001"/>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bj_8002"/>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bj_8003"/>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89" name="obj_8004"/>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bj_8005"/>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bj_8006"/>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2" name="obj_8007"/>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bj_8008"/>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bj_8009"/>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5" name="obj_8010"/>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bj_8011"/>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7" name="obj_8012"/>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bj_8013"/>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9" name="obj_8014"/>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bj_8015"/>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01" name="obj_8016"/>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bj_8017"/>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03" name="obj_8018"/>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bj_8019"/>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05" name="obj_8020"/>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bj_8021"/>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bj_8022"/>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bj_8023"/>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409" name="obj_8024"/>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bj_8025"/>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bj_8026"/>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bj_8027"/>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bj_8028"/>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bj_8029"/>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bj_8030"/>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bj_8031"/>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bj_8032"/>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bj_8033"/>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bj_8034"/>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bj_8035"/>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1" name="obj_8036"/>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bj_8037"/>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bj_8038"/>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4" name="obj_8039"/>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bj_8040"/>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bj_8041"/>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7" name="obj_8042"/>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bj_8043"/>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9" name="obj_8044"/>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bj_8045"/>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1" name="obj_8046"/>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bj_8047"/>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3" name="obj_8048"/>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bj_8049"/>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5" name="obj_8050"/>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bj_8051"/>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7" name="obj_8052"/>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bj_8053"/>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bj_8054"/>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bj_8055"/>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bj_8056"/>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bj_8057"/>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bj_8058"/>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bj_8059"/>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bj_8060"/>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bj_8061"/>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bj_8062"/>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bj_8063"/>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bj_8064"/>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bj_8065"/>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bj_8066"/>
            <p:cNvSpPr/>
            <p:nvPr/>
          </p:nvSpPr>
          <p:spPr>
            <a:xfrm>
              <a:off x="2438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bj_8067"/>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bj_8068"/>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bj_8069"/>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bj_8070"/>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bj_8071"/>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bj_8072"/>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bj_8073"/>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bj_8074"/>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bj_8075"/>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bj_8076"/>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bj_8077"/>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bj_8078"/>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bj_8079"/>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bj_8080"/>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bj_8081"/>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bj_8082"/>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bj_8083"/>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bj_8084"/>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bj_8085"/>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bj_8086"/>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bj_8087"/>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bj_8088"/>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bj_8089"/>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bj_8090"/>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bj_8091"/>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bj_8092"/>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bj_8093"/>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bj_8094"/>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bj_8095"/>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bj_8096"/>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bj_8097"/>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bj_8098"/>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obj_8099"/>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5" name="obj_8100"/>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bj_8101"/>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bj_8102"/>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bj_8103"/>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bj_8104"/>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bj_8105"/>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bj_8106"/>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bj_8107"/>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bj_8108"/>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obj_8109"/>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5" name="obj_8110"/>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bj_8111"/>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bj_8112"/>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bj_8113"/>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bj_8114"/>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bj_8115"/>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bj_8116"/>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bj_8117"/>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bj_8118"/>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obj_8119"/>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 name="obj_8120"/>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bj_8121"/>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bj_8122"/>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bj_8123"/>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09" name="obj_8124"/>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10" name="obj_8125"/>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11" name="obj_8126"/>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12" name="obj_8127"/>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13" name="obj_8128"/>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514" name="obj_8129"/>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515" name="obj_8130"/>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516" name="obj_8131"/>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517" name="obj_8132"/>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518" name="obj_8133"/>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519" name="obj_8134"/>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520" name="obj_8135"/>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521" name="obj_8136"/>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522" name="obj_8137"/>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523" name="obj_8138"/>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524" name="obj_8139"/>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525" name="obj_8140"/>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526" name="obj_8141"/>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527" name="obj_8142"/>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528" name="obj_8143"/>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529" name="obj_8144"/>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530" name="obj_8145"/>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531" name="obj_8146"/>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532" name="obj_8147"/>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533" name="obj_8148"/>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534" name="obj_8149"/>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26: current = (4,3)</a:t>
              </a:r>
            </a:p>
          </p:txBody>
        </p:sp>
        <p:sp>
          <p:nvSpPr>
            <p:cNvPr id="535" name="obj_8150"/>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g=5, h=11, f=16</a:t>
              </a:r>
            </a:p>
          </p:txBody>
        </p:sp>
        <p:sp>
          <p:nvSpPr>
            <p:cNvPr id="536" name="obj_8151"/>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26</a:t>
              </a:r>
            </a:p>
            <a:p>
              <a:pPr algn="l">
                <a:lnSpc>
                  <a:spcPct val="112000"/>
                </a:lnSpc>
                <a:spcBef>
                  <a:spcPts val="0"/>
                </a:spcBef>
                <a:spcAft>
                  <a:spcPts val="0"/>
                </a:spcAft>
              </a:pPr>
              <a:r>
                <a:rPr sz="2400" b="0">
                  <a:solidFill>
                    <a:srgbClr val="352379"/>
                  </a:solidFill>
                  <a:latin typeface="Montserrat"/>
                </a:rPr>
                <a:t>OPEN: 11</a:t>
              </a:r>
            </a:p>
            <a:p>
              <a:pPr algn="l">
                <a:lnSpc>
                  <a:spcPct val="112000"/>
                </a:lnSpc>
                <a:spcBef>
                  <a:spcPts val="0"/>
                </a:spcBef>
                <a:spcAft>
                  <a:spcPts val="0"/>
                </a:spcAft>
              </a:pPr>
              <a:r>
                <a:rPr sz="2400" b="0">
                  <a:solidFill>
                    <a:srgbClr val="352379"/>
                  </a:solidFill>
                  <a:latin typeface="Montserrat"/>
                </a:rPr>
                <a:t>CLOSED: 26</a:t>
              </a:r>
            </a:p>
          </p:txBody>
        </p:sp>
        <p:sp>
          <p:nvSpPr>
            <p:cNvPr id="537" name="obj_8152"/>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4" name="astar_continue_27"/>
          <p:cNvGrpSpPr/>
          <p:nvPr/>
        </p:nvGrpSpPr>
        <p:grpSpPr>
          <a:xfrm>
            <a:off x="482600" y="1600200"/>
            <a:ext cx="11226800" cy="4254500"/>
            <a:chOff x="482600" y="1600200"/>
            <a:chExt cx="11226800" cy="4254500"/>
          </a:xfrm>
        </p:grpSpPr>
        <p:sp>
          <p:nvSpPr>
            <p:cNvPr id="538" name="obj_8154"/>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bj_8155"/>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bj_8156"/>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bj_8157"/>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bj_8158"/>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bj_8159"/>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obj_8160"/>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5" name="obj_8161"/>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bj_8162"/>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bj_8163"/>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bj_8164"/>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bj_8165"/>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bj_8166"/>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bj_8167"/>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bj_8168"/>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bj_8169"/>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bj_8170"/>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bj_8171"/>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bj_8172"/>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bj_8173"/>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bj_8174"/>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bj_8175"/>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bj_8176"/>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bj_8177"/>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bj_8178"/>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bj_8179"/>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bj_8180"/>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bj_8181"/>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bj_8182"/>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bj_8183"/>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bj_8184"/>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bj_8185"/>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bj_8186"/>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bj_8187"/>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bj_8188"/>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bj_8189"/>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bj_8190"/>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bj_8191"/>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bj_8192"/>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bj_8193"/>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bj_8194"/>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bj_8195"/>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bj_8196"/>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bj_8197"/>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bj_8198"/>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bj_8199"/>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bj_8200"/>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bj_8201"/>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bj_8202"/>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bj_8203"/>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bj_8204"/>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9" name="obj_8205"/>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0" name="obj_8206"/>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1" name="obj_8207"/>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2" name="obj_8208"/>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obj_8209"/>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4" name="obj_8210"/>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5" name="obj_8211"/>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6" name="obj_8212"/>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7" name="obj_8213"/>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8" name="obj_8214"/>
            <p:cNvSpPr/>
            <p:nvPr/>
          </p:nvSpPr>
          <p:spPr>
            <a:xfrm>
              <a:off x="24384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9" name="obj_8215"/>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0" name="obj_8216"/>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1" name="obj_8217"/>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2" name="obj_8218"/>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3" name="obj_8219"/>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4" name="obj_8220"/>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5" name="obj_8221"/>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6" name="obj_8222"/>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7" name="obj_8223"/>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8" name="obj_8224"/>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9" name="obj_8225"/>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0" name="obj_8226"/>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obj_8227"/>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2" name="obj_8228"/>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3" name="obj_8229"/>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4" name="obj_8230"/>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5" name="obj_8231"/>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6" name="obj_8232"/>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 name="obj_8233"/>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8" name="obj_8234"/>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19" name="obj_8235"/>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0" name="obj_8236"/>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1" name="obj_8237"/>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22" name="obj_8238"/>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3" name="obj_8239"/>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 name="obj_8240"/>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25" name="obj_8241"/>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6" name="obj_8242"/>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27" name="obj_8243"/>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8" name="obj_8244"/>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29" name="obj_8245"/>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0" name="obj_8246"/>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1" name="obj_8247"/>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2" name="obj_8248"/>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3" name="obj_8249"/>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4" name="obj_8250"/>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35" name="obj_8251"/>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6" name="obj_8252"/>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7" name="obj_8253"/>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8" name="obj_8254"/>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9" name="obj_8255"/>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0" name="obj_8256"/>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1" name="obj_8257"/>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2" name="obj_8258"/>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3" name="obj_8259"/>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644" name="obj_8260"/>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5" name="obj_8261"/>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obj_8262"/>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7" name="obj_8263"/>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8" name="obj_8264"/>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9" name="obj_8265"/>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obj_8266"/>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51" name="obj_8267"/>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2" name="obj_8268"/>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3" name="obj_8269"/>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54" name="obj_8270"/>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5" name="obj_8271"/>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6" name="obj_8272"/>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57" name="obj_8273"/>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8" name="obj_8274"/>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59" name="obj_8275"/>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obj_8276"/>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61" name="obj_8277"/>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2" name="obj_8278"/>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63" name="obj_8279"/>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obj_8280"/>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65" name="obj_8281"/>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6" name="obj_8282"/>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667" name="obj_8283"/>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8" name="obj_8284"/>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9" name="obj_8285"/>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0" name="obj_8286"/>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671" name="obj_8287"/>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2" name="obj_8288"/>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3" name="obj_8289"/>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4" name="obj_8290"/>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5" name="obj_8291"/>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6" name="obj_8292"/>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7" name="obj_8293"/>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8" name="obj_8294"/>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9" name="obj_8295"/>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0" name="obj_8296"/>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1" name="obj_8297"/>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2" name="obj_8298"/>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3" name="obj_8299"/>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4" name="obj_8300"/>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5" name="obj_8301"/>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6" name="obj_8302"/>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7" name="obj_8303"/>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8" name="obj_8304"/>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9" name="obj_8305"/>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0" name="obj_8306"/>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91" name="obj_8307"/>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2" name="obj_8308"/>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93" name="obj_8309"/>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4" name="obj_8310"/>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95" name="obj_8311"/>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6" name="obj_8312"/>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97" name="obj_8313"/>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8" name="obj_8314"/>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99" name="obj_8315"/>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0" name="obj_8316"/>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1" name="obj_8317"/>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obj_8318"/>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3" name="obj_8319"/>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4" name="obj_8320"/>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5" name="obj_8321"/>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6" name="obj_8322"/>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7" name="obj_8323"/>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8" name="obj_8324"/>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9" name="obj_8325"/>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0" name="obj_8326"/>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1" name="obj_8327"/>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2" name="obj_8328"/>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3" name="obj_8329"/>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4" name="obj_8330"/>
            <p:cNvSpPr/>
            <p:nvPr/>
          </p:nvSpPr>
          <p:spPr>
            <a:xfrm>
              <a:off x="24257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5" name="obj_8331"/>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6" name="obj_8332"/>
            <p:cNvSpPr/>
            <p:nvPr/>
          </p:nvSpPr>
          <p:spPr>
            <a:xfrm>
              <a:off x="275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7" name="obj_8333"/>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 name="obj_8334"/>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 name="obj_8335"/>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0" name="obj_8336"/>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1" name="obj_8337"/>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2" name="obj_8338"/>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3" name="obj_8339"/>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4" name="obj_8340"/>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5" name="obj_8341"/>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6" name="obj_8342"/>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7" name="obj_8343"/>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8" name="obj_8344"/>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9" name="obj_8345"/>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0" name="obj_8346"/>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1" name="obj_8347"/>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2" name="obj_8348"/>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3" name="obj_8349"/>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4" name="obj_8350"/>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5" name="obj_8351"/>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6" name="obj_8352"/>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7" name="obj_8353"/>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8" name="obj_8354"/>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9" name="obj_8355"/>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0" name="obj_8356"/>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1" name="obj_8357"/>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2" name="obj_8358"/>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obj_8359"/>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4" name="obj_8360"/>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5" name="obj_8361"/>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6" name="obj_8362"/>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7" name="obj_8363"/>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8" name="obj_8364"/>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9" name="obj_8365"/>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0" name="obj_8366"/>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1" name="obj_8367"/>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2" name="obj_8368"/>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3" name="obj_8369"/>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4" name="obj_8370"/>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5" name="obj_8371"/>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6" name="obj_8372"/>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7" name="obj_8373"/>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8" name="obj_8374"/>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9" name="obj_8375"/>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0" name="obj_8376"/>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1" name="obj_8377"/>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2" name="obj_8378"/>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3" name="obj_8379"/>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4" name="obj_8380"/>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5" name="obj_8381"/>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6" name="obj_8382"/>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7" name="obj_8383"/>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8" name="obj_8384"/>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9" name="obj_8385"/>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0" name="obj_8386"/>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1" name="obj_8387"/>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2" name="obj_8388"/>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3" name="obj_8389"/>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774" name="obj_8390"/>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775" name="obj_8391"/>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776" name="obj_8392"/>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777" name="obj_8393"/>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778" name="obj_8394"/>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779" name="obj_8395"/>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780" name="obj_8396"/>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781" name="obj_8397"/>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782" name="obj_8398"/>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783" name="obj_8399"/>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784" name="obj_8400"/>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785" name="obj_8401"/>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786" name="obj_8402"/>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787" name="obj_8403"/>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788" name="obj_8404"/>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789" name="obj_8405"/>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790" name="obj_8406"/>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791" name="obj_8407"/>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792" name="obj_8408"/>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793" name="obj_8409"/>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794" name="obj_8410"/>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795" name="obj_8411"/>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796" name="obj_8412"/>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797" name="obj_8413"/>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798" name="obj_8414"/>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799" name="obj_8415"/>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27: current = (5,7)</a:t>
              </a:r>
            </a:p>
          </p:txBody>
        </p:sp>
        <p:sp>
          <p:nvSpPr>
            <p:cNvPr id="800" name="obj_8416"/>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g=6, h=10, f=16</a:t>
              </a:r>
            </a:p>
          </p:txBody>
        </p:sp>
        <p:sp>
          <p:nvSpPr>
            <p:cNvPr id="801" name="obj_8417"/>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27</a:t>
              </a:r>
            </a:p>
            <a:p>
              <a:pPr algn="l">
                <a:lnSpc>
                  <a:spcPct val="112000"/>
                </a:lnSpc>
                <a:spcBef>
                  <a:spcPts val="0"/>
                </a:spcBef>
                <a:spcAft>
                  <a:spcPts val="0"/>
                </a:spcAft>
              </a:pPr>
              <a:r>
                <a:rPr sz="2400" b="0">
                  <a:solidFill>
                    <a:srgbClr val="352379"/>
                  </a:solidFill>
                  <a:latin typeface="Montserrat"/>
                </a:rPr>
                <a:t>OPEN: 12</a:t>
              </a:r>
            </a:p>
            <a:p>
              <a:pPr algn="l">
                <a:lnSpc>
                  <a:spcPct val="112000"/>
                </a:lnSpc>
                <a:spcBef>
                  <a:spcPts val="0"/>
                </a:spcBef>
                <a:spcAft>
                  <a:spcPts val="0"/>
                </a:spcAft>
              </a:pPr>
              <a:r>
                <a:rPr sz="2400" b="0">
                  <a:solidFill>
                    <a:srgbClr val="352379"/>
                  </a:solidFill>
                  <a:latin typeface="Montserrat"/>
                </a:rPr>
                <a:t>CLOSED: 27</a:t>
              </a:r>
            </a:p>
          </p:txBody>
        </p:sp>
        <p:sp>
          <p:nvSpPr>
            <p:cNvPr id="802" name="obj_8418"/>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5" name="astar_continue_28"/>
          <p:cNvGrpSpPr/>
          <p:nvPr/>
        </p:nvGrpSpPr>
        <p:grpSpPr>
          <a:xfrm>
            <a:off x="482600" y="1600200"/>
            <a:ext cx="11226800" cy="4254500"/>
            <a:chOff x="482600" y="1600200"/>
            <a:chExt cx="11226800" cy="4254500"/>
          </a:xfrm>
        </p:grpSpPr>
        <p:sp>
          <p:nvSpPr>
            <p:cNvPr id="803" name="obj_8420"/>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4" name="obj_8421"/>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5" name="obj_8422"/>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6" name="obj_8423"/>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7" name="obj_8424"/>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8" name="obj_8425"/>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9" name="obj_8426"/>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0" name="obj_8427"/>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1" name="obj_8428"/>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2" name="obj_8429"/>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3" name="obj_8430"/>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4" name="obj_8431"/>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obj_8432"/>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6" name="obj_8433"/>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7" name="obj_8434"/>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8" name="obj_8435"/>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9" name="obj_8436"/>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 name="obj_8437"/>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 name="obj_8438"/>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2" name="obj_8439"/>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3" name="obj_8440"/>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4" name="obj_8441"/>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5" name="obj_8442"/>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6" name="obj_8443"/>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7" name="obj_8444"/>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8" name="obj_8445"/>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9" name="obj_8446"/>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0" name="obj_8447"/>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obj_8448"/>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2" name="obj_8449"/>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3" name="obj_8450"/>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4" name="obj_8451"/>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5" name="obj_8452"/>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6" name="obj_8453"/>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7" name="obj_8454"/>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8" name="obj_8455"/>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9" name="obj_8456"/>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0" name="obj_8457"/>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1" name="obj_8458"/>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2" name="obj_8459"/>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3" name="obj_8460"/>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4" name="obj_8461"/>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5" name="obj_8462"/>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6" name="obj_8463"/>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7" name="obj_8464"/>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8" name="obj_8465"/>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9" name="obj_8466"/>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0" name="obj_8467"/>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1" name="obj_8468"/>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2" name="obj_8469"/>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3" name="obj_8470"/>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4" name="obj_8471"/>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5" name="obj_8472"/>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6" name="obj_8473"/>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7" name="obj_8474"/>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8" name="obj_8475"/>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9" name="obj_8476"/>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0" name="obj_8477"/>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1" name="obj_8478"/>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2" name="obj_8479"/>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3" name="obj_8480"/>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4" name="obj_8481"/>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5" name="obj_8482"/>
            <p:cNvSpPr/>
            <p:nvPr/>
          </p:nvSpPr>
          <p:spPr>
            <a:xfrm>
              <a:off x="2425700" y="288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6" name="obj_8483"/>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7" name="obj_8484"/>
            <p:cNvSpPr/>
            <p:nvPr/>
          </p:nvSpPr>
          <p:spPr>
            <a:xfrm>
              <a:off x="2755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8" name="obj_8485"/>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9" name="obj_8486"/>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0" name="obj_8487"/>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1" name="obj_8488"/>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2" name="obj_8489"/>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3" name="obj_8490"/>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4" name="obj_8491"/>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5" name="obj_8492"/>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6" name="obj_8493"/>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7" name="obj_8494"/>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8" name="obj_8495"/>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9" name="obj_8496"/>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0" name="obj_8497"/>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1" name="obj_8498"/>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2" name="obj_8499"/>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3" name="obj_8500"/>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4" name="obj_8501"/>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5" name="obj_8502"/>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6" name="obj_8503"/>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87" name="obj_8504"/>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8" name="obj_8505"/>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9" name="obj_8506"/>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0" name="obj_8507"/>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 name="obj_8508"/>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 name="obj_8509"/>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3" name="obj_8510"/>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 name="obj_8511"/>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5" name="obj_8512"/>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6" name="obj_8513"/>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7" name="obj_8514"/>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8" name="obj_8515"/>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99" name="obj_8516"/>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 name="obj_8517"/>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01" name="obj_8518"/>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 name="obj_8519"/>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03" name="obj_8520"/>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 name="obj_8521"/>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obj_8522"/>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6" name="obj_8523"/>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obj_8524"/>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8" name="obj_8525"/>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obj_8526"/>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obj_8527"/>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obj_8528"/>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912" name="obj_8529"/>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obj_8530"/>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4" name="obj_8531"/>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obj_8532"/>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obj_8533"/>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obj_8534"/>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obj_8535"/>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19" name="obj_8536"/>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obj_8537"/>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obj_8538"/>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22" name="obj_8539"/>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obj_8540"/>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obj_8541"/>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25" name="obj_8542"/>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obj_8543"/>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27" name="obj_8544"/>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obj_8545"/>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29" name="obj_8546"/>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obj_8547"/>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31" name="obj_8548"/>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obj_8549"/>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33" name="obj_8550"/>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4" name="obj_8551"/>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935" name="obj_8552"/>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6" name="obj_8553"/>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7" name="obj_8554"/>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8" name="obj_8555"/>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939" name="obj_8556"/>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0" name="obj_8557"/>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1" name="obj_8558"/>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2" name="obj_8559"/>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3" name="obj_8560"/>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4" name="obj_8561"/>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5" name="obj_8562"/>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obj_8563"/>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obj_8564"/>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8" name="obj_8565"/>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9" name="obj_8566"/>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 name="obj_8567"/>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51" name="obj_8568"/>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2" name="obj_8569"/>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3" name="obj_8570"/>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54" name="obj_8571"/>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5" name="obj_8572"/>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6" name="obj_8573"/>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57" name="obj_8574"/>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8" name="obj_8575"/>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59" name="obj_8576"/>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 name="obj_8577"/>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1" name="obj_8578"/>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 name="obj_8579"/>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3" name="obj_8580"/>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4" name="obj_8581"/>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5" name="obj_8582"/>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6" name="obj_8583"/>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7" name="obj_8584"/>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8" name="obj_8585"/>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9" name="obj_8586"/>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 name="obj_8587"/>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1" name="obj_8588"/>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2" name="obj_8589"/>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3" name="obj_8590"/>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4" name="obj_8591"/>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5" name="obj_8592"/>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6" name="obj_8593"/>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7" name="obj_8594"/>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8" name="obj_8595"/>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9" name="obj_8596"/>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0" name="obj_8597"/>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1" name="obj_8598"/>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2" name="obj_8599"/>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3" name="obj_8600"/>
            <p:cNvSpPr/>
            <p:nvPr/>
          </p:nvSpPr>
          <p:spPr>
            <a:xfrm>
              <a:off x="275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4" name="obj_8601"/>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5" name="obj_8602"/>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6" name="obj_8603"/>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7" name="obj_8604"/>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8" name="obj_8605"/>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9" name="obj_8606"/>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0" name="obj_8607"/>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1" name="obj_8608"/>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2" name="obj_8609"/>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3" name="obj_8610"/>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obj_8611"/>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5" name="obj_8612"/>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6" name="obj_8613"/>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7" name="obj_8614"/>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8" name="obj_8615"/>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9" name="obj_8616"/>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obj_8617"/>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obj_8618"/>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obj_8619"/>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obj_8620"/>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obj_8621"/>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obj_8622"/>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obj_8623"/>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obj_8624"/>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obj_8625"/>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obj_8626"/>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obj_8627"/>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obj_8628"/>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obj_8629"/>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obj_8630"/>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obj_8631"/>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obj_8632"/>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bj_8633"/>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obj_8634"/>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obj_8635"/>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obj_8636"/>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obj_8637"/>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bj_8638"/>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obj_8639"/>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obj_8640"/>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obj_8641"/>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obj_8642"/>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obj_8643"/>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obj_8644"/>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8" name="obj_8645"/>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obj_8646"/>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obj_8647"/>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obj_8648"/>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obj_8649"/>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obj_8650"/>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obj_8651"/>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obj_8652"/>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obj_8653"/>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obj_8654"/>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obj_8655"/>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9" name="obj_8656"/>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0" name="obj_8657"/>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041" name="obj_8658"/>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042" name="obj_8659"/>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043" name="obj_8660"/>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044" name="obj_8661"/>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045" name="obj_8662"/>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046" name="obj_8663"/>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047" name="obj_8664"/>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048" name="obj_8665"/>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049" name="obj_8666"/>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050" name="obj_8667"/>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051" name="obj_8668"/>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052" name="obj_8669"/>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053" name="obj_8670"/>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054" name="obj_8671"/>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055" name="obj_8672"/>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056" name="obj_8673"/>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057" name="obj_8674"/>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058" name="obj_8675"/>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059" name="obj_8676"/>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060" name="obj_8677"/>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061" name="obj_8678"/>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062" name="obj_8679"/>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063" name="obj_8680"/>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064" name="obj_8681"/>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065" name="obj_8682"/>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066" name="obj_868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28: current = (5,3)</a:t>
              </a:r>
            </a:p>
          </p:txBody>
        </p:sp>
        <p:sp>
          <p:nvSpPr>
            <p:cNvPr id="1067" name="obj_868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g=6, h=10, f=16</a:t>
              </a:r>
            </a:p>
          </p:txBody>
        </p:sp>
        <p:sp>
          <p:nvSpPr>
            <p:cNvPr id="1068" name="obj_868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28</a:t>
              </a:r>
            </a:p>
            <a:p>
              <a:pPr algn="l">
                <a:lnSpc>
                  <a:spcPct val="112000"/>
                </a:lnSpc>
                <a:spcBef>
                  <a:spcPts val="0"/>
                </a:spcBef>
                <a:spcAft>
                  <a:spcPts val="0"/>
                </a:spcAft>
              </a:pPr>
              <a:r>
                <a:rPr sz="2400" b="0">
                  <a:solidFill>
                    <a:srgbClr val="352379"/>
                  </a:solidFill>
                  <a:latin typeface="Montserrat"/>
                </a:rPr>
                <a:t>OPEN: 13</a:t>
              </a:r>
            </a:p>
            <a:p>
              <a:pPr algn="l">
                <a:lnSpc>
                  <a:spcPct val="112000"/>
                </a:lnSpc>
                <a:spcBef>
                  <a:spcPts val="0"/>
                </a:spcBef>
                <a:spcAft>
                  <a:spcPts val="0"/>
                </a:spcAft>
              </a:pPr>
              <a:r>
                <a:rPr sz="2400" b="0">
                  <a:solidFill>
                    <a:srgbClr val="352379"/>
                  </a:solidFill>
                  <a:latin typeface="Montserrat"/>
                </a:rPr>
                <a:t>CLOSED: 28</a:t>
              </a:r>
            </a:p>
          </p:txBody>
        </p:sp>
        <p:sp>
          <p:nvSpPr>
            <p:cNvPr id="1069" name="obj_8686"/>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6" name="astar_continue_29"/>
          <p:cNvGrpSpPr/>
          <p:nvPr/>
        </p:nvGrpSpPr>
        <p:grpSpPr>
          <a:xfrm>
            <a:off x="482600" y="1600200"/>
            <a:ext cx="11226800" cy="4254500"/>
            <a:chOff x="482600" y="1600200"/>
            <a:chExt cx="11226800" cy="4254500"/>
          </a:xfrm>
        </p:grpSpPr>
        <p:sp>
          <p:nvSpPr>
            <p:cNvPr id="1070" name="obj_8688"/>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1" name="obj_8689"/>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2" name="obj_8690"/>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3" name="obj_8691"/>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4" name="obj_8692"/>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5" name="obj_8693"/>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6" name="obj_8694"/>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7" name="obj_8695"/>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8" name="obj_8696"/>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9" name="obj_8697"/>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0" name="obj_8698"/>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1" name="obj_8699"/>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2" name="obj_8700"/>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3" name="obj_8701"/>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 name="obj_8702"/>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 name="obj_8703"/>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6" name="obj_8704"/>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7" name="obj_8705"/>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8" name="obj_8706"/>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9" name="obj_8707"/>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0" name="obj_8708"/>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1" name="obj_8709"/>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2" name="obj_8710"/>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3" name="obj_8711"/>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4" name="obj_8712"/>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5" name="obj_8713"/>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6" name="obj_8714"/>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7" name="obj_8715"/>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8" name="obj_8716"/>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9" name="obj_8717"/>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0" name="obj_8718"/>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obj_8719"/>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2" name="obj_8720"/>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3" name="obj_8721"/>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4" name="obj_8722"/>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5" name="obj_8723"/>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6" name="obj_8724"/>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7" name="obj_8725"/>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8" name="obj_8726"/>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9" name="obj_8727"/>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0" name="obj_8728"/>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1" name="obj_8729"/>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2" name="obj_8730"/>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3" name="obj_8731"/>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4" name="obj_8732"/>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5" name="obj_8733"/>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6" name="obj_8734"/>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7" name="obj_8735"/>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8" name="obj_8736"/>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9" name="obj_8737"/>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0" name="obj_8738"/>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1" name="obj_8739"/>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2" name="obj_8740"/>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3" name="obj_8741"/>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4" name="obj_8742"/>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5" name="obj_8743"/>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6" name="obj_8744"/>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7" name="obj_8745"/>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 name="obj_8746"/>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 name="obj_8747"/>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0" name="obj_8748"/>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1" name="obj_8749"/>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2" name="obj_8750"/>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3" name="obj_8751"/>
            <p:cNvSpPr/>
            <p:nvPr/>
          </p:nvSpPr>
          <p:spPr>
            <a:xfrm>
              <a:off x="2755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4" name="obj_8752"/>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5" name="obj_8753"/>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6" name="obj_8754"/>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7" name="obj_8755"/>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8" name="obj_8756"/>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9" name="obj_8757"/>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0" name="obj_8758"/>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1" name="obj_8759"/>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2" name="obj_8760"/>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3" name="obj_8761"/>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4" name="obj_8762"/>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5" name="obj_8763"/>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6" name="obj_8764"/>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7" name="obj_8765"/>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8" name="obj_8766"/>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9" name="obj_8767"/>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0" name="obj_8768"/>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1" name="obj_8769"/>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2" name="obj_8770"/>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53" name="obj_8771"/>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4" name="obj_8772"/>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5" name="obj_8773"/>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56" name="obj_8774"/>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7" name="obj_8775"/>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8" name="obj_8776"/>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59" name="obj_8777"/>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0" name="obj_8778"/>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61" name="obj_8779"/>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2" name="obj_8780"/>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63" name="obj_8781"/>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4" name="obj_8782"/>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65" name="obj_8783"/>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6" name="obj_8784"/>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67" name="obj_8785"/>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8" name="obj_8786"/>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69" name="obj_8787"/>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0" name="obj_8788"/>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1" name="obj_8789"/>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2" name="obj_8790"/>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3" name="obj_8791"/>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4" name="obj_8792"/>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5" name="obj_8793"/>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6" name="obj_8794"/>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7" name="obj_8795"/>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1178" name="obj_8796"/>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9" name="obj_8797"/>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0" name="obj_8798"/>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1" name="obj_8799"/>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2" name="obj_8800"/>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3" name="obj_8801"/>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4" name="obj_8802"/>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85" name="obj_8803"/>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6" name="obj_8804"/>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7" name="obj_8805"/>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88" name="obj_8806"/>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9" name="obj_8807"/>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0" name="obj_8808"/>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1" name="obj_8809"/>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2" name="obj_8810"/>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3" name="obj_8811"/>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4" name="obj_8812"/>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5" name="obj_8813"/>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6" name="obj_8814"/>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7" name="obj_8815"/>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8" name="obj_8816"/>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199" name="obj_8817"/>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0" name="obj_8818"/>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01" name="obj_8819"/>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2" name="obj_8820"/>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3" name="obj_8821"/>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4" name="obj_8822"/>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1205" name="obj_8823"/>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6" name="obj_8824"/>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7" name="obj_8825"/>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8" name="obj_8826"/>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9" name="obj_8827"/>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0" name="obj_8828"/>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1" name="obj_8829"/>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2" name="obj_8830"/>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3" name="obj_8831"/>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4" name="obj_8832"/>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5" name="obj_8833"/>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6" name="obj_8834"/>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17" name="obj_8835"/>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8" name="obj_8836"/>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9" name="obj_8837"/>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20" name="obj_8838"/>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1" name="obj_8839"/>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2" name="obj_8840"/>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23" name="obj_8841"/>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4" name="obj_8842"/>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25" name="obj_8843"/>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6" name="obj_8844"/>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27" name="obj_8845"/>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8" name="obj_8846"/>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29" name="obj_8847"/>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0" name="obj_8848"/>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31" name="obj_8849"/>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2" name="obj_8850"/>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33" name="obj_8851"/>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4" name="obj_8852"/>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5" name="obj_8853"/>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6" name="obj_8854"/>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7" name="obj_8855"/>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8" name="obj_8856"/>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9" name="obj_8857"/>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0" name="obj_8858"/>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1" name="obj_8859"/>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2" name="obj_8860"/>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3" name="obj_8861"/>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4" name="obj_8862"/>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5" name="obj_8863"/>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6" name="obj_8864"/>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7" name="obj_8865"/>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8" name="obj_8866"/>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9" name="obj_8867"/>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0" name="obj_8868"/>
            <p:cNvSpPr/>
            <p:nvPr/>
          </p:nvSpPr>
          <p:spPr>
            <a:xfrm>
              <a:off x="27432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1" name="obj_8869"/>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2" name="obj_8870"/>
            <p:cNvSpPr/>
            <p:nvPr/>
          </p:nvSpPr>
          <p:spPr>
            <a:xfrm>
              <a:off x="3073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3" name="obj_8871"/>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4" name="obj_8872"/>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5" name="obj_8873"/>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6" name="obj_8874"/>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7" name="obj_8875"/>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8" name="obj_8876"/>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9" name="obj_8877"/>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0" name="obj_8878"/>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1" name="obj_8879"/>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2" name="obj_8880"/>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3" name="obj_8881"/>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4" name="obj_8882"/>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5" name="obj_8883"/>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6" name="obj_8884"/>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7" name="obj_8885"/>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8" name="obj_8886"/>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9" name="obj_8887"/>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0" name="obj_8888"/>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1" name="obj_8889"/>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2" name="obj_8890"/>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3" name="obj_8891"/>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4" name="obj_8892"/>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5" name="obj_8893"/>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6" name="obj_8894"/>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7" name="obj_8895"/>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8" name="obj_8896"/>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9" name="obj_8897"/>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0" name="obj_8898"/>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1" name="obj_8899"/>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2" name="obj_8900"/>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3" name="obj_8901"/>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4" name="obj_8902"/>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5" name="obj_8903"/>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6" name="obj_8904"/>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7" name="obj_8905"/>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8" name="obj_8906"/>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9" name="obj_8907"/>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0" name="obj_8908"/>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1" name="obj_8909"/>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2" name="obj_8910"/>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3" name="obj_8911"/>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4" name="obj_8912"/>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5" name="obj_8913"/>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6" name="obj_8914"/>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7" name="obj_8915"/>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8" name="obj_8916"/>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9" name="obj_8917"/>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0" name="obj_8918"/>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1" name="obj_8919"/>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2" name="obj_8920"/>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3" name="obj_8921"/>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4" name="obj_8922"/>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5" name="obj_8923"/>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6" name="obj_8924"/>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7" name="obj_8925"/>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8" name="obj_8926"/>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9" name="obj_8927"/>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310" name="obj_8928"/>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311" name="obj_8929"/>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312" name="obj_8930"/>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313" name="obj_8931"/>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314" name="obj_8932"/>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315" name="obj_8933"/>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316" name="obj_8934"/>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317" name="obj_8935"/>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318" name="obj_8936"/>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319" name="obj_8937"/>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320" name="obj_8938"/>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321" name="obj_8939"/>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322" name="obj_8940"/>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323" name="obj_8941"/>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324" name="obj_8942"/>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325" name="obj_8943"/>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326" name="obj_8944"/>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327" name="obj_8945"/>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328" name="obj_8946"/>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329" name="obj_8947"/>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330" name="obj_8948"/>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331" name="obj_8949"/>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332" name="obj_8950"/>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333" name="obj_8951"/>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334" name="obj_8952"/>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335" name="obj_895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29: current = (6,7)</a:t>
              </a:r>
            </a:p>
          </p:txBody>
        </p:sp>
        <p:sp>
          <p:nvSpPr>
            <p:cNvPr id="1336" name="obj_895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g=7, h=9, f=16</a:t>
              </a:r>
            </a:p>
          </p:txBody>
        </p:sp>
        <p:sp>
          <p:nvSpPr>
            <p:cNvPr id="1337" name="obj_895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29</a:t>
              </a:r>
            </a:p>
            <a:p>
              <a:pPr algn="l">
                <a:lnSpc>
                  <a:spcPct val="112000"/>
                </a:lnSpc>
                <a:spcBef>
                  <a:spcPts val="0"/>
                </a:spcBef>
                <a:spcAft>
                  <a:spcPts val="0"/>
                </a:spcAft>
              </a:pPr>
              <a:r>
                <a:rPr sz="2400" b="0">
                  <a:solidFill>
                    <a:srgbClr val="352379"/>
                  </a:solidFill>
                  <a:latin typeface="Montserrat"/>
                </a:rPr>
                <a:t>OPEN: 14</a:t>
              </a:r>
            </a:p>
            <a:p>
              <a:pPr algn="l">
                <a:lnSpc>
                  <a:spcPct val="112000"/>
                </a:lnSpc>
                <a:spcBef>
                  <a:spcPts val="0"/>
                </a:spcBef>
                <a:spcAft>
                  <a:spcPts val="0"/>
                </a:spcAft>
              </a:pPr>
              <a:r>
                <a:rPr sz="2400" b="0">
                  <a:solidFill>
                    <a:srgbClr val="352379"/>
                  </a:solidFill>
                  <a:latin typeface="Montserrat"/>
                </a:rPr>
                <a:t>CLOSED: 29</a:t>
              </a:r>
            </a:p>
          </p:txBody>
        </p:sp>
        <p:sp>
          <p:nvSpPr>
            <p:cNvPr id="1338" name="obj_8956"/>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1339" name="astar_continue_30"/>
          <p:cNvGrpSpPr/>
          <p:nvPr/>
        </p:nvGrpSpPr>
        <p:grpSpPr>
          <a:xfrm>
            <a:off x="482600" y="1600200"/>
            <a:ext cx="11226800" cy="4254500"/>
            <a:chOff x="482600" y="1600200"/>
            <a:chExt cx="11226800" cy="4254500"/>
          </a:xfrm>
        </p:grpSpPr>
        <p:sp>
          <p:nvSpPr>
            <p:cNvPr id="1340" name="obj_8958"/>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1" name="obj_8959"/>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2" name="obj_8960"/>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3" name="obj_8961"/>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4" name="obj_8962"/>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5" name="obj_8963"/>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6" name="obj_8964"/>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7" name="obj_8965"/>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8" name="obj_8966"/>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9" name="obj_8967"/>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0" name="obj_8968"/>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1" name="obj_8969"/>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2" name="obj_8970"/>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3" name="obj_8971"/>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4" name="obj_8972"/>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5" name="obj_8973"/>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6" name="obj_8974"/>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7" name="obj_8975"/>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8" name="obj_8976"/>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9" name="obj_8977"/>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0" name="obj_8978"/>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1" name="obj_8979"/>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2" name="obj_8980"/>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3" name="obj_8981"/>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4" name="obj_8982"/>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5" name="obj_8983"/>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6" name="obj_8984"/>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7" name="obj_8985"/>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8" name="obj_8986"/>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9" name="obj_8987"/>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0" name="obj_8988"/>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1" name="obj_8989"/>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2" name="obj_8990"/>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3" name="obj_8991"/>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4" name="obj_8992"/>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5" name="obj_8993"/>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6" name="obj_8994"/>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7" name="obj_8995"/>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8" name="obj_8996"/>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9" name="obj_8997"/>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0" name="obj_8998"/>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1" name="obj_8999"/>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2" name="obj_9000"/>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3" name="obj_9001"/>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4" name="obj_9002"/>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5" name="obj_9003"/>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6" name="obj_9004"/>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7" name="obj_9005"/>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8" name="obj_9006"/>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9" name="obj_9007"/>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0" name="obj_9008"/>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1" name="obj_9009"/>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2" name="obj_9010"/>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3" name="obj_9011"/>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4" name="obj_9012"/>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5" name="obj_9013"/>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6" name="obj_9014"/>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7" name="obj_9015"/>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8" name="obj_9016"/>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9" name="obj_9017"/>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0" name="obj_9018"/>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1" name="obj_9019"/>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2" name="obj_9020"/>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3" name="obj_9021"/>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4" name="obj_9022"/>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5" name="obj_9023"/>
            <p:cNvSpPr/>
            <p:nvPr/>
          </p:nvSpPr>
          <p:spPr>
            <a:xfrm>
              <a:off x="2743200" y="288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6" name="obj_9024"/>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7" name="obj_9025"/>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8" name="obj_9026"/>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9" name="obj_9027"/>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0" name="obj_9028"/>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1" name="obj_9029"/>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2" name="obj_9030"/>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3" name="obj_9031"/>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4" name="obj_9032"/>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5" name="obj_9033"/>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6" name="obj_9034"/>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7" name="obj_9035"/>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8" name="obj_9036"/>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9" name="obj_9037"/>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0" name="obj_9038"/>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1" name="obj_9039"/>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2" name="obj_9040"/>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3" name="obj_9041"/>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4" name="obj_9042"/>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25" name="obj_9043"/>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6" name="obj_9044"/>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7" name="obj_9045"/>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28" name="obj_9046"/>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9" name="obj_9047"/>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0" name="obj_9048"/>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31" name="obj_9049"/>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2" name="obj_9050"/>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33" name="obj_9051"/>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 name="obj_9052"/>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35" name="obj_9053"/>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6" name="obj_9054"/>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37" name="obj_9055"/>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 name="obj_9056"/>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39" name="obj_9057"/>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0" name="obj_9058"/>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41" name="obj_9059"/>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2" name="obj_9060"/>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3" name="obj_9061"/>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4" name="obj_9062"/>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5" name="obj_9063"/>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6" name="obj_9064"/>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7" name="obj_9065"/>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8" name="obj_9066"/>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9" name="obj_9067"/>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1450" name="obj_9068"/>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1" name="obj_9069"/>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2" name="obj_9070"/>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3" name="obj_9071"/>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4" name="obj_9072"/>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5" name="obj_9073"/>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6" name="obj_9074"/>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57" name="obj_9075"/>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8" name="obj_9076"/>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9" name="obj_9077"/>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0" name="obj_9078"/>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1" name="obj_9079"/>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2" name="obj_9080"/>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3" name="obj_9081"/>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4" name="obj_9082"/>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5" name="obj_9083"/>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6" name="obj_9084"/>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7" name="obj_9085"/>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8" name="obj_9086"/>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9" name="obj_9087"/>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0" name="obj_9088"/>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71" name="obj_9089"/>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2" name="obj_9090"/>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73" name="obj_9091"/>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4" name="obj_9092"/>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5" name="obj_9093"/>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6" name="obj_9094"/>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1477" name="obj_9095"/>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8" name="obj_9096"/>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9" name="obj_9097"/>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0" name="obj_9098"/>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1" name="obj_9099"/>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2" name="obj_9100"/>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3" name="obj_9101"/>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4" name="obj_9102"/>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5" name="obj_9103"/>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6" name="obj_9104"/>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7" name="obj_9105"/>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8" name="obj_9106"/>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89" name="obj_9107"/>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0" name="obj_9108"/>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1" name="obj_9109"/>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92" name="obj_9110"/>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3" name="obj_9111"/>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4" name="obj_9112"/>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95" name="obj_9113"/>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6" name="obj_9114"/>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97" name="obj_9115"/>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8" name="obj_9116"/>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99" name="obj_9117"/>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0" name="obj_9118"/>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01" name="obj_9119"/>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2" name="obj_9120"/>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03" name="obj_9121"/>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4" name="obj_9122"/>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05" name="obj_9123"/>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6" name="obj_9124"/>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7" name="obj_9125"/>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8" name="obj_9126"/>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9" name="obj_9127"/>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0" name="obj_9128"/>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1" name="obj_9129"/>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2" name="obj_9130"/>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3" name="obj_9131"/>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4" name="obj_9132"/>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5" name="obj_9133"/>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6" name="obj_9134"/>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7" name="obj_9135"/>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8" name="obj_9136"/>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9" name="obj_9137"/>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0" name="obj_9138"/>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1" name="obj_9139"/>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2" name="obj_9140"/>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3" name="obj_9141"/>
            <p:cNvSpPr/>
            <p:nvPr/>
          </p:nvSpPr>
          <p:spPr>
            <a:xfrm>
              <a:off x="3073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4" name="obj_9142"/>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5" name="obj_9143"/>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6" name="obj_9144"/>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7" name="obj_9145"/>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8" name="obj_9146"/>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9" name="obj_9147"/>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0" name="obj_9148"/>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1" name="obj_9149"/>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2" name="obj_9150"/>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3" name="obj_9151"/>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4" name="obj_9152"/>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5" name="obj_9153"/>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6" name="obj_9154"/>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 name="obj_9155"/>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 name="obj_9156"/>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9" name="obj_9157"/>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0" name="obj_9158"/>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1" name="obj_9159"/>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2" name="obj_9160"/>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3" name="obj_9161"/>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4" name="obj_9162"/>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5" name="obj_9163"/>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6" name="obj_9164"/>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7" name="obj_9165"/>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8" name="obj_9166"/>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9" name="obj_9167"/>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0" name="obj_9168"/>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1" name="obj_9169"/>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2" name="obj_9170"/>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3" name="obj_9171"/>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4" name="obj_9172"/>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5" name="obj_9173"/>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6" name="obj_9174"/>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7" name="obj_9175"/>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8" name="obj_9176"/>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9" name="obj_9177"/>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0" name="obj_9178"/>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1" name="obj_9179"/>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2" name="obj_9180"/>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3" name="obj_9181"/>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4" name="obj_9182"/>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5" name="obj_9183"/>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6" name="obj_9184"/>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7" name="obj_9185"/>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8" name="obj_9186"/>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9" name="obj_9187"/>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0" name="obj_9188"/>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1" name="obj_9189"/>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2" name="obj_9190"/>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3" name="obj_9191"/>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4" name="obj_9192"/>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5" name="obj_9193"/>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6" name="obj_9194"/>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7" name="obj_9195"/>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8" name="obj_9196"/>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9" name="obj_9197"/>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0" name="obj_9198"/>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581" name="obj_9199"/>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582" name="obj_9200"/>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583" name="obj_9201"/>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584" name="obj_9202"/>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585" name="obj_9203"/>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586" name="obj_9204"/>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587" name="obj_9205"/>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588" name="obj_9206"/>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589" name="obj_9207"/>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590" name="obj_9208"/>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591" name="obj_9209"/>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592" name="obj_9210"/>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593" name="obj_9211"/>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594" name="obj_9212"/>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595" name="obj_9213"/>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596" name="obj_9214"/>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597" name="obj_9215"/>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598" name="obj_9216"/>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599" name="obj_9217"/>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600" name="obj_9218"/>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601" name="obj_9219"/>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602" name="obj_9220"/>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603" name="obj_9221"/>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604" name="obj_9222"/>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605" name="obj_9223"/>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606" name="obj_9224"/>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30: current = (6,3)</a:t>
              </a:r>
            </a:p>
          </p:txBody>
        </p:sp>
        <p:sp>
          <p:nvSpPr>
            <p:cNvPr id="1607" name="obj_9225"/>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g=7, h=9, f=16</a:t>
              </a:r>
            </a:p>
          </p:txBody>
        </p:sp>
        <p:sp>
          <p:nvSpPr>
            <p:cNvPr id="1608" name="obj_9226"/>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30</a:t>
              </a:r>
            </a:p>
            <a:p>
              <a:pPr algn="l">
                <a:lnSpc>
                  <a:spcPct val="112000"/>
                </a:lnSpc>
                <a:spcBef>
                  <a:spcPts val="0"/>
                </a:spcBef>
                <a:spcAft>
                  <a:spcPts val="0"/>
                </a:spcAft>
              </a:pPr>
              <a:r>
                <a:rPr sz="2400" b="0">
                  <a:solidFill>
                    <a:srgbClr val="352379"/>
                  </a:solidFill>
                  <a:latin typeface="Montserrat"/>
                </a:rPr>
                <a:t>OPEN: 14</a:t>
              </a:r>
            </a:p>
            <a:p>
              <a:pPr algn="l">
                <a:lnSpc>
                  <a:spcPct val="112000"/>
                </a:lnSpc>
                <a:spcBef>
                  <a:spcPts val="0"/>
                </a:spcBef>
                <a:spcAft>
                  <a:spcPts val="0"/>
                </a:spcAft>
              </a:pPr>
              <a:r>
                <a:rPr sz="2400" b="0">
                  <a:solidFill>
                    <a:srgbClr val="352379"/>
                  </a:solidFill>
                  <a:latin typeface="Montserrat"/>
                </a:rPr>
                <a:t>CLOSED: 30</a:t>
              </a:r>
            </a:p>
          </p:txBody>
        </p:sp>
        <p:sp>
          <p:nvSpPr>
            <p:cNvPr id="1609" name="obj_9227"/>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1610" name="astar_continue_31"/>
          <p:cNvGrpSpPr/>
          <p:nvPr/>
        </p:nvGrpSpPr>
        <p:grpSpPr>
          <a:xfrm>
            <a:off x="482600" y="1600200"/>
            <a:ext cx="11226800" cy="4254500"/>
            <a:chOff x="482600" y="1600200"/>
            <a:chExt cx="11226800" cy="4254500"/>
          </a:xfrm>
        </p:grpSpPr>
        <p:sp>
          <p:nvSpPr>
            <p:cNvPr id="1611" name="obj_9229"/>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2" name="obj_9230"/>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3" name="obj_9231"/>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4" name="obj_9232"/>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5" name="obj_9233"/>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6" name="obj_9234"/>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7" name="obj_9235"/>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8" name="obj_9236"/>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9" name="obj_9237"/>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0" name="obj_9238"/>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1" name="obj_9239"/>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2" name="obj_9240"/>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3" name="obj_9241"/>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4" name="obj_9242"/>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5" name="obj_9243"/>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6" name="obj_9244"/>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7" name="obj_9245"/>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8" name="obj_9246"/>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9" name="obj_9247"/>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0" name="obj_9248"/>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1" name="obj_9249"/>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2" name="obj_9250"/>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3" name="obj_9251"/>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4" name="obj_9252"/>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5" name="obj_9253"/>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6" name="obj_9254"/>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7" name="obj_9255"/>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8" name="obj_9256"/>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9" name="obj_9257"/>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0" name="obj_9258"/>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1" name="obj_9259"/>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2" name="obj_9260"/>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3" name="obj_9261"/>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4" name="obj_9262"/>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5" name="obj_9263"/>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6" name="obj_9264"/>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7" name="obj_9265"/>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8" name="obj_9266"/>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9" name="obj_9267"/>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0" name="obj_9268"/>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1" name="obj_9269"/>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2" name="obj_9270"/>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3" name="obj_9271"/>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4" name="obj_9272"/>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5" name="obj_9273"/>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6" name="obj_9274"/>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7" name="obj_9275"/>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8" name="obj_9276"/>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9" name="obj_9277"/>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0" name="obj_9278"/>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1" name="obj_9279"/>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2" name="obj_9280"/>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3" name="obj_9281"/>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4" name="obj_9282"/>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5" name="obj_9283"/>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6" name="obj_9284"/>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7" name="obj_9285"/>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8" name="obj_9286"/>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9" name="obj_9287"/>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0" name="obj_9288"/>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1" name="obj_9289"/>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2" name="obj_9290"/>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3" name="obj_9291"/>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4" name="obj_9292"/>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5" name="obj_9293"/>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6" name="obj_9294"/>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7" name="obj_9295"/>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8" name="obj_9296"/>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9" name="obj_9297"/>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0" name="obj_9298"/>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1" name="obj_9299"/>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2" name="obj_9300"/>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3" name="obj_9301"/>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4" name="obj_9302"/>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5" name="obj_9303"/>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6" name="obj_9304"/>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7" name="obj_9305"/>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8" name="obj_9306"/>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9" name="obj_9307"/>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0" name="obj_9308"/>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1" name="obj_9309"/>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2" name="obj_9310"/>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3" name="obj_9311"/>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4" name="obj_9312"/>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95" name="obj_9313"/>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6" name="obj_9314"/>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7" name="obj_9315"/>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98" name="obj_9316"/>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9" name="obj_9317"/>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0" name="obj_9318"/>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01" name="obj_9319"/>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2" name="obj_9320"/>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03" name="obj_9321"/>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4" name="obj_9322"/>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05" name="obj_9323"/>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6" name="obj_9324"/>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07" name="obj_9325"/>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8" name="obj_9326"/>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09" name="obj_9327"/>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0" name="obj_9328"/>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11" name="obj_9329"/>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2" name="obj_9330"/>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3" name="obj_9331"/>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4" name="obj_9332"/>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5" name="obj_9333"/>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6" name="obj_9334"/>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7" name="obj_9335"/>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8" name="obj_9336"/>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9" name="obj_9337"/>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1720" name="obj_9338"/>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1" name="obj_9339"/>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2" name="obj_9340"/>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3" name="obj_9341"/>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4" name="obj_9342"/>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5" name="obj_9343"/>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6" name="obj_9344"/>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27" name="obj_9345"/>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8" name="obj_9346"/>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9" name="obj_9347"/>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30" name="obj_9348"/>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1" name="obj_9349"/>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2" name="obj_9350"/>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33" name="obj_9351"/>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4" name="obj_9352"/>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35" name="obj_9353"/>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6" name="obj_9354"/>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37" name="obj_9355"/>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8" name="obj_9356"/>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39" name="obj_9357"/>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0" name="obj_9358"/>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41" name="obj_9359"/>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 name="obj_9360"/>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43" name="obj_9361"/>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4" name="obj_9362"/>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 name="obj_9363"/>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 name="obj_9364"/>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1747" name="obj_9365"/>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8" name="obj_9366"/>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 name="obj_9367"/>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0" name="obj_9368"/>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1" name="obj_9369"/>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2" name="obj_9370"/>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3" name="obj_9371"/>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 name="obj_9372"/>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5" name="obj_9373"/>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6" name="obj_9374"/>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7" name="obj_9375"/>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8" name="obj_9376"/>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59" name="obj_9377"/>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0" name="obj_9378"/>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1" name="obj_9379"/>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62" name="obj_9380"/>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3" name="obj_9381"/>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4" name="obj_9382"/>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65" name="obj_9383"/>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6" name="obj_9384"/>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7" name="obj_9385"/>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68" name="obj_9386"/>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9" name="obj_9387"/>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70" name="obj_9388"/>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1" name="obj_9389"/>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72" name="obj_9390"/>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3" name="obj_9391"/>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74" name="obj_9392"/>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5" name="obj_9393"/>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76" name="obj_9394"/>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7" name="obj_9395"/>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8" name="obj_9396"/>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9" name="obj_9397"/>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0" name="obj_9398"/>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1" name="obj_9399"/>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2" name="obj_9400"/>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3" name="obj_9401"/>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4" name="obj_9402"/>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5" name="obj_9403"/>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6" name="obj_9404"/>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7" name="obj_9405"/>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8" name="obj_9406"/>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9" name="obj_9407"/>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0" name="obj_9408"/>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1" name="obj_9409"/>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2" name="obj_9410"/>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3" name="obj_9411"/>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4" name="obj_9412"/>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5" name="obj_9413"/>
            <p:cNvSpPr/>
            <p:nvPr/>
          </p:nvSpPr>
          <p:spPr>
            <a:xfrm>
              <a:off x="30607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6" name="obj_9414"/>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7" name="obj_9415"/>
            <p:cNvSpPr/>
            <p:nvPr/>
          </p:nvSpPr>
          <p:spPr>
            <a:xfrm>
              <a:off x="339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8" name="obj_9416"/>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9" name="obj_9417"/>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0" name="obj_9418"/>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1" name="obj_9419"/>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2" name="obj_9420"/>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3" name="obj_9421"/>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4" name="obj_9422"/>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5" name="obj_9423"/>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6" name="obj_9424"/>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7" name="obj_9425"/>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8" name="obj_9426"/>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9" name="obj_9427"/>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0" name="obj_9428"/>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1" name="obj_9429"/>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2" name="obj_9430"/>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3" name="obj_9431"/>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4" name="obj_9432"/>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5" name="obj_9433"/>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6" name="obj_9434"/>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7" name="obj_9435"/>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8" name="obj_9436"/>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9" name="obj_9437"/>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0" name="obj_9438"/>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1" name="obj_9439"/>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2" name="obj_9440"/>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3" name="obj_9441"/>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4" name="obj_9442"/>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5" name="obj_9443"/>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6" name="obj_9444"/>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7" name="obj_9445"/>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8" name="obj_9446"/>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9" name="obj_9447"/>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0" name="obj_9448"/>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1" name="obj_9449"/>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2" name="obj_9450"/>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3" name="obj_9451"/>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4" name="obj_9452"/>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5" name="obj_9453"/>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6" name="obj_9454"/>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7" name="obj_9455"/>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8" name="obj_9456"/>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9" name="obj_9457"/>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0" name="obj_9458"/>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1" name="obj_9459"/>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2" name="obj_9460"/>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3" name="obj_9461"/>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4" name="obj_9462"/>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5" name="obj_9463"/>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6" name="obj_9464"/>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7" name="obj_9465"/>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8" name="obj_9466"/>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9" name="obj_9467"/>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0" name="obj_9468"/>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1" name="obj_9469"/>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2" name="obj_9470"/>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3" name="obj_9471"/>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854" name="obj_9472"/>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855" name="obj_9473"/>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856" name="obj_9474"/>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857" name="obj_9475"/>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858" name="obj_9476"/>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859" name="obj_9477"/>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860" name="obj_9478"/>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861" name="obj_9479"/>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862" name="obj_9480"/>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863" name="obj_9481"/>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864" name="obj_9482"/>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865" name="obj_9483"/>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866" name="obj_9484"/>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867" name="obj_9485"/>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868" name="obj_9486"/>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869" name="obj_9487"/>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870" name="obj_9488"/>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871" name="obj_9489"/>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872" name="obj_9490"/>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873" name="obj_9491"/>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874" name="obj_9492"/>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875" name="obj_9493"/>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876" name="obj_9494"/>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877" name="obj_9495"/>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878" name="obj_9496"/>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1879" name="obj_9497"/>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31: current = (7,7)</a:t>
              </a:r>
            </a:p>
          </p:txBody>
        </p:sp>
        <p:sp>
          <p:nvSpPr>
            <p:cNvPr id="1880" name="obj_9498"/>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g=8, h=8, f=16</a:t>
              </a:r>
            </a:p>
          </p:txBody>
        </p:sp>
        <p:sp>
          <p:nvSpPr>
            <p:cNvPr id="1881" name="obj_9499"/>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31</a:t>
              </a:r>
            </a:p>
            <a:p>
              <a:pPr algn="l">
                <a:lnSpc>
                  <a:spcPct val="112000"/>
                </a:lnSpc>
                <a:spcBef>
                  <a:spcPts val="0"/>
                </a:spcBef>
                <a:spcAft>
                  <a:spcPts val="0"/>
                </a:spcAft>
              </a:pPr>
              <a:r>
                <a:rPr sz="2400" b="0">
                  <a:solidFill>
                    <a:srgbClr val="352379"/>
                  </a:solidFill>
                  <a:latin typeface="Montserrat"/>
                </a:rPr>
                <a:t>OPEN: 15</a:t>
              </a:r>
            </a:p>
            <a:p>
              <a:pPr algn="l">
                <a:lnSpc>
                  <a:spcPct val="112000"/>
                </a:lnSpc>
                <a:spcBef>
                  <a:spcPts val="0"/>
                </a:spcBef>
                <a:spcAft>
                  <a:spcPts val="0"/>
                </a:spcAft>
              </a:pPr>
              <a:r>
                <a:rPr sz="2400" b="0">
                  <a:solidFill>
                    <a:srgbClr val="352379"/>
                  </a:solidFill>
                  <a:latin typeface="Montserrat"/>
                </a:rPr>
                <a:t>CLOSED: 31</a:t>
              </a:r>
            </a:p>
          </p:txBody>
        </p:sp>
        <p:sp>
          <p:nvSpPr>
            <p:cNvPr id="1882" name="obj_9500"/>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1883" name="astar_continue_32"/>
          <p:cNvGrpSpPr/>
          <p:nvPr/>
        </p:nvGrpSpPr>
        <p:grpSpPr>
          <a:xfrm>
            <a:off x="482600" y="1600200"/>
            <a:ext cx="11226800" cy="4254500"/>
            <a:chOff x="482600" y="1600200"/>
            <a:chExt cx="11226800" cy="4254500"/>
          </a:xfrm>
        </p:grpSpPr>
        <p:sp>
          <p:nvSpPr>
            <p:cNvPr id="1884" name="obj_9502"/>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5" name="obj_9503"/>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6" name="obj_9504"/>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7" name="obj_9505"/>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8" name="obj_9506"/>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9" name="obj_9507"/>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0" name="obj_9508"/>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1" name="obj_9509"/>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2" name="obj_9510"/>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3" name="obj_9511"/>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4" name="obj_9512"/>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5" name="obj_9513"/>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6" name="obj_9514"/>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7" name="obj_9515"/>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8" name="obj_9516"/>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9" name="obj_9517"/>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0" name="obj_9518"/>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1" name="obj_9519"/>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2" name="obj_9520"/>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3" name="obj_9521"/>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4" name="obj_9522"/>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5" name="obj_9523"/>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6" name="obj_9524"/>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7" name="obj_9525"/>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8" name="obj_9526"/>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9" name="obj_9527"/>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0" name="obj_9528"/>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1" name="obj_9529"/>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2" name="obj_9530"/>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3" name="obj_9531"/>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4" name="obj_9532"/>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5" name="obj_9533"/>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6" name="obj_9534"/>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7" name="obj_9535"/>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8" name="obj_9536"/>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9" name="obj_9537"/>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0" name="obj_9538"/>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1" name="obj_9539"/>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2" name="obj_9540"/>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3" name="obj_9541"/>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4" name="obj_9542"/>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5" name="obj_9543"/>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6" name="obj_9544"/>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7" name="obj_9545"/>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8" name="obj_9546"/>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9" name="obj_9547"/>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0" name="obj_9548"/>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1" name="obj_9549"/>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2" name="obj_9550"/>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3" name="obj_9551"/>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4" name="obj_9552"/>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5" name="obj_9553"/>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6" name="obj_9554"/>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7" name="obj_9555"/>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8" name="obj_9556"/>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9" name="obj_9557"/>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0" name="obj_9558"/>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1" name="obj_9559"/>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2" name="obj_9560"/>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3" name="obj_9561"/>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4" name="obj_9562"/>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5" name="obj_9563"/>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6" name="obj_9564"/>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7" name="obj_9565"/>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8" name="obj_9566"/>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9" name="obj_9567"/>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0" name="obj_9568"/>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1" name="obj_9569"/>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2" name="obj_9570"/>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3" name="obj_9571"/>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4" name="obj_9572"/>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5" name="obj_9573"/>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6" name="obj_9574"/>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7" name="obj_9575"/>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8" name="obj_9576"/>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9" name="obj_9577"/>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0" name="obj_9578"/>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1" name="obj_9579"/>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2" name="obj_9580"/>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3" name="obj_9581"/>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4" name="obj_9582"/>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5" name="obj_9583"/>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6" name="obj_9584"/>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7" name="obj_9585"/>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68" name="obj_9586"/>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9" name="obj_9587"/>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0" name="obj_9588"/>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71" name="obj_9589"/>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2" name="obj_9590"/>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3" name="obj_9591"/>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74" name="obj_9592"/>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5" name="obj_9593"/>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76" name="obj_9594"/>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7" name="obj_9595"/>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78" name="obj_9596"/>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9" name="obj_9597"/>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80" name="obj_9598"/>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1" name="obj_9599"/>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82" name="obj_9600"/>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3" name="obj_9601"/>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84" name="obj_9602"/>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5" name="obj_9603"/>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6" name="obj_9604"/>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7" name="obj_9605"/>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8" name="obj_9606"/>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9" name="obj_9607"/>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0" name="obj_9608"/>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1" name="obj_9609"/>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2" name="obj_9610"/>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1993" name="obj_9611"/>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4" name="obj_9612"/>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5" name="obj_9613"/>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6" name="obj_9614"/>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7" name="obj_9615"/>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8" name="obj_9616"/>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9" name="obj_9617"/>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00" name="obj_9618"/>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 name="obj_9619"/>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 name="obj_9620"/>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03" name="obj_9621"/>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4" name="obj_9622"/>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5" name="obj_9623"/>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06" name="obj_9624"/>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7" name="obj_9625"/>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08" name="obj_9626"/>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9" name="obj_9627"/>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10" name="obj_9628"/>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1" name="obj_9629"/>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12" name="obj_9630"/>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3" name="obj_9631"/>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14" name="obj_9632"/>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5" name="obj_9633"/>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016" name="obj_9634"/>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7" name="obj_9635"/>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8" name="obj_9636"/>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9" name="obj_9637"/>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2020" name="obj_9638"/>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1" name="obj_9639"/>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2" name="obj_9640"/>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3" name="obj_9641"/>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4" name="obj_9642"/>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5" name="obj_9643"/>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6" name="obj_9644"/>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7" name="obj_9645"/>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8" name="obj_9646"/>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9" name="obj_9647"/>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0" name="obj_9648"/>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1" name="obj_9649"/>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32" name="obj_9650"/>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3" name="obj_9651"/>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4" name="obj_9652"/>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35" name="obj_9653"/>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6" name="obj_9654"/>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7" name="obj_9655"/>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38" name="obj_9656"/>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9" name="obj_9657"/>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0" name="obj_9658"/>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41" name="obj_9659"/>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2" name="obj_9660"/>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3" name="obj_9661"/>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44" name="obj_9662"/>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5" name="obj_9663"/>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46" name="obj_9664"/>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7" name="obj_9665"/>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48" name="obj_9666"/>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9" name="obj_9667"/>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50" name="obj_9668"/>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1" name="obj_9669"/>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2" name="obj_9670"/>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obj_9671"/>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4" name="obj_9672"/>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5" name="obj_9673"/>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6" name="obj_9674"/>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7" name="obj_9675"/>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obj_9676"/>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obj_9677"/>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0" name="obj_9678"/>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1" name="obj_9679"/>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2" name="obj_9680"/>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3" name="obj_9681"/>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4" name="obj_9682"/>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5" name="obj_9683"/>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6" name="obj_9684"/>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7" name="obj_9685"/>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8" name="obj_9686"/>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9" name="obj_9687"/>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0" name="obj_9688"/>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1" name="obj_9689"/>
            <p:cNvSpPr/>
            <p:nvPr/>
          </p:nvSpPr>
          <p:spPr>
            <a:xfrm>
              <a:off x="33782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2" name="obj_9690"/>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3" name="obj_9691"/>
            <p:cNvSpPr/>
            <p:nvPr/>
          </p:nvSpPr>
          <p:spPr>
            <a:xfrm>
              <a:off x="3708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4" name="obj_9692"/>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5" name="obj_9693"/>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6" name="obj_9694"/>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7" name="obj_9695"/>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8" name="obj_9696"/>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9" name="obj_9697"/>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0" name="obj_9698"/>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1" name="obj_9699"/>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2" name="obj_9700"/>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3" name="obj_9701"/>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4" name="obj_9702"/>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5" name="obj_9703"/>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6" name="obj_9704"/>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7" name="obj_9705"/>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8" name="obj_9706"/>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9" name="obj_9707"/>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0" name="obj_9708"/>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1" name="obj_9709"/>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2" name="obj_9710"/>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3" name="obj_9711"/>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4" name="obj_9712"/>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5" name="obj_9713"/>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6" name="obj_9714"/>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7" name="obj_9715"/>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8" name="obj_9716"/>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9" name="obj_9717"/>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0" name="obj_9718"/>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1" name="obj_9719"/>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2" name="obj_9720"/>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3" name="obj_9721"/>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4" name="obj_9722"/>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5" name="obj_9723"/>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6" name="obj_9724"/>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7" name="obj_9725"/>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8" name="obj_9726"/>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9" name="obj_9727"/>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0" name="obj_9728"/>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1" name="obj_9729"/>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2" name="obj_9730"/>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3" name="obj_9731"/>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4" name="obj_9732"/>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5" name="obj_9733"/>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6" name="obj_9734"/>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7" name="obj_9735"/>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8" name="obj_9736"/>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9" name="obj_9737"/>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0" name="obj_9738"/>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1" name="obj_9739"/>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2" name="obj_9740"/>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3" name="obj_9741"/>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4" name="obj_9742"/>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5" name="obj_9743"/>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6" name="obj_9744"/>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7" name="obj_9745"/>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8" name="obj_9746"/>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9" name="obj_9747"/>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130" name="obj_9748"/>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131" name="obj_9749"/>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132" name="obj_9750"/>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133" name="obj_9751"/>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134" name="obj_9752"/>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135" name="obj_9753"/>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136" name="obj_9754"/>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137" name="obj_9755"/>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138" name="obj_9756"/>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139" name="obj_9757"/>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140" name="obj_9758"/>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141" name="obj_9759"/>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142" name="obj_9760"/>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143" name="obj_9761"/>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144" name="obj_9762"/>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145" name="obj_9763"/>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146" name="obj_9764"/>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147" name="obj_9765"/>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148" name="obj_9766"/>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149" name="obj_9767"/>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150" name="obj_9768"/>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151" name="obj_9769"/>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152" name="obj_9770"/>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153" name="obj_9771"/>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154" name="obj_9772"/>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155" name="obj_977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32: current = (8,7)</a:t>
              </a:r>
            </a:p>
          </p:txBody>
        </p:sp>
        <p:sp>
          <p:nvSpPr>
            <p:cNvPr id="2156" name="obj_977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g=9, h=7, f=16</a:t>
              </a:r>
            </a:p>
          </p:txBody>
        </p:sp>
        <p:sp>
          <p:nvSpPr>
            <p:cNvPr id="2157" name="obj_977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32</a:t>
              </a:r>
            </a:p>
            <a:p>
              <a:pPr algn="l">
                <a:lnSpc>
                  <a:spcPct val="112000"/>
                </a:lnSpc>
                <a:spcBef>
                  <a:spcPts val="0"/>
                </a:spcBef>
                <a:spcAft>
                  <a:spcPts val="0"/>
                </a:spcAft>
              </a:pPr>
              <a:r>
                <a:rPr sz="2400" b="0">
                  <a:solidFill>
                    <a:srgbClr val="352379"/>
                  </a:solidFill>
                  <a:latin typeface="Montserrat"/>
                </a:rPr>
                <a:t>OPEN: 17</a:t>
              </a:r>
            </a:p>
            <a:p>
              <a:pPr algn="l">
                <a:lnSpc>
                  <a:spcPct val="112000"/>
                </a:lnSpc>
                <a:spcBef>
                  <a:spcPts val="0"/>
                </a:spcBef>
                <a:spcAft>
                  <a:spcPts val="0"/>
                </a:spcAft>
              </a:pPr>
              <a:r>
                <a:rPr sz="2400" b="0">
                  <a:solidFill>
                    <a:srgbClr val="352379"/>
                  </a:solidFill>
                  <a:latin typeface="Montserrat"/>
                </a:rPr>
                <a:t>CLOSED: 32</a:t>
              </a:r>
            </a:p>
          </p:txBody>
        </p:sp>
        <p:sp>
          <p:nvSpPr>
            <p:cNvPr id="2158" name="obj_9776"/>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2159" name="astar_continue_33"/>
          <p:cNvGrpSpPr/>
          <p:nvPr/>
        </p:nvGrpSpPr>
        <p:grpSpPr>
          <a:xfrm>
            <a:off x="482600" y="1600200"/>
            <a:ext cx="11226800" cy="4254500"/>
            <a:chOff x="482600" y="1600200"/>
            <a:chExt cx="11226800" cy="4254500"/>
          </a:xfrm>
        </p:grpSpPr>
        <p:sp>
          <p:nvSpPr>
            <p:cNvPr id="2160" name="obj_9778"/>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1" name="obj_9779"/>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2" name="obj_9780"/>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3" name="obj_9781"/>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4" name="obj_9782"/>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5" name="obj_9783"/>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6" name="obj_9784"/>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7" name="obj_9785"/>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8" name="obj_9786"/>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9" name="obj_9787"/>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0" name="obj_9788"/>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1" name="obj_9789"/>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2" name="obj_9790"/>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3" name="obj_9791"/>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4" name="obj_9792"/>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5" name="obj_9793"/>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6" name="obj_9794"/>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7" name="obj_9795"/>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8" name="obj_9796"/>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9" name="obj_9797"/>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0" name="obj_9798"/>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1" name="obj_9799"/>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2" name="obj_9800"/>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3" name="obj_9801"/>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4" name="obj_9802"/>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5" name="obj_9803"/>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6" name="obj_9804"/>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7" name="obj_9805"/>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8" name="obj_9806"/>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9" name="obj_9807"/>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0" name="obj_9808"/>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1" name="obj_9809"/>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2" name="obj_9810"/>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3" name="obj_9811"/>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4" name="obj_9812"/>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5" name="obj_9813"/>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6" name="obj_9814"/>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7" name="obj_9815"/>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8" name="obj_9816"/>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9" name="obj_9817"/>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0" name="obj_9818"/>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1" name="obj_9819"/>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2" name="obj_9820"/>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3" name="obj_9821"/>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4" name="obj_9822"/>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5" name="obj_9823"/>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6" name="obj_9824"/>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7" name="obj_9825"/>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8" name="obj_9826"/>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9" name="obj_9827"/>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0" name="obj_9828"/>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1" name="obj_9829"/>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2" name="obj_9830"/>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3" name="obj_9831"/>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4" name="obj_9832"/>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5" name="obj_9833"/>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6" name="obj_9834"/>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7" name="obj_9835"/>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8" name="obj_9836"/>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9" name="obj_9837"/>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0" name="obj_9838"/>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1" name="obj_9839"/>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2" name="obj_9840"/>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3" name="obj_9841"/>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4" name="obj_9842"/>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5" name="obj_9843"/>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6" name="obj_9844"/>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7" name="obj_9845"/>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8" name="obj_9846"/>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9" name="obj_9847"/>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0" name="obj_9848"/>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1" name="obj_9849"/>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2" name="obj_9850"/>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3" name="obj_9851"/>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4" name="obj_9852"/>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5" name="obj_9853"/>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6" name="obj_9854"/>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7" name="obj_9855"/>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8" name="obj_9856"/>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9" name="obj_9857"/>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0" name="obj_9858"/>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1" name="obj_9859"/>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2" name="obj_9860"/>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3" name="obj_9861"/>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44" name="obj_9862"/>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5" name="obj_9863"/>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6" name="obj_9864"/>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47" name="obj_9865"/>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8" name="obj_9866"/>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9" name="obj_9867"/>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50" name="obj_9868"/>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1" name="obj_9869"/>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52" name="obj_9870"/>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3" name="obj_9871"/>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54" name="obj_9872"/>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5" name="obj_9873"/>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56" name="obj_9874"/>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7" name="obj_9875"/>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58" name="obj_9876"/>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9" name="obj_9877"/>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260" name="obj_9878"/>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1" name="obj_9879"/>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2" name="obj_9880"/>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3" name="obj_9881"/>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4" name="obj_9882"/>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5" name="obj_9883"/>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6" name="obj_9884"/>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7" name="obj_9885"/>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8" name="obj_9886"/>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2269" name="obj_9887"/>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0" name="obj_9888"/>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1" name="obj_9889"/>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2" name="obj_9890"/>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3" name="obj_9891"/>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4" name="obj_9892"/>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5" name="obj_9893"/>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76" name="obj_9894"/>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7" name="obj_9895"/>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8" name="obj_9896"/>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79" name="obj_9897"/>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0" name="obj_9898"/>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1" name="obj_9899"/>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82" name="obj_9900"/>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3" name="obj_9901"/>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84" name="obj_9902"/>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5" name="obj_9903"/>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86" name="obj_9904"/>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7" name="obj_9905"/>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88" name="obj_9906"/>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9" name="obj_9907"/>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90" name="obj_9908"/>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1" name="obj_9909"/>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292" name="obj_9910"/>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3" name="obj_9911"/>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4" name="obj_9912"/>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5" name="obj_9913"/>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2296" name="obj_9914"/>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7" name="obj_9915"/>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8" name="obj_9916"/>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9" name="obj_9917"/>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0" name="obj_9918"/>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1" name="obj_9919"/>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2" name="obj_9920"/>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3" name="obj_9921"/>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4" name="obj_9922"/>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5" name="obj_9923"/>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6" name="obj_9924"/>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7" name="obj_9925"/>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08" name="obj_9926"/>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9" name="obj_9927"/>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0" name="obj_9928"/>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11" name="obj_9929"/>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2" name="obj_9930"/>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3" name="obj_9931"/>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14" name="obj_9932"/>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5" name="obj_9933"/>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6" name="obj_9934"/>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17" name="obj_9935"/>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8" name="obj_9936"/>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9" name="obj_9937"/>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20" name="obj_9938"/>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1" name="obj_9939"/>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2" name="obj_9940"/>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23" name="obj_9941"/>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4" name="obj_9942"/>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25" name="obj_9943"/>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6" name="obj_9944"/>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327" name="obj_9945"/>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8" name="obj_9946"/>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9" name="obj_9947"/>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0" name="obj_9948"/>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1" name="obj_9949"/>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2" name="obj_9950"/>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3" name="obj_9951"/>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4" name="obj_9952"/>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5" name="obj_9953"/>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6" name="obj_9954"/>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7" name="obj_9955"/>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8" name="obj_9956"/>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9" name="obj_9957"/>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0" name="obj_9958"/>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1" name="obj_9959"/>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2" name="obj_9960"/>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3" name="obj_9961"/>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4" name="obj_9962"/>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5" name="obj_9963"/>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6" name="obj_9964"/>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7" name="obj_9965"/>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8" name="obj_9966"/>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9" name="obj_9967"/>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0" name="obj_9968"/>
            <p:cNvSpPr/>
            <p:nvPr/>
          </p:nvSpPr>
          <p:spPr>
            <a:xfrm>
              <a:off x="36957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1" name="obj_9969"/>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2" name="obj_9970"/>
            <p:cNvSpPr/>
            <p:nvPr/>
          </p:nvSpPr>
          <p:spPr>
            <a:xfrm>
              <a:off x="402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3" name="obj_9971"/>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4" name="obj_9972"/>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5" name="obj_9973"/>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6" name="obj_9974"/>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7" name="obj_9975"/>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8" name="obj_9976"/>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9" name="obj_9977"/>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0" name="obj_9978"/>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1" name="obj_9979"/>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2" name="obj_9980"/>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3" name="obj_9981"/>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4" name="obj_9982"/>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5" name="obj_9983"/>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6" name="obj_9984"/>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7" name="obj_9985"/>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8" name="obj_9986"/>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9" name="obj_9987"/>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0" name="obj_9988"/>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1" name="obj_9989"/>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2" name="obj_9990"/>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3" name="obj_9991"/>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4" name="obj_9992"/>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5" name="obj_9993"/>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6" name="obj_9994"/>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7" name="obj_9995"/>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8" name="obj_9996"/>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9" name="obj_9997"/>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0" name="obj_9998"/>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1" name="obj_9999"/>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2" name="obj_10000"/>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3" name="obj_10001"/>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4" name="obj_10002"/>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5" name="obj_10003"/>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6" name="obj_10004"/>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7" name="obj_10005"/>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8" name="obj_10006"/>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9" name="obj_10007"/>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0" name="obj_10008"/>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1" name="obj_10009"/>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2" name="obj_10010"/>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3" name="obj_10011"/>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4" name="obj_10012"/>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5" name="obj_10013"/>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6" name="obj_10014"/>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7" name="obj_10015"/>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8" name="obj_10016"/>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9" name="obj_10017"/>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0" name="obj_10018"/>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1" name="obj_10019"/>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2" name="obj_10020"/>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3" name="obj_10021"/>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4" name="obj_10022"/>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5" name="obj_10023"/>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6" name="obj_10024"/>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7" name="obj_10025"/>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8" name="obj_10026"/>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409" name="obj_10027"/>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410" name="obj_10028"/>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411" name="obj_10029"/>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412" name="obj_10030"/>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413" name="obj_10031"/>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414" name="obj_10032"/>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415" name="obj_10033"/>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416" name="obj_10034"/>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417" name="obj_10035"/>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418" name="obj_10036"/>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419" name="obj_10037"/>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420" name="obj_10038"/>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421" name="obj_10039"/>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422" name="obj_10040"/>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423" name="obj_10041"/>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424" name="obj_10042"/>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425" name="obj_10043"/>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426" name="obj_10044"/>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427" name="obj_10045"/>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428" name="obj_10046"/>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429" name="obj_10047"/>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430" name="obj_10048"/>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431" name="obj_10049"/>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432" name="obj_10050"/>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433" name="obj_10051"/>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434" name="obj_10052"/>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33: current = (9,7)</a:t>
              </a:r>
            </a:p>
          </p:txBody>
        </p:sp>
        <p:sp>
          <p:nvSpPr>
            <p:cNvPr id="2435" name="obj_10053"/>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g=10, h=6, f=16</a:t>
              </a:r>
            </a:p>
          </p:txBody>
        </p:sp>
        <p:sp>
          <p:nvSpPr>
            <p:cNvPr id="2436" name="obj_10054"/>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33</a:t>
              </a:r>
            </a:p>
            <a:p>
              <a:pPr algn="l">
                <a:lnSpc>
                  <a:spcPct val="112000"/>
                </a:lnSpc>
                <a:spcBef>
                  <a:spcPts val="0"/>
                </a:spcBef>
                <a:spcAft>
                  <a:spcPts val="0"/>
                </a:spcAft>
              </a:pPr>
              <a:r>
                <a:rPr sz="2400" b="0">
                  <a:solidFill>
                    <a:srgbClr val="352379"/>
                  </a:solidFill>
                  <a:latin typeface="Montserrat"/>
                </a:rPr>
                <a:t>OPEN: 19</a:t>
              </a:r>
            </a:p>
            <a:p>
              <a:pPr algn="l">
                <a:lnSpc>
                  <a:spcPct val="112000"/>
                </a:lnSpc>
                <a:spcBef>
                  <a:spcPts val="0"/>
                </a:spcBef>
                <a:spcAft>
                  <a:spcPts val="0"/>
                </a:spcAft>
              </a:pPr>
              <a:r>
                <a:rPr sz="2400" b="0">
                  <a:solidFill>
                    <a:srgbClr val="352379"/>
                  </a:solidFill>
                  <a:latin typeface="Montserrat"/>
                </a:rPr>
                <a:t>CLOSED: 33</a:t>
              </a:r>
            </a:p>
          </p:txBody>
        </p:sp>
        <p:sp>
          <p:nvSpPr>
            <p:cNvPr id="2437" name="obj_10055"/>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2438" name="astar_continue_34"/>
          <p:cNvGrpSpPr/>
          <p:nvPr/>
        </p:nvGrpSpPr>
        <p:grpSpPr>
          <a:xfrm>
            <a:off x="482600" y="1600200"/>
            <a:ext cx="11226800" cy="4254500"/>
            <a:chOff x="482600" y="1600200"/>
            <a:chExt cx="11226800" cy="4254500"/>
          </a:xfrm>
        </p:grpSpPr>
        <p:sp>
          <p:nvSpPr>
            <p:cNvPr id="2439" name="obj_10057"/>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0" name="obj_10058"/>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1" name="obj_10059"/>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2" name="obj_10060"/>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3" name="obj_10061"/>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4" name="obj_10062"/>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5" name="obj_10063"/>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6" name="obj_10064"/>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7" name="obj_10065"/>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8" name="obj_10066"/>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9" name="obj_10067"/>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0" name="obj_10068"/>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1" name="obj_10069"/>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2" name="obj_10070"/>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3" name="obj_10071"/>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4" name="obj_10072"/>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5" name="obj_10073"/>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6" name="obj_10074"/>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7" name="obj_10075"/>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8" name="obj_10076"/>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9" name="obj_10077"/>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0" name="obj_10078"/>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1" name="obj_10079"/>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2" name="obj_10080"/>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3" name="obj_10081"/>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4" name="obj_10082"/>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5" name="obj_10083"/>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6" name="obj_10084"/>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7" name="obj_10085"/>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8" name="obj_10086"/>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9" name="obj_10087"/>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0" name="obj_10088"/>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1" name="obj_10089"/>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2" name="obj_10090"/>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3" name="obj_10091"/>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4" name="obj_10092"/>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5" name="obj_10093"/>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6" name="obj_10094"/>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7" name="obj_10095"/>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8" name="obj_10096"/>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9" name="obj_10097"/>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0" name="obj_10098"/>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1" name="obj_10099"/>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2" name="obj_10100"/>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3" name="obj_10101"/>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4" name="obj_10102"/>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5" name="obj_10103"/>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6" name="obj_10104"/>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7" name="obj_10105"/>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8" name="obj_10106"/>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9" name="obj_10107"/>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0" name="obj_10108"/>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1" name="obj_10109"/>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2" name="obj_10110"/>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3" name="obj_10111"/>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4" name="obj_10112"/>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5" name="obj_10113"/>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6" name="obj_10114"/>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7" name="obj_10115"/>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8" name="obj_10116"/>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9" name="obj_10117"/>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0" name="obj_10118"/>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1" name="obj_10119"/>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2" name="obj_10120"/>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3" name="obj_10121"/>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4" name="obj_10122"/>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5" name="obj_10123"/>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6" name="obj_10124"/>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7" name="obj_10125"/>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8" name="obj_10126"/>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9" name="obj_10127"/>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0" name="obj_10128"/>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1" name="obj_10129"/>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2" name="obj_10130"/>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3" name="obj_10131"/>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4" name="obj_10132"/>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5" name="obj_10133"/>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6" name="obj_10134"/>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7" name="obj_10135"/>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8" name="obj_10136"/>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9" name="obj_10137"/>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0" name="obj_10138"/>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1" name="obj_10139"/>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2" name="obj_10140"/>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23" name="obj_10141"/>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4" name="obj_10142"/>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5" name="obj_10143"/>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26" name="obj_10144"/>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7" name="obj_10145"/>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8" name="obj_10146"/>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29" name="obj_10147"/>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0" name="obj_10148"/>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31" name="obj_10149"/>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2" name="obj_10150"/>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33" name="obj_10151"/>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4" name="obj_10152"/>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35" name="obj_10153"/>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6" name="obj_10154"/>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37" name="obj_10155"/>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8" name="obj_10156"/>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39" name="obj_10157"/>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0" name="obj_10158"/>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1" name="obj_10159"/>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2" name="obj_10160"/>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3" name="obj_10161"/>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4" name="obj_10162"/>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5" name="obj_10163"/>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6" name="obj_10164"/>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7" name="obj_10165"/>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2548" name="obj_10166"/>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9" name="obj_10167"/>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0" name="obj_10168"/>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1" name="obj_10169"/>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2" name="obj_10170"/>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3" name="obj_10171"/>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4" name="obj_10172"/>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55" name="obj_10173"/>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6" name="obj_10174"/>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7" name="obj_10175"/>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58" name="obj_10176"/>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9" name="obj_10177"/>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0" name="obj_10178"/>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61" name="obj_10179"/>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2" name="obj_10180"/>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63" name="obj_10181"/>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4" name="obj_10182"/>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65" name="obj_10183"/>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6" name="obj_10184"/>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67" name="obj_10185"/>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8" name="obj_10186"/>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69" name="obj_10187"/>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0" name="obj_10188"/>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571" name="obj_10189"/>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2" name="obj_10190"/>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3" name="obj_10191"/>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4" name="obj_10192"/>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2575" name="obj_10193"/>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6" name="obj_10194"/>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7" name="obj_10195"/>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8" name="obj_10196"/>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9" name="obj_10197"/>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0" name="obj_10198"/>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1" name="obj_10199"/>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2" name="obj_10200"/>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3" name="obj_10201"/>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4" name="obj_10202"/>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5" name="obj_10203"/>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6" name="obj_10204"/>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87" name="obj_10205"/>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8" name="obj_10206"/>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9" name="obj_10207"/>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90" name="obj_10208"/>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1" name="obj_10209"/>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2" name="obj_10210"/>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93" name="obj_10211"/>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4" name="obj_10212"/>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5" name="obj_10213"/>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96" name="obj_10214"/>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7" name="obj_10215"/>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8" name="obj_10216"/>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599" name="obj_10217"/>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0" name="obj_10218"/>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1" name="obj_10219"/>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602" name="obj_10220"/>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3" name="obj_10221"/>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4" name="obj_10222"/>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605" name="obj_10223"/>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6" name="obj_10224"/>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607" name="obj_10225"/>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8" name="obj_10226"/>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9" name="obj_10227"/>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0" name="obj_10228"/>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1" name="obj_10229"/>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2" name="obj_10230"/>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3" name="obj_10231"/>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4" name="obj_10232"/>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5" name="obj_10233"/>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6" name="obj_10234"/>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7" name="obj_10235"/>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8" name="obj_10236"/>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9" name="obj_10237"/>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0" name="obj_10238"/>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1" name="obj_10239"/>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2" name="obj_10240"/>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3" name="obj_10241"/>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4" name="obj_10242"/>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5" name="obj_10243"/>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6" name="obj_10244"/>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7" name="obj_10245"/>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8" name="obj_10246"/>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9" name="obj_10247"/>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0" name="obj_10248"/>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1" name="obj_10249"/>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2" name="obj_10250"/>
            <p:cNvSpPr/>
            <p:nvPr/>
          </p:nvSpPr>
          <p:spPr>
            <a:xfrm>
              <a:off x="40132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3" name="obj_10251"/>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4" name="obj_10252"/>
            <p:cNvSpPr/>
            <p:nvPr/>
          </p:nvSpPr>
          <p:spPr>
            <a:xfrm>
              <a:off x="4343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5" name="obj_10253"/>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6" name="obj_10254"/>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7" name="obj_10255"/>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8" name="obj_10256"/>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9" name="obj_10257"/>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0" name="obj_10258"/>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1" name="obj_10259"/>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2" name="obj_10260"/>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3" name="obj_10261"/>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4" name="obj_10262"/>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5" name="obj_10263"/>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6" name="obj_10264"/>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7" name="obj_10265"/>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8" name="obj_10266"/>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9" name="obj_10267"/>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0" name="obj_10268"/>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1" name="obj_10269"/>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2" name="obj_10270"/>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3" name="obj_10271"/>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4" name="obj_10272"/>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5" name="obj_10273"/>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6" name="obj_10274"/>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7" name="obj_10275"/>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8" name="obj_10276"/>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9" name="obj_10277"/>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0" name="obj_10278"/>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1" name="obj_10279"/>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2" name="obj_10280"/>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3" name="obj_10281"/>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4" name="obj_10282"/>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5" name="obj_10283"/>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6" name="obj_10284"/>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7" name="obj_10285"/>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8" name="obj_10286"/>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9" name="obj_10287"/>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0" name="obj_10288"/>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1" name="obj_10289"/>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2" name="obj_10290"/>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3" name="obj_10291"/>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4" name="obj_10292"/>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5" name="obj_10293"/>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6" name="obj_10294"/>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7" name="obj_10295"/>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8" name="obj_10296"/>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9" name="obj_10297"/>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0" name="obj_10298"/>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1" name="obj_10299"/>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2" name="obj_10300"/>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3" name="obj_10301"/>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4" name="obj_10302"/>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5" name="obj_10303"/>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6" name="obj_10304"/>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7" name="obj_10305"/>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8" name="obj_10306"/>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9" name="obj_10307"/>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690" name="obj_10308"/>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691" name="obj_10309"/>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692" name="obj_10310"/>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693" name="obj_10311"/>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694" name="obj_10312"/>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695" name="obj_10313"/>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696" name="obj_10314"/>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697" name="obj_10315"/>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698" name="obj_10316"/>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699" name="obj_10317"/>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700" name="obj_10318"/>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701" name="obj_10319"/>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702" name="obj_10320"/>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703" name="obj_10321"/>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704" name="obj_10322"/>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705" name="obj_10323"/>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706" name="obj_10324"/>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707" name="obj_10325"/>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708" name="obj_10326"/>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709" name="obj_10327"/>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710" name="obj_10328"/>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711" name="obj_10329"/>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712" name="obj_10330"/>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713" name="obj_10331"/>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714" name="obj_10332"/>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715" name="obj_1033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34: current = (10,7)</a:t>
              </a:r>
            </a:p>
          </p:txBody>
        </p:sp>
        <p:sp>
          <p:nvSpPr>
            <p:cNvPr id="2716" name="obj_1033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g=11, h=5, f=16</a:t>
              </a:r>
            </a:p>
          </p:txBody>
        </p:sp>
        <p:sp>
          <p:nvSpPr>
            <p:cNvPr id="2717" name="obj_1033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34</a:t>
              </a:r>
            </a:p>
            <a:p>
              <a:pPr algn="l">
                <a:lnSpc>
                  <a:spcPct val="112000"/>
                </a:lnSpc>
                <a:spcBef>
                  <a:spcPts val="0"/>
                </a:spcBef>
                <a:spcAft>
                  <a:spcPts val="0"/>
                </a:spcAft>
              </a:pPr>
              <a:r>
                <a:rPr sz="2400" b="0">
                  <a:solidFill>
                    <a:srgbClr val="352379"/>
                  </a:solidFill>
                  <a:latin typeface="Montserrat"/>
                </a:rPr>
                <a:t>OPEN: 20</a:t>
              </a:r>
            </a:p>
            <a:p>
              <a:pPr algn="l">
                <a:lnSpc>
                  <a:spcPct val="112000"/>
                </a:lnSpc>
                <a:spcBef>
                  <a:spcPts val="0"/>
                </a:spcBef>
                <a:spcAft>
                  <a:spcPts val="0"/>
                </a:spcAft>
              </a:pPr>
              <a:r>
                <a:rPr sz="2400" b="0">
                  <a:solidFill>
                    <a:srgbClr val="352379"/>
                  </a:solidFill>
                  <a:latin typeface="Montserrat"/>
                </a:rPr>
                <a:t>CLOSED: 34</a:t>
              </a:r>
            </a:p>
          </p:txBody>
        </p:sp>
        <p:sp>
          <p:nvSpPr>
            <p:cNvPr id="2718" name="obj_10336"/>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2719" name="astar_continue_35"/>
          <p:cNvGrpSpPr/>
          <p:nvPr/>
        </p:nvGrpSpPr>
        <p:grpSpPr>
          <a:xfrm>
            <a:off x="482600" y="1600200"/>
            <a:ext cx="11226800" cy="4254500"/>
            <a:chOff x="482600" y="1600200"/>
            <a:chExt cx="11226800" cy="4254500"/>
          </a:xfrm>
        </p:grpSpPr>
        <p:sp>
          <p:nvSpPr>
            <p:cNvPr id="2720" name="obj_10338"/>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1" name="obj_10339"/>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2" name="obj_10340"/>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3" name="obj_10341"/>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4" name="obj_10342"/>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5" name="obj_10343"/>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6" name="obj_10344"/>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7" name="obj_10345"/>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8" name="obj_10346"/>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9" name="obj_10347"/>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0" name="obj_10348"/>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1" name="obj_10349"/>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2" name="obj_10350"/>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3" name="obj_10351"/>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4" name="obj_10352"/>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5" name="obj_10353"/>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6" name="obj_10354"/>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7" name="obj_10355"/>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8" name="obj_10356"/>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9" name="obj_10357"/>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0" name="obj_10358"/>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1" name="obj_10359"/>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2" name="obj_10360"/>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3" name="obj_10361"/>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4" name="obj_10362"/>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5" name="obj_10363"/>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6" name="obj_10364"/>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7" name="obj_10365"/>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8" name="obj_10366"/>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9" name="obj_10367"/>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0" name="obj_10368"/>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1" name="obj_10369"/>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2" name="obj_10370"/>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3" name="obj_10371"/>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4" name="obj_10372"/>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5" name="obj_10373"/>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6" name="obj_10374"/>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7" name="obj_10375"/>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8" name="obj_10376"/>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9" name="obj_10377"/>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0" name="obj_10378"/>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1" name="obj_10379"/>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2" name="obj_10380"/>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3" name="obj_10381"/>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4" name="obj_10382"/>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5" name="obj_10383"/>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6" name="obj_10384"/>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7" name="obj_10385"/>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8" name="obj_10386"/>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9" name="obj_10387"/>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0" name="obj_10388"/>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1" name="obj_10389"/>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2" name="obj_10390"/>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3" name="obj_10391"/>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4" name="obj_10392"/>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5" name="obj_10393"/>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6" name="obj_10394"/>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7" name="obj_10395"/>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8" name="obj_10396"/>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9" name="obj_10397"/>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0" name="obj_10398"/>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1" name="obj_10399"/>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2" name="obj_10400"/>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3" name="obj_10401"/>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4" name="obj_10402"/>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5" name="obj_10403"/>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6" name="obj_10404"/>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7" name="obj_10405"/>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8" name="obj_10406"/>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9" name="obj_10407"/>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0" name="obj_10408"/>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1" name="obj_10409"/>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2" name="obj_10410"/>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3" name="obj_10411"/>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4" name="obj_10412"/>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5" name="obj_10413"/>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6" name="obj_10414"/>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7" name="obj_10415"/>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8" name="obj_10416"/>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9" name="obj_10417"/>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0" name="obj_10418"/>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1" name="obj_10419"/>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2" name="obj_10420"/>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3" name="obj_10421"/>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04" name="obj_10422"/>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5" name="obj_10423"/>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6" name="obj_10424"/>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07" name="obj_10425"/>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8" name="obj_10426"/>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9" name="obj_10427"/>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10" name="obj_10428"/>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1" name="obj_10429"/>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12" name="obj_10430"/>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3" name="obj_10431"/>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14" name="obj_10432"/>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5" name="obj_10433"/>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16" name="obj_10434"/>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7" name="obj_10435"/>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18" name="obj_10436"/>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9" name="obj_10437"/>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20" name="obj_10438"/>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1" name="obj_10439"/>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2" name="obj_10440"/>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3" name="obj_10441"/>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4" name="obj_10442"/>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5" name="obj_10443"/>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6" name="obj_10444"/>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7" name="obj_10445"/>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8" name="obj_10446"/>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2829" name="obj_10447"/>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0" name="obj_10448"/>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1" name="obj_10449"/>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2" name="obj_10450"/>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3" name="obj_10451"/>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4" name="obj_10452"/>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5" name="obj_10453"/>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36" name="obj_10454"/>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7" name="obj_10455"/>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8" name="obj_10456"/>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39" name="obj_10457"/>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0" name="obj_10458"/>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1" name="obj_10459"/>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42" name="obj_10460"/>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3" name="obj_10461"/>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44" name="obj_10462"/>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5" name="obj_10463"/>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46" name="obj_10464"/>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7" name="obj_10465"/>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48" name="obj_10466"/>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9" name="obj_10467"/>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50" name="obj_10468"/>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1" name="obj_10469"/>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2852" name="obj_10470"/>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3" name="obj_10471"/>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4" name="obj_10472"/>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5" name="obj_10473"/>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2856" name="obj_10474"/>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7" name="obj_10475"/>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8" name="obj_10476"/>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9" name="obj_10477"/>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0" name="obj_10478"/>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1" name="obj_10479"/>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2" name="obj_10480"/>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3" name="obj_10481"/>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4" name="obj_10482"/>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5" name="obj_10483"/>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6" name="obj_10484"/>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7" name="obj_10485"/>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68" name="obj_10486"/>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9" name="obj_10487"/>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0" name="obj_10488"/>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71" name="obj_10489"/>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2" name="obj_10490"/>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3" name="obj_10491"/>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74" name="obj_10492"/>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5" name="obj_10493"/>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6" name="obj_10494"/>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77" name="obj_10495"/>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8" name="obj_10496"/>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9" name="obj_10497"/>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80" name="obj_10498"/>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1" name="obj_10499"/>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2" name="obj_10500"/>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83" name="obj_10501"/>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4" name="obj_10502"/>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5" name="obj_10503"/>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86" name="obj_10504"/>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7" name="obj_10505"/>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8" name="obj_10506"/>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889" name="obj_10507"/>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0" name="obj_10508"/>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1" name="obj_10509"/>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2" name="obj_10510"/>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3" name="obj_10511"/>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4" name="obj_10512"/>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5" name="obj_10513"/>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6" name="obj_10514"/>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7" name="obj_10515"/>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8" name="obj_10516"/>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9" name="obj_10517"/>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0" name="obj_10518"/>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1" name="obj_10519"/>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2" name="obj_10520"/>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3" name="obj_10521"/>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4" name="obj_10522"/>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5" name="obj_10523"/>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6" name="obj_10524"/>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7" name="obj_10525"/>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8" name="obj_10526"/>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9" name="obj_10527"/>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0" name="obj_10528"/>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1" name="obj_10529"/>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2" name="obj_10530"/>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3" name="obj_10531"/>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4" name="obj_10532"/>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5" name="obj_10533"/>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6" name="obj_10534"/>
            <p:cNvSpPr/>
            <p:nvPr/>
          </p:nvSpPr>
          <p:spPr>
            <a:xfrm>
              <a:off x="43307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7" name="obj_10535"/>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8" name="obj_10536"/>
            <p:cNvSpPr/>
            <p:nvPr/>
          </p:nvSpPr>
          <p:spPr>
            <a:xfrm>
              <a:off x="466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9" name="obj_10537"/>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0" name="obj_10538"/>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1" name="obj_10539"/>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2" name="obj_10540"/>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3" name="obj_10541"/>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4" name="obj_10542"/>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5" name="obj_10543"/>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6" name="obj_10544"/>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7" name="obj_10545"/>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8" name="obj_10546"/>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9" name="obj_10547"/>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0" name="obj_10548"/>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1" name="obj_10549"/>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2" name="obj_10550"/>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3" name="obj_10551"/>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4" name="obj_10552"/>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5" name="obj_10553"/>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6" name="obj_10554"/>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7" name="obj_10555"/>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8" name="obj_10556"/>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9" name="obj_10557"/>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0" name="obj_10558"/>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1" name="obj_10559"/>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2" name="obj_10560"/>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3" name="obj_10561"/>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4" name="obj_10562"/>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5" name="obj_10563"/>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6" name="obj_10564"/>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7" name="obj_10565"/>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8" name="obj_10566"/>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9" name="obj_10567"/>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0" name="obj_10568"/>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1" name="obj_10569"/>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2" name="obj_10570"/>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3" name="obj_10571"/>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4" name="obj_10572"/>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5" name="obj_10573"/>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6" name="obj_10574"/>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7" name="obj_10575"/>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8" name="obj_10576"/>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9" name="obj_10577"/>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0" name="obj_10578"/>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1" name="obj_10579"/>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2" name="obj_10580"/>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3" name="obj_10581"/>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4" name="obj_10582"/>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5" name="obj_10583"/>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6" name="obj_10584"/>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7" name="obj_10585"/>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8" name="obj_10586"/>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9" name="obj_10587"/>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0" name="obj_10588"/>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1" name="obj_10589"/>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2" name="obj_10590"/>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973" name="obj_10591"/>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974" name="obj_10592"/>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975" name="obj_10593"/>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976" name="obj_10594"/>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977" name="obj_10595"/>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978" name="obj_10596"/>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979" name="obj_10597"/>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980" name="obj_10598"/>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981" name="obj_10599"/>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982" name="obj_10600"/>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983" name="obj_10601"/>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984" name="obj_10602"/>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985" name="obj_10603"/>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986" name="obj_10604"/>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987" name="obj_10605"/>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988" name="obj_10606"/>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989" name="obj_10607"/>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990" name="obj_10608"/>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991" name="obj_10609"/>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992" name="obj_10610"/>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993" name="obj_10611"/>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994" name="obj_10612"/>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995" name="obj_10613"/>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996" name="obj_10614"/>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997" name="obj_10615"/>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2998" name="obj_10616"/>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35: current = (11,7)</a:t>
              </a:r>
            </a:p>
          </p:txBody>
        </p:sp>
        <p:sp>
          <p:nvSpPr>
            <p:cNvPr id="2999" name="obj_10617"/>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g=12, h=4, f=16</a:t>
              </a:r>
            </a:p>
          </p:txBody>
        </p:sp>
        <p:sp>
          <p:nvSpPr>
            <p:cNvPr id="3000" name="obj_10618"/>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35</a:t>
              </a:r>
            </a:p>
            <a:p>
              <a:pPr algn="l">
                <a:lnSpc>
                  <a:spcPct val="112000"/>
                </a:lnSpc>
                <a:spcBef>
                  <a:spcPts val="0"/>
                </a:spcBef>
                <a:spcAft>
                  <a:spcPts val="0"/>
                </a:spcAft>
              </a:pPr>
              <a:r>
                <a:rPr sz="2400" b="0">
                  <a:solidFill>
                    <a:srgbClr val="352379"/>
                  </a:solidFill>
                  <a:latin typeface="Montserrat"/>
                </a:rPr>
                <a:t>OPEN: 21</a:t>
              </a:r>
            </a:p>
            <a:p>
              <a:pPr algn="l">
                <a:lnSpc>
                  <a:spcPct val="112000"/>
                </a:lnSpc>
                <a:spcBef>
                  <a:spcPts val="0"/>
                </a:spcBef>
                <a:spcAft>
                  <a:spcPts val="0"/>
                </a:spcAft>
              </a:pPr>
              <a:r>
                <a:rPr sz="2400" b="0">
                  <a:solidFill>
                    <a:srgbClr val="352379"/>
                  </a:solidFill>
                  <a:latin typeface="Montserrat"/>
                </a:rPr>
                <a:t>CLOSED: 35</a:t>
              </a:r>
            </a:p>
          </p:txBody>
        </p:sp>
        <p:sp>
          <p:nvSpPr>
            <p:cNvPr id="3001" name="obj_10619"/>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3002" name="astar_continue_36"/>
          <p:cNvGrpSpPr/>
          <p:nvPr/>
        </p:nvGrpSpPr>
        <p:grpSpPr>
          <a:xfrm>
            <a:off x="482600" y="1600200"/>
            <a:ext cx="11226800" cy="4254500"/>
            <a:chOff x="482600" y="1600200"/>
            <a:chExt cx="11226800" cy="4254500"/>
          </a:xfrm>
        </p:grpSpPr>
        <p:sp>
          <p:nvSpPr>
            <p:cNvPr id="3003" name="obj_10621"/>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4" name="obj_10622"/>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5" name="obj_10623"/>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6" name="obj_10624"/>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7" name="obj_10625"/>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8" name="obj_10626"/>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9" name="obj_10627"/>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0" name="obj_10628"/>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1" name="obj_10629"/>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2" name="obj_10630"/>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3" name="obj_10631"/>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4" name="obj_10632"/>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5" name="obj_10633"/>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6" name="obj_10634"/>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7" name="obj_10635"/>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8" name="obj_10636"/>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9" name="obj_10637"/>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0" name="obj_10638"/>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1" name="obj_10639"/>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2" name="obj_10640"/>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3" name="obj_10641"/>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4" name="obj_10642"/>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5" name="obj_10643"/>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6" name="obj_10644"/>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7" name="obj_10645"/>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8" name="obj_10646"/>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9" name="obj_10647"/>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0" name="obj_10648"/>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1" name="obj_10649"/>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2" name="obj_10650"/>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3" name="obj_10651"/>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4" name="obj_10652"/>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5" name="obj_10653"/>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6" name="obj_10654"/>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7" name="obj_10655"/>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8" name="obj_10656"/>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9" name="obj_10657"/>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0" name="obj_10658"/>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1" name="obj_10659"/>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2" name="obj_10660"/>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3" name="obj_10661"/>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4" name="obj_10662"/>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5" name="obj_10663"/>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6" name="obj_10664"/>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7" name="obj_10665"/>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8" name="obj_10666"/>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9" name="obj_10667"/>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0" name="obj_10668"/>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1" name="obj_10669"/>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2" name="obj_10670"/>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3" name="obj_10671"/>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4" name="obj_10672"/>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5" name="obj_10673"/>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6" name="obj_10674"/>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7" name="obj_10675"/>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8" name="obj_10676"/>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9" name="obj_10677"/>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0" name="obj_10678"/>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1" name="obj_10679"/>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2" name="obj_10680"/>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3" name="obj_10681"/>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4" name="obj_10682"/>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5" name="obj_10683"/>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6" name="obj_10684"/>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7" name="obj_10685"/>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8" name="obj_10686"/>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9" name="obj_10687"/>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0" name="obj_10688"/>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1" name="obj_10689"/>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2" name="obj_10690"/>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3" name="obj_10691"/>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4" name="obj_10692"/>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5" name="obj_10693"/>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6" name="obj_10694"/>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7" name="obj_10695"/>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8" name="obj_10696"/>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9" name="obj_10697"/>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0" name="obj_10698"/>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1" name="obj_10699"/>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2" name="obj_10700"/>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3" name="obj_10701"/>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4" name="obj_10702"/>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5" name="obj_10703"/>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6" name="obj_10704"/>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087" name="obj_10705"/>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8" name="obj_10706"/>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9" name="obj_10707"/>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090" name="obj_10708"/>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1" name="obj_10709"/>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2" name="obj_10710"/>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093" name="obj_10711"/>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4" name="obj_10712"/>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095" name="obj_10713"/>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6" name="obj_10714"/>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097" name="obj_10715"/>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8" name="obj_10716"/>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099" name="obj_10717"/>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0" name="obj_10718"/>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01" name="obj_10719"/>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2" name="obj_10720"/>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03" name="obj_10721"/>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4" name="obj_10722"/>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5" name="obj_10723"/>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6" name="obj_10724"/>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7" name="obj_10725"/>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8" name="obj_10726"/>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9" name="obj_10727"/>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0" name="obj_10728"/>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1" name="obj_10729"/>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3112" name="obj_10730"/>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3" name="obj_10731"/>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4" name="obj_10732"/>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5" name="obj_10733"/>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6" name="obj_10734"/>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7" name="obj_10735"/>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8" name="obj_10736"/>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19" name="obj_10737"/>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0" name="obj_10738"/>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1" name="obj_10739"/>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22" name="obj_10740"/>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3" name="obj_10741"/>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4" name="obj_10742"/>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25" name="obj_10743"/>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6" name="obj_10744"/>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27" name="obj_10745"/>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8" name="obj_10746"/>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29" name="obj_10747"/>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0" name="obj_10748"/>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31" name="obj_10749"/>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2" name="obj_10750"/>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33" name="obj_10751"/>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4" name="obj_10752"/>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135" name="obj_10753"/>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6" name="obj_10754"/>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7" name="obj_10755"/>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8" name="obj_10756"/>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3139" name="obj_10757"/>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0" name="obj_10758"/>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1" name="obj_10759"/>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2" name="obj_10760"/>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3" name="obj_10761"/>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4" name="obj_10762"/>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5" name="obj_10763"/>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6" name="obj_10764"/>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7" name="obj_10765"/>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8" name="obj_10766"/>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9" name="obj_10767"/>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0" name="obj_10768"/>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51" name="obj_10769"/>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2" name="obj_10770"/>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3" name="obj_10771"/>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54" name="obj_10772"/>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5" name="obj_10773"/>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6" name="obj_10774"/>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57" name="obj_10775"/>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8" name="obj_10776"/>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9" name="obj_10777"/>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60" name="obj_10778"/>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1" name="obj_10779"/>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2" name="obj_10780"/>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63" name="obj_10781"/>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4" name="obj_10782"/>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5" name="obj_10783"/>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66" name="obj_10784"/>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7" name="obj_10785"/>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8" name="obj_10786"/>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69" name="obj_10787"/>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0" name="obj_10788"/>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1" name="obj_10789"/>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172" name="obj_10790"/>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3" name="obj_10791"/>
            <p:cNvSpPr/>
            <p:nvPr/>
          </p:nvSpPr>
          <p:spPr>
            <a:xfrm>
              <a:off x="466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4" name="obj_10792"/>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5" name="obj_10793"/>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6" name="obj_10794"/>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7" name="obj_10795"/>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8" name="obj_10796"/>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9" name="obj_10797"/>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0" name="obj_10798"/>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1" name="obj_10799"/>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2" name="obj_10800"/>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3" name="obj_10801"/>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4" name="obj_10802"/>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5" name="obj_10803"/>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6" name="obj_10804"/>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7" name="obj_10805"/>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8" name="obj_10806"/>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9" name="obj_10807"/>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0" name="obj_10808"/>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1" name="obj_10809"/>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2" name="obj_10810"/>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3" name="obj_10811"/>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4" name="obj_10812"/>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5" name="obj_10813"/>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6" name="obj_10814"/>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7" name="obj_10815"/>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8" name="obj_10816"/>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9" name="obj_10817"/>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0" name="obj_10818"/>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1" name="obj_10819"/>
            <p:cNvSpPr/>
            <p:nvPr/>
          </p:nvSpPr>
          <p:spPr>
            <a:xfrm>
              <a:off x="471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2" name="obj_10820"/>
            <p:cNvSpPr/>
            <p:nvPr/>
          </p:nvSpPr>
          <p:spPr>
            <a:xfrm>
              <a:off x="46482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3" name="obj_10821"/>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4" name="obj_10822"/>
            <p:cNvSpPr/>
            <p:nvPr/>
          </p:nvSpPr>
          <p:spPr>
            <a:xfrm>
              <a:off x="49784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5" name="obj_10823"/>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6" name="obj_10824"/>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7" name="obj_10825"/>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8" name="obj_10826"/>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9" name="obj_10827"/>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0" name="obj_10828"/>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1" name="obj_10829"/>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2" name="obj_10830"/>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3" name="obj_10831"/>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4" name="obj_10832"/>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5" name="obj_10833"/>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6" name="obj_10834"/>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7" name="obj_10835"/>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8" name="obj_10836"/>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9" name="obj_10837"/>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0" name="obj_10838"/>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1" name="obj_10839"/>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2" name="obj_10840"/>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3" name="obj_10841"/>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4" name="obj_10842"/>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5" name="obj_10843"/>
            <p:cNvSpPr/>
            <p:nvPr/>
          </p:nvSpPr>
          <p:spPr>
            <a:xfrm>
              <a:off x="466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6" name="obj_10844"/>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7" name="obj_10845"/>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8" name="obj_10846"/>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9" name="obj_10847"/>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0" name="obj_10848"/>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1" name="obj_10849"/>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2" name="obj_10850"/>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3" name="obj_10851"/>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4" name="obj_10852"/>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5" name="obj_10853"/>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6" name="obj_10854"/>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7" name="obj_10855"/>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8" name="obj_10856"/>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9" name="obj_10857"/>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0" name="obj_10858"/>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1" name="obj_10859"/>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2" name="obj_10860"/>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3" name="obj_10861"/>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4" name="obj_10862"/>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5" name="obj_10863"/>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6" name="obj_10864"/>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7" name="obj_10865"/>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8" name="obj_10866"/>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9" name="obj_10867"/>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0" name="obj_10868"/>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1" name="obj_10869"/>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2" name="obj_10870"/>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3" name="obj_10871"/>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4" name="obj_10872"/>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5" name="obj_10873"/>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6" name="obj_10874"/>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7" name="obj_10875"/>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8" name="obj_10876"/>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259" name="obj_10877"/>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260" name="obj_10878"/>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261" name="obj_10879"/>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262" name="obj_10880"/>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263" name="obj_10881"/>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264" name="obj_10882"/>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265" name="obj_10883"/>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3266" name="obj_10884"/>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3267" name="obj_10885"/>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268" name="obj_10886"/>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3269" name="obj_10887"/>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3270" name="obj_10888"/>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3271" name="obj_10889"/>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3272" name="obj_10890"/>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3273" name="obj_10891"/>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3274" name="obj_10892"/>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3275" name="obj_10893"/>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3276" name="obj_10894"/>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277" name="obj_10895"/>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278" name="obj_10896"/>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279" name="obj_10897"/>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280" name="obj_10898"/>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281" name="obj_10899"/>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282" name="obj_10900"/>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3283" name="obj_10901"/>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3284" name="obj_10902"/>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36: current = (12,7)</a:t>
              </a:r>
            </a:p>
          </p:txBody>
        </p:sp>
        <p:sp>
          <p:nvSpPr>
            <p:cNvPr id="3285" name="obj_10903"/>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g=13, h=3, f=16</a:t>
              </a:r>
            </a:p>
          </p:txBody>
        </p:sp>
        <p:sp>
          <p:nvSpPr>
            <p:cNvPr id="3286" name="obj_10904"/>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36</a:t>
              </a:r>
            </a:p>
            <a:p>
              <a:pPr algn="l">
                <a:lnSpc>
                  <a:spcPct val="112000"/>
                </a:lnSpc>
                <a:spcBef>
                  <a:spcPts val="0"/>
                </a:spcBef>
                <a:spcAft>
                  <a:spcPts val="0"/>
                </a:spcAft>
              </a:pPr>
              <a:r>
                <a:rPr sz="2400" b="0">
                  <a:solidFill>
                    <a:srgbClr val="352379"/>
                  </a:solidFill>
                  <a:latin typeface="Montserrat"/>
                </a:rPr>
                <a:t>OPEN: 23</a:t>
              </a:r>
            </a:p>
            <a:p>
              <a:pPr algn="l">
                <a:lnSpc>
                  <a:spcPct val="112000"/>
                </a:lnSpc>
                <a:spcBef>
                  <a:spcPts val="0"/>
                </a:spcBef>
                <a:spcAft>
                  <a:spcPts val="0"/>
                </a:spcAft>
              </a:pPr>
              <a:r>
                <a:rPr sz="2400" b="0">
                  <a:solidFill>
                    <a:srgbClr val="352379"/>
                  </a:solidFill>
                  <a:latin typeface="Montserrat"/>
                </a:rPr>
                <a:t>CLOSED: 36</a:t>
              </a:r>
            </a:p>
          </p:txBody>
        </p:sp>
        <p:sp>
          <p:nvSpPr>
            <p:cNvPr id="3287" name="obj_10905"/>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3288" name="astar_continue_37"/>
          <p:cNvGrpSpPr/>
          <p:nvPr/>
        </p:nvGrpSpPr>
        <p:grpSpPr>
          <a:xfrm>
            <a:off x="482600" y="1600200"/>
            <a:ext cx="11226800" cy="4254500"/>
            <a:chOff x="482600" y="1600200"/>
            <a:chExt cx="11226800" cy="4254500"/>
          </a:xfrm>
        </p:grpSpPr>
        <p:sp>
          <p:nvSpPr>
            <p:cNvPr id="3289" name="obj_10907"/>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0" name="obj_10908"/>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1" name="obj_10909"/>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2" name="obj_10910"/>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3" name="obj_10911"/>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4" name="obj_10912"/>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5" name="obj_10913"/>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6" name="obj_10914"/>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7" name="obj_10915"/>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8" name="obj_10916"/>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9" name="obj_10917"/>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0" name="obj_10918"/>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1" name="obj_10919"/>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2" name="obj_10920"/>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3" name="obj_10921"/>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4" name="obj_10922"/>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5" name="obj_10923"/>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6" name="obj_10924"/>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7" name="obj_10925"/>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8" name="obj_10926"/>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9" name="obj_10927"/>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0" name="obj_10928"/>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1" name="obj_10929"/>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2" name="obj_10930"/>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3" name="obj_10931"/>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4" name="obj_10932"/>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5" name="obj_10933"/>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6" name="obj_10934"/>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7" name="obj_10935"/>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8" name="obj_10936"/>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9" name="obj_10937"/>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0" name="obj_10938"/>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1" name="obj_10939"/>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2" name="obj_10940"/>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3" name="obj_10941"/>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4" name="obj_10942"/>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5" name="obj_10943"/>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6" name="obj_10944"/>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7" name="obj_10945"/>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8" name="obj_10946"/>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9" name="obj_10947"/>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0" name="obj_10948"/>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1" name="obj_10949"/>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2" name="obj_10950"/>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3" name="obj_10951"/>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4" name="obj_10952"/>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5" name="obj_10953"/>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6" name="obj_10954"/>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7" name="obj_10955"/>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8" name="obj_10956"/>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9" name="obj_10957"/>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0" name="obj_10958"/>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1" name="obj_10959"/>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2" name="obj_10960"/>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3" name="obj_10961"/>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4" name="obj_10962"/>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5" name="obj_10963"/>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6" name="obj_10964"/>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7" name="obj_10965"/>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8" name="obj_10966"/>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9" name="obj_10967"/>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0" name="obj_10968"/>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1" name="obj_10969"/>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2" name="obj_10970"/>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3" name="obj_10971"/>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4" name="obj_10972"/>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5" name="obj_10973"/>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6" name="obj_10974"/>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7" name="obj_10975"/>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8" name="obj_10976"/>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9" name="obj_10977"/>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0" name="obj_10978"/>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1" name="obj_10979"/>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2" name="obj_10980"/>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3" name="obj_10981"/>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4" name="obj_10982"/>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5" name="obj_10983"/>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6" name="obj_10984"/>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7" name="obj_10985"/>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8" name="obj_10986"/>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9" name="obj_10987"/>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0" name="obj_10988"/>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1" name="obj_10989"/>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2" name="obj_10990"/>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73" name="obj_10991"/>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4" name="obj_10992"/>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5" name="obj_10993"/>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76" name="obj_10994"/>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7" name="obj_10995"/>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8" name="obj_10996"/>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79" name="obj_10997"/>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0" name="obj_10998"/>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81" name="obj_10999"/>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2" name="obj_11000"/>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83" name="obj_11001"/>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4" name="obj_11002"/>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85" name="obj_11003"/>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6" name="obj_11004"/>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87" name="obj_11005"/>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8" name="obj_11006"/>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389" name="obj_11007"/>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0" name="obj_11008"/>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1" name="obj_11009"/>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2" name="obj_11010"/>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3" name="obj_11011"/>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4" name="obj_11012"/>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5" name="obj_11013"/>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6" name="obj_11014"/>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7" name="obj_11015"/>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3398" name="obj_11016"/>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9" name="obj_11017"/>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0" name="obj_11018"/>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1" name="obj_11019"/>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2" name="obj_11020"/>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3" name="obj_11021"/>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4" name="obj_11022"/>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05" name="obj_11023"/>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6" name="obj_11024"/>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7" name="obj_11025"/>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08" name="obj_11026"/>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9" name="obj_11027"/>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0" name="obj_11028"/>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11" name="obj_11029"/>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2" name="obj_11030"/>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13" name="obj_11031"/>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4" name="obj_11032"/>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15" name="obj_11033"/>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6" name="obj_11034"/>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17" name="obj_11035"/>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8" name="obj_11036"/>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19" name="obj_11037"/>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0" name="obj_11038"/>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421" name="obj_11039"/>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2" name="obj_11040"/>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3" name="obj_11041"/>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4" name="obj_11042"/>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3425" name="obj_11043"/>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6" name="obj_11044"/>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7" name="obj_11045"/>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8" name="obj_11046"/>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9" name="obj_11047"/>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0" name="obj_11048"/>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1" name="obj_11049"/>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2" name="obj_11050"/>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3" name="obj_11051"/>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4" name="obj_11052"/>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5" name="obj_11053"/>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6" name="obj_11054"/>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37" name="obj_11055"/>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8" name="obj_11056"/>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9" name="obj_11057"/>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40" name="obj_11058"/>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1" name="obj_11059"/>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2" name="obj_11060"/>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43" name="obj_11061"/>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4" name="obj_11062"/>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5" name="obj_11063"/>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46" name="obj_11064"/>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7" name="obj_11065"/>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8" name="obj_11066"/>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49" name="obj_11067"/>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0" name="obj_11068"/>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1" name="obj_11069"/>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52" name="obj_11070"/>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3" name="obj_11071"/>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4" name="obj_11072"/>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55" name="obj_11073"/>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6" name="obj_11074"/>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7" name="obj_11075"/>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458" name="obj_11076"/>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9" name="obj_11077"/>
            <p:cNvSpPr/>
            <p:nvPr/>
          </p:nvSpPr>
          <p:spPr>
            <a:xfrm>
              <a:off x="466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0" name="obj_11078"/>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1" name="obj_11079"/>
            <p:cNvSpPr/>
            <p:nvPr/>
          </p:nvSpPr>
          <p:spPr>
            <a:xfrm>
              <a:off x="497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2" name="obj_11080"/>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3" name="obj_11081"/>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4" name="obj_11082"/>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5" name="obj_11083"/>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6" name="obj_11084"/>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7" name="obj_11085"/>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8" name="obj_11086"/>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9" name="obj_11087"/>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0" name="obj_11088"/>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1" name="obj_11089"/>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2" name="obj_11090"/>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3" name="obj_11091"/>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4" name="obj_11092"/>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5" name="obj_11093"/>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6" name="obj_11094"/>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7" name="obj_11095"/>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8" name="obj_11096"/>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9" name="obj_11097"/>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0" name="obj_11098"/>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1" name="obj_11099"/>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2" name="obj_11100"/>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3" name="obj_11101"/>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4" name="obj_11102"/>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5" name="obj_11103"/>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6" name="obj_11104"/>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7" name="obj_11105"/>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8" name="obj_11106"/>
            <p:cNvSpPr/>
            <p:nvPr/>
          </p:nvSpPr>
          <p:spPr>
            <a:xfrm>
              <a:off x="471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9" name="obj_11107"/>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0" name="obj_11108"/>
            <p:cNvSpPr/>
            <p:nvPr/>
          </p:nvSpPr>
          <p:spPr>
            <a:xfrm>
              <a:off x="502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1" name="obj_11109"/>
            <p:cNvSpPr/>
            <p:nvPr/>
          </p:nvSpPr>
          <p:spPr>
            <a:xfrm>
              <a:off x="4965700" y="4152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2" name="obj_11110"/>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3" name="obj_11111"/>
            <p:cNvSpPr/>
            <p:nvPr/>
          </p:nvSpPr>
          <p:spPr>
            <a:xfrm>
              <a:off x="529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4" name="obj_11112"/>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5" name="obj_11113"/>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6" name="obj_11114"/>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7" name="obj_11115"/>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8" name="obj_11116"/>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9" name="obj_11117"/>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0" name="obj_11118"/>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1" name="obj_11119"/>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2" name="obj_11120"/>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3" name="obj_11121"/>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4" name="obj_11122"/>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5" name="obj_11123"/>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6" name="obj_11124"/>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7" name="obj_11125"/>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8" name="obj_11126"/>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9" name="obj_11127"/>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0" name="obj_11128"/>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1" name="obj_11129"/>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2" name="obj_11130"/>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3" name="obj_11131"/>
            <p:cNvSpPr/>
            <p:nvPr/>
          </p:nvSpPr>
          <p:spPr>
            <a:xfrm>
              <a:off x="466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4" name="obj_11132"/>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5" name="obj_11133"/>
            <p:cNvSpPr/>
            <p:nvPr/>
          </p:nvSpPr>
          <p:spPr>
            <a:xfrm>
              <a:off x="497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6" name="obj_11134"/>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7" name="obj_11135"/>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8" name="obj_11136"/>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9" name="obj_11137"/>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0" name="obj_11138"/>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1" name="obj_11139"/>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2" name="obj_11140"/>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3" name="obj_11141"/>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4" name="obj_11142"/>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5" name="obj_11143"/>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6" name="obj_11144"/>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7" name="obj_11145"/>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8" name="obj_11146"/>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9" name="obj_11147"/>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0" name="obj_11148"/>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1" name="obj_11149"/>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2" name="obj_11150"/>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3" name="obj_11151"/>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4" name="obj_11152"/>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5" name="obj_11153"/>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6" name="obj_11154"/>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7" name="obj_11155"/>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8" name="obj_11156"/>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9" name="obj_11157"/>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0" name="obj_11158"/>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1" name="obj_11159"/>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2" name="obj_11160"/>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3" name="obj_11161"/>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4" name="obj_11162"/>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5" name="obj_11163"/>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6" name="obj_11164"/>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7" name="obj_11165"/>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548" name="obj_11166"/>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549" name="obj_11167"/>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550" name="obj_11168"/>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551" name="obj_11169"/>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552" name="obj_11170"/>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553" name="obj_11171"/>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554" name="obj_11172"/>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3555" name="obj_11173"/>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3556" name="obj_11174"/>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557" name="obj_11175"/>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3558" name="obj_11176"/>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3559" name="obj_11177"/>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3560" name="obj_11178"/>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3561" name="obj_11179"/>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3562" name="obj_11180"/>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3563" name="obj_11181"/>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3564" name="obj_11182"/>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3565" name="obj_11183"/>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566" name="obj_11184"/>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567" name="obj_11185"/>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568" name="obj_11186"/>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569" name="obj_11187"/>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570" name="obj_11188"/>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571" name="obj_11189"/>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3572" name="obj_11190"/>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3573" name="obj_11191"/>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37: current = (13,7)</a:t>
              </a:r>
            </a:p>
          </p:txBody>
        </p:sp>
        <p:sp>
          <p:nvSpPr>
            <p:cNvPr id="3574" name="obj_11192"/>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g=14, h=2, f=16</a:t>
              </a:r>
            </a:p>
          </p:txBody>
        </p:sp>
        <p:sp>
          <p:nvSpPr>
            <p:cNvPr id="3575" name="obj_11193"/>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37</a:t>
              </a:r>
            </a:p>
            <a:p>
              <a:pPr algn="l">
                <a:lnSpc>
                  <a:spcPct val="112000"/>
                </a:lnSpc>
                <a:spcBef>
                  <a:spcPts val="0"/>
                </a:spcBef>
                <a:spcAft>
                  <a:spcPts val="0"/>
                </a:spcAft>
              </a:pPr>
              <a:r>
                <a:rPr sz="2400" b="0">
                  <a:solidFill>
                    <a:srgbClr val="352379"/>
                  </a:solidFill>
                  <a:latin typeface="Montserrat"/>
                </a:rPr>
                <a:t>OPEN: 25</a:t>
              </a:r>
            </a:p>
            <a:p>
              <a:pPr algn="l">
                <a:lnSpc>
                  <a:spcPct val="112000"/>
                </a:lnSpc>
                <a:spcBef>
                  <a:spcPts val="0"/>
                </a:spcBef>
                <a:spcAft>
                  <a:spcPts val="0"/>
                </a:spcAft>
              </a:pPr>
              <a:r>
                <a:rPr sz="2400" b="0">
                  <a:solidFill>
                    <a:srgbClr val="352379"/>
                  </a:solidFill>
                  <a:latin typeface="Montserrat"/>
                </a:rPr>
                <a:t>CLOSED: 37</a:t>
              </a:r>
            </a:p>
          </p:txBody>
        </p:sp>
        <p:sp>
          <p:nvSpPr>
            <p:cNvPr id="3576" name="obj_11194"/>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3577" name="astar_continue_38"/>
          <p:cNvGrpSpPr/>
          <p:nvPr/>
        </p:nvGrpSpPr>
        <p:grpSpPr>
          <a:xfrm>
            <a:off x="482600" y="1600200"/>
            <a:ext cx="11226800" cy="4254500"/>
            <a:chOff x="482600" y="1600200"/>
            <a:chExt cx="11226800" cy="4254500"/>
          </a:xfrm>
        </p:grpSpPr>
        <p:sp>
          <p:nvSpPr>
            <p:cNvPr id="3578" name="obj_11196"/>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9" name="obj_11197"/>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0" name="obj_11198"/>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1" name="obj_11199"/>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2" name="obj_11200"/>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3" name="obj_11201"/>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4" name="obj_11202"/>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5" name="obj_11203"/>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6" name="obj_11204"/>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7" name="obj_11205"/>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8" name="obj_11206"/>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9" name="obj_11207"/>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0" name="obj_11208"/>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1" name="obj_11209"/>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2" name="obj_11210"/>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3" name="obj_11211"/>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4" name="obj_11212"/>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5" name="obj_11213"/>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6" name="obj_11214"/>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7" name="obj_11215"/>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8" name="obj_11216"/>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9" name="obj_11217"/>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0" name="obj_11218"/>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1" name="obj_11219"/>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2" name="obj_11220"/>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3" name="obj_11221"/>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4" name="obj_11222"/>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5" name="obj_11223"/>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6" name="obj_11224"/>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7" name="obj_11225"/>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8" name="obj_11226"/>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9" name="obj_11227"/>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0" name="obj_11228"/>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1" name="obj_11229"/>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2" name="obj_11230"/>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3" name="obj_11231"/>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4" name="obj_11232"/>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5" name="obj_11233"/>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6" name="obj_11234"/>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7" name="obj_11235"/>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8" name="obj_11236"/>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9" name="obj_11237"/>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0" name="obj_11238"/>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1" name="obj_11239"/>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2" name="obj_11240"/>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3" name="obj_11241"/>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4" name="obj_11242"/>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5" name="obj_11243"/>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6" name="obj_11244"/>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7" name="obj_11245"/>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8" name="obj_11246"/>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9" name="obj_11247"/>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0" name="obj_11248"/>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1" name="obj_11249"/>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2" name="obj_11250"/>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3" name="obj_11251"/>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4" name="obj_11252"/>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5" name="obj_11253"/>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6" name="obj_11254"/>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7" name="obj_11255"/>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8" name="obj_11256"/>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9" name="obj_11257"/>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0" name="obj_11258"/>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1" name="obj_11259"/>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2" name="obj_11260"/>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3" name="obj_11261"/>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4" name="obj_11262"/>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5" name="obj_11263"/>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6" name="obj_11264"/>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7" name="obj_11265"/>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8" name="obj_11266"/>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9" name="obj_11267"/>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0" name="obj_11268"/>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1" name="obj_11269"/>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2" name="obj_11270"/>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3" name="obj_11271"/>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4" name="obj_11272"/>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5" name="obj_11273"/>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6" name="obj_11274"/>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7" name="obj_11275"/>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8" name="obj_11276"/>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9" name="obj_11277"/>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0" name="obj_11278"/>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1" name="obj_11279"/>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62" name="obj_11280"/>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3" name="obj_11281"/>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4" name="obj_11282"/>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65" name="obj_11283"/>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6" name="obj_11284"/>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7" name="obj_11285"/>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68" name="obj_11286"/>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9" name="obj_11287"/>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70" name="obj_11288"/>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1" name="obj_11289"/>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72" name="obj_11290"/>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3" name="obj_11291"/>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74" name="obj_11292"/>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5" name="obj_11293"/>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76" name="obj_11294"/>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7" name="obj_11295"/>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678" name="obj_11296"/>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9" name="obj_11297"/>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0" name="obj_11298"/>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1" name="obj_11299"/>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2" name="obj_11300"/>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3" name="obj_11301"/>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4" name="obj_11302"/>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5" name="obj_11303"/>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6" name="obj_11304"/>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3687" name="obj_11305"/>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8" name="obj_11306"/>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9" name="obj_11307"/>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0" name="obj_11308"/>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1" name="obj_11309"/>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2" name="obj_11310"/>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3" name="obj_11311"/>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94" name="obj_11312"/>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5" name="obj_11313"/>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6" name="obj_11314"/>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697" name="obj_11315"/>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8" name="obj_11316"/>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9" name="obj_11317"/>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00" name="obj_11318"/>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1" name="obj_11319"/>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02" name="obj_11320"/>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3" name="obj_11321"/>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04" name="obj_11322"/>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5" name="obj_11323"/>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06" name="obj_11324"/>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7" name="obj_11325"/>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08" name="obj_11326"/>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9" name="obj_11327"/>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710" name="obj_11328"/>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1" name="obj_11329"/>
            <p:cNvSpPr/>
            <p:nvPr/>
          </p:nvSpPr>
          <p:spPr>
            <a:xfrm>
              <a:off x="4660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2" name="obj_11330"/>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3" name="obj_11331"/>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4" name="obj_11332"/>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3715" name="obj_11333"/>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6" name="obj_11334"/>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7" name="obj_11335"/>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8" name="obj_11336"/>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9" name="obj_11337"/>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0" name="obj_11338"/>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1" name="obj_11339"/>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2" name="obj_11340"/>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3" name="obj_11341"/>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4" name="obj_11342"/>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5" name="obj_11343"/>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6" name="obj_11344"/>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27" name="obj_11345"/>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8" name="obj_11346"/>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9" name="obj_11347"/>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30" name="obj_11348"/>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1" name="obj_11349"/>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2" name="obj_11350"/>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33" name="obj_11351"/>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4" name="obj_11352"/>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5" name="obj_11353"/>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36" name="obj_11354"/>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7" name="obj_11355"/>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8" name="obj_11356"/>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39" name="obj_11357"/>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0" name="obj_11358"/>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1" name="obj_11359"/>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42" name="obj_11360"/>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3" name="obj_11361"/>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4" name="obj_11362"/>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45" name="obj_11363"/>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6" name="obj_11364"/>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7" name="obj_11365"/>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748" name="obj_11366"/>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9" name="obj_11367"/>
            <p:cNvSpPr/>
            <p:nvPr/>
          </p:nvSpPr>
          <p:spPr>
            <a:xfrm>
              <a:off x="471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0" name="obj_11368"/>
            <p:cNvSpPr/>
            <p:nvPr/>
          </p:nvSpPr>
          <p:spPr>
            <a:xfrm>
              <a:off x="4648200" y="38354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1" name="obj_11369"/>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2" name="obj_11370"/>
            <p:cNvSpPr/>
            <p:nvPr/>
          </p:nvSpPr>
          <p:spPr>
            <a:xfrm>
              <a:off x="497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3" name="obj_11371"/>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4" name="obj_11372"/>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5" name="obj_11373"/>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6" name="obj_11374"/>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7" name="obj_11375"/>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8" name="obj_11376"/>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9" name="obj_11377"/>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0" name="obj_11378"/>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1" name="obj_11379"/>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2" name="obj_11380"/>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3" name="obj_11381"/>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4" name="obj_11382"/>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5" name="obj_11383"/>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6" name="obj_11384"/>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7" name="obj_11385"/>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8" name="obj_11386"/>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9" name="obj_11387"/>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0" name="obj_11388"/>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1" name="obj_11389"/>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2" name="obj_11390"/>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3" name="obj_11391"/>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4" name="obj_11392"/>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5" name="obj_11393"/>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6" name="obj_11394"/>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7" name="obj_11395"/>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8" name="obj_11396"/>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9" name="obj_11397"/>
            <p:cNvSpPr/>
            <p:nvPr/>
          </p:nvSpPr>
          <p:spPr>
            <a:xfrm>
              <a:off x="471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0" name="obj_11398"/>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1" name="obj_11399"/>
            <p:cNvSpPr/>
            <p:nvPr/>
          </p:nvSpPr>
          <p:spPr>
            <a:xfrm>
              <a:off x="502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2" name="obj_11400"/>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3" name="obj_11401"/>
            <p:cNvSpPr/>
            <p:nvPr/>
          </p:nvSpPr>
          <p:spPr>
            <a:xfrm>
              <a:off x="529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4" name="obj_11402"/>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5" name="obj_11403"/>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6" name="obj_11404"/>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7" name="obj_11405"/>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8" name="obj_11406"/>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9" name="obj_11407"/>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0" name="obj_11408"/>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1" name="obj_11409"/>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2" name="obj_11410"/>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3" name="obj_11411"/>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4" name="obj_11412"/>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5" name="obj_11413"/>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6" name="obj_11414"/>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7" name="obj_11415"/>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8" name="obj_11416"/>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9" name="obj_11417"/>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0" name="obj_11418"/>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1" name="obj_11419"/>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2" name="obj_11420"/>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3" name="obj_11421"/>
            <p:cNvSpPr/>
            <p:nvPr/>
          </p:nvSpPr>
          <p:spPr>
            <a:xfrm>
              <a:off x="466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4" name="obj_11422"/>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5" name="obj_11423"/>
            <p:cNvSpPr/>
            <p:nvPr/>
          </p:nvSpPr>
          <p:spPr>
            <a:xfrm>
              <a:off x="497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6" name="obj_11424"/>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7" name="obj_11425"/>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8" name="obj_11426"/>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9" name="obj_11427"/>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0" name="obj_11428"/>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1" name="obj_11429"/>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2" name="obj_11430"/>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3" name="obj_11431"/>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4" name="obj_11432"/>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5" name="obj_11433"/>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6" name="obj_11434"/>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7" name="obj_11435"/>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8" name="obj_11436"/>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9" name="obj_11437"/>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0" name="obj_11438"/>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1" name="obj_11439"/>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2" name="obj_11440"/>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3" name="obj_11441"/>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4" name="obj_11442"/>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5" name="obj_11443"/>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6" name="obj_11444"/>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7" name="obj_11445"/>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8" name="obj_11446"/>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9" name="obj_11447"/>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0" name="obj_11448"/>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1" name="obj_11449"/>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2" name="obj_11450"/>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3" name="obj_11451"/>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4" name="obj_11452"/>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5" name="obj_11453"/>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6" name="obj_11454"/>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7" name="obj_11455"/>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838" name="obj_11456"/>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839" name="obj_11457"/>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840" name="obj_11458"/>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841" name="obj_11459"/>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842" name="obj_11460"/>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843" name="obj_11461"/>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844" name="obj_11462"/>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3845" name="obj_11463"/>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3846" name="obj_11464"/>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847" name="obj_11465"/>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3848" name="obj_11466"/>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3849" name="obj_11467"/>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3850" name="obj_11468"/>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3851" name="obj_11469"/>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3852" name="obj_11470"/>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3853" name="obj_11471"/>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3854" name="obj_11472"/>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3855" name="obj_11473"/>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856" name="obj_11474"/>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857" name="obj_11475"/>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858" name="obj_11476"/>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859" name="obj_11477"/>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860" name="obj_11478"/>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861" name="obj_11479"/>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3862" name="obj_11480"/>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3863" name="obj_11481"/>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38: current = (12,6)</a:t>
              </a:r>
            </a:p>
          </p:txBody>
        </p:sp>
        <p:sp>
          <p:nvSpPr>
            <p:cNvPr id="3864" name="obj_11482"/>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g=14, h=2, f=16</a:t>
              </a:r>
            </a:p>
          </p:txBody>
        </p:sp>
        <p:sp>
          <p:nvSpPr>
            <p:cNvPr id="3865" name="obj_11483"/>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38</a:t>
              </a:r>
            </a:p>
            <a:p>
              <a:pPr algn="l">
                <a:lnSpc>
                  <a:spcPct val="112000"/>
                </a:lnSpc>
                <a:spcBef>
                  <a:spcPts val="0"/>
                </a:spcBef>
                <a:spcAft>
                  <a:spcPts val="0"/>
                </a:spcAft>
              </a:pPr>
              <a:r>
                <a:rPr sz="2400" b="0">
                  <a:solidFill>
                    <a:srgbClr val="352379"/>
                  </a:solidFill>
                  <a:latin typeface="Montserrat"/>
                </a:rPr>
                <a:t>OPEN: 25</a:t>
              </a:r>
            </a:p>
            <a:p>
              <a:pPr algn="l">
                <a:lnSpc>
                  <a:spcPct val="112000"/>
                </a:lnSpc>
                <a:spcBef>
                  <a:spcPts val="0"/>
                </a:spcBef>
                <a:spcAft>
                  <a:spcPts val="0"/>
                </a:spcAft>
              </a:pPr>
              <a:r>
                <a:rPr sz="2400" b="0">
                  <a:solidFill>
                    <a:srgbClr val="352379"/>
                  </a:solidFill>
                  <a:latin typeface="Montserrat"/>
                </a:rPr>
                <a:t>CLOSED: 38</a:t>
              </a:r>
            </a:p>
          </p:txBody>
        </p:sp>
        <p:sp>
          <p:nvSpPr>
            <p:cNvPr id="3866" name="obj_11484"/>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3867" name="astar_continue_39"/>
          <p:cNvGrpSpPr/>
          <p:nvPr/>
        </p:nvGrpSpPr>
        <p:grpSpPr>
          <a:xfrm>
            <a:off x="482600" y="1600200"/>
            <a:ext cx="11226800" cy="4254500"/>
            <a:chOff x="482600" y="1600200"/>
            <a:chExt cx="11226800" cy="4254500"/>
          </a:xfrm>
        </p:grpSpPr>
        <p:sp>
          <p:nvSpPr>
            <p:cNvPr id="3868" name="obj_11486"/>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9" name="obj_11487"/>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0" name="obj_11488"/>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1" name="obj_11489"/>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2" name="obj_11490"/>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3" name="obj_11491"/>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4" name="obj_11492"/>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5" name="obj_11493"/>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6" name="obj_11494"/>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7" name="obj_11495"/>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8" name="obj_11496"/>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9" name="obj_11497"/>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0" name="obj_11498"/>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1" name="obj_11499"/>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2" name="obj_11500"/>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3" name="obj_11501"/>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4" name="obj_11502"/>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5" name="obj_11503"/>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6" name="obj_11504"/>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7" name="obj_11505"/>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8" name="obj_11506"/>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9" name="obj_11507"/>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0" name="obj_11508"/>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1" name="obj_11509"/>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2" name="obj_11510"/>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3" name="obj_11511"/>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4" name="obj_11512"/>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5" name="obj_11513"/>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6" name="obj_11514"/>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7" name="obj_11515"/>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8" name="obj_11516"/>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9" name="obj_11517"/>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0" name="obj_11518"/>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1" name="obj_11519"/>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2" name="obj_11520"/>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3" name="obj_11521"/>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4" name="obj_11522"/>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5" name="obj_11523"/>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6" name="obj_11524"/>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7" name="obj_11525"/>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8" name="obj_11526"/>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9" name="obj_11527"/>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0" name="obj_11528"/>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1" name="obj_11529"/>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2" name="obj_11530"/>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3" name="obj_11531"/>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4" name="obj_11532"/>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5" name="obj_11533"/>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6" name="obj_11534"/>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7" name="obj_11535"/>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8" name="obj_11536"/>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9" name="obj_11537"/>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0" name="obj_11538"/>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1" name="obj_11539"/>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2" name="obj_11540"/>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3" name="obj_11541"/>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4" name="obj_11542"/>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5" name="obj_11543"/>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6" name="obj_11544"/>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7" name="obj_11545"/>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8" name="obj_11546"/>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9" name="obj_11547"/>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0" name="obj_11548"/>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1" name="obj_11549"/>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2" name="obj_11550"/>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3" name="obj_11551"/>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4" name="obj_11552"/>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5" name="obj_11553"/>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6" name="obj_11554"/>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7" name="obj_11555"/>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8" name="obj_11556"/>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9" name="obj_11557"/>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0" name="obj_11558"/>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1" name="obj_11559"/>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2" name="obj_11560"/>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3" name="obj_11561"/>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4" name="obj_11562"/>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5" name="obj_11563"/>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6" name="obj_11564"/>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7" name="obj_11565"/>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8" name="obj_11566"/>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9" name="obj_11567"/>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0" name="obj_11568"/>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1" name="obj_11569"/>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52" name="obj_11570"/>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3" name="obj_11571"/>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4" name="obj_11572"/>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55" name="obj_11573"/>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6" name="obj_11574"/>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7" name="obj_11575"/>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58" name="obj_11576"/>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9" name="obj_11577"/>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60" name="obj_11578"/>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1" name="obj_11579"/>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62" name="obj_11580"/>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3" name="obj_11581"/>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64" name="obj_11582"/>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5" name="obj_11583"/>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66" name="obj_11584"/>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7" name="obj_11585"/>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68" name="obj_11586"/>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9" name="obj_11587"/>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0" name="obj_11588"/>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1" name="obj_11589"/>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2" name="obj_11590"/>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3" name="obj_11591"/>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4" name="obj_11592"/>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5" name="obj_11593"/>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6" name="obj_11594"/>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3977" name="obj_11595"/>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8" name="obj_11596"/>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9" name="obj_11597"/>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0" name="obj_11598"/>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1" name="obj_11599"/>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2" name="obj_11600"/>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3" name="obj_11601"/>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84" name="obj_11602"/>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5" name="obj_11603"/>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6" name="obj_11604"/>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87" name="obj_11605"/>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8" name="obj_11606"/>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9" name="obj_11607"/>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90" name="obj_11608"/>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1" name="obj_11609"/>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92" name="obj_11610"/>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3" name="obj_11611"/>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94" name="obj_11612"/>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5" name="obj_11613"/>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96" name="obj_11614"/>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7" name="obj_11615"/>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3998" name="obj_11616"/>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9" name="obj_11617"/>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000" name="obj_11618"/>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1" name="obj_11619"/>
            <p:cNvSpPr/>
            <p:nvPr/>
          </p:nvSpPr>
          <p:spPr>
            <a:xfrm>
              <a:off x="4660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2" name="obj_11620"/>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3" name="obj_11621"/>
            <p:cNvSpPr/>
            <p:nvPr/>
          </p:nvSpPr>
          <p:spPr>
            <a:xfrm>
              <a:off x="49784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4" name="obj_11622"/>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5" name="obj_11623"/>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4006" name="obj_11624"/>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7" name="obj_11625"/>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8" name="obj_11626"/>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9" name="obj_11627"/>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0" name="obj_11628"/>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1" name="obj_11629"/>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2" name="obj_11630"/>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3" name="obj_11631"/>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4" name="obj_11632"/>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5" name="obj_11633"/>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6" name="obj_11634"/>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7" name="obj_11635"/>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18" name="obj_11636"/>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9" name="obj_11637"/>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0" name="obj_11638"/>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21" name="obj_11639"/>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2" name="obj_11640"/>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3" name="obj_11641"/>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24" name="obj_11642"/>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5" name="obj_11643"/>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6" name="obj_11644"/>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27" name="obj_11645"/>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8" name="obj_11646"/>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9" name="obj_11647"/>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30" name="obj_11648"/>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1" name="obj_11649"/>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2" name="obj_11650"/>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33" name="obj_11651"/>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4" name="obj_11652"/>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5" name="obj_11653"/>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36" name="obj_11654"/>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7" name="obj_11655"/>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8" name="obj_11656"/>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039" name="obj_11657"/>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0" name="obj_11658"/>
            <p:cNvSpPr/>
            <p:nvPr/>
          </p:nvSpPr>
          <p:spPr>
            <a:xfrm>
              <a:off x="471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1" name="obj_11659"/>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2" name="obj_11660"/>
            <p:cNvSpPr/>
            <p:nvPr/>
          </p:nvSpPr>
          <p:spPr>
            <a:xfrm>
              <a:off x="502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3" name="obj_11661"/>
            <p:cNvSpPr/>
            <p:nvPr/>
          </p:nvSpPr>
          <p:spPr>
            <a:xfrm>
              <a:off x="4965700" y="38354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4" name="obj_11662"/>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5" name="obj_11663"/>
            <p:cNvSpPr/>
            <p:nvPr/>
          </p:nvSpPr>
          <p:spPr>
            <a:xfrm>
              <a:off x="529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6" name="obj_11664"/>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7" name="obj_11665"/>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8" name="obj_11666"/>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9" name="obj_11667"/>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0" name="obj_11668"/>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1" name="obj_11669"/>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2" name="obj_11670"/>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3" name="obj_11671"/>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4" name="obj_11672"/>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5" name="obj_11673"/>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6" name="obj_11674"/>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7" name="obj_11675"/>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8" name="obj_11676"/>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9" name="obj_11677"/>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0" name="obj_11678"/>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1" name="obj_11679"/>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2" name="obj_11680"/>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3" name="obj_11681"/>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4" name="obj_11682"/>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5" name="obj_11683"/>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6" name="obj_11684"/>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7" name="obj_11685"/>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8" name="obj_11686"/>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9" name="obj_11687"/>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0" name="obj_11688"/>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1" name="obj_11689"/>
            <p:cNvSpPr/>
            <p:nvPr/>
          </p:nvSpPr>
          <p:spPr>
            <a:xfrm>
              <a:off x="471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2" name="obj_11690"/>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3" name="obj_11691"/>
            <p:cNvSpPr/>
            <p:nvPr/>
          </p:nvSpPr>
          <p:spPr>
            <a:xfrm>
              <a:off x="502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4" name="obj_11692"/>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5" name="obj_11693"/>
            <p:cNvSpPr/>
            <p:nvPr/>
          </p:nvSpPr>
          <p:spPr>
            <a:xfrm>
              <a:off x="529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6" name="obj_11694"/>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7" name="obj_11695"/>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8" name="obj_11696"/>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9" name="obj_11697"/>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0" name="obj_11698"/>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1" name="obj_11699"/>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2" name="obj_11700"/>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3" name="obj_11701"/>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4" name="obj_11702"/>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5" name="obj_11703"/>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6" name="obj_11704"/>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7" name="obj_11705"/>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8" name="obj_11706"/>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9" name="obj_11707"/>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0" name="obj_11708"/>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1" name="obj_11709"/>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2" name="obj_11710"/>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3" name="obj_11711"/>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4" name="obj_11712"/>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5" name="obj_11713"/>
            <p:cNvSpPr/>
            <p:nvPr/>
          </p:nvSpPr>
          <p:spPr>
            <a:xfrm>
              <a:off x="466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6" name="obj_11714"/>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7" name="obj_11715"/>
            <p:cNvSpPr/>
            <p:nvPr/>
          </p:nvSpPr>
          <p:spPr>
            <a:xfrm>
              <a:off x="497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8" name="obj_11716"/>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9" name="obj_11717"/>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0" name="obj_11718"/>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1" name="obj_11719"/>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2" name="obj_11720"/>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3" name="obj_11721"/>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4" name="obj_11722"/>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5" name="obj_11723"/>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6" name="obj_11724"/>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7" name="obj_11725"/>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8" name="obj_11726"/>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9" name="obj_11727"/>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0" name="obj_11728"/>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1" name="obj_11729"/>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2" name="obj_11730"/>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3" name="obj_11731"/>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4" name="obj_11732"/>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5" name="obj_11733"/>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6" name="obj_11734"/>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7" name="obj_11735"/>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8" name="obj_11736"/>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9" name="obj_11737"/>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0" name="obj_11738"/>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1" name="obj_11739"/>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2" name="obj_11740"/>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3" name="obj_11741"/>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4" name="obj_11742"/>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5" name="obj_11743"/>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6" name="obj_11744"/>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7" name="obj_11745"/>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8" name="obj_11746"/>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9" name="obj_11747"/>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130" name="obj_11748"/>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131" name="obj_11749"/>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4132" name="obj_11750"/>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4133" name="obj_11751"/>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4134" name="obj_11752"/>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4135" name="obj_11753"/>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4136" name="obj_11754"/>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4137" name="obj_11755"/>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4138" name="obj_11756"/>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4139" name="obj_11757"/>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140" name="obj_11758"/>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141" name="obj_11759"/>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142" name="obj_11760"/>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143" name="obj_11761"/>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4144" name="obj_11762"/>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4145" name="obj_11763"/>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4146" name="obj_11764"/>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4147" name="obj_11765"/>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148" name="obj_11766"/>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149" name="obj_11767"/>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4150" name="obj_11768"/>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4151" name="obj_11769"/>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4152" name="obj_11770"/>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4153" name="obj_11771"/>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4154" name="obj_11772"/>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4155" name="obj_11773"/>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39: current = (13,6)</a:t>
              </a:r>
            </a:p>
          </p:txBody>
        </p:sp>
        <p:sp>
          <p:nvSpPr>
            <p:cNvPr id="4156" name="obj_11774"/>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g=15, h=1, f=16</a:t>
              </a:r>
            </a:p>
          </p:txBody>
        </p:sp>
        <p:sp>
          <p:nvSpPr>
            <p:cNvPr id="4157" name="obj_11775"/>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39</a:t>
              </a:r>
            </a:p>
            <a:p>
              <a:pPr algn="l">
                <a:lnSpc>
                  <a:spcPct val="112000"/>
                </a:lnSpc>
                <a:spcBef>
                  <a:spcPts val="0"/>
                </a:spcBef>
                <a:spcAft>
                  <a:spcPts val="0"/>
                </a:spcAft>
              </a:pPr>
              <a:r>
                <a:rPr sz="2400" b="0">
                  <a:solidFill>
                    <a:srgbClr val="352379"/>
                  </a:solidFill>
                  <a:latin typeface="Montserrat"/>
                </a:rPr>
                <a:t>OPEN: 26</a:t>
              </a:r>
            </a:p>
            <a:p>
              <a:pPr algn="l">
                <a:lnSpc>
                  <a:spcPct val="112000"/>
                </a:lnSpc>
                <a:spcBef>
                  <a:spcPts val="0"/>
                </a:spcBef>
                <a:spcAft>
                  <a:spcPts val="0"/>
                </a:spcAft>
              </a:pPr>
              <a:r>
                <a:rPr sz="2400" b="0">
                  <a:solidFill>
                    <a:srgbClr val="352379"/>
                  </a:solidFill>
                  <a:latin typeface="Montserrat"/>
                </a:rPr>
                <a:t>CLOSED: 39</a:t>
              </a:r>
            </a:p>
          </p:txBody>
        </p:sp>
        <p:sp>
          <p:nvSpPr>
            <p:cNvPr id="4158" name="obj_11776"/>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4159" name="astar_continue_40"/>
          <p:cNvGrpSpPr/>
          <p:nvPr/>
        </p:nvGrpSpPr>
        <p:grpSpPr>
          <a:xfrm>
            <a:off x="482600" y="1600200"/>
            <a:ext cx="11226800" cy="4254500"/>
            <a:chOff x="482600" y="1600200"/>
            <a:chExt cx="11226800" cy="4254500"/>
          </a:xfrm>
        </p:grpSpPr>
        <p:sp>
          <p:nvSpPr>
            <p:cNvPr id="4160" name="obj_11778"/>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1" name="obj_11779"/>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2" name="obj_11780"/>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3" name="obj_11781"/>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4" name="obj_11782"/>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5" name="obj_11783"/>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6" name="obj_11784"/>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7" name="obj_11785"/>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8" name="obj_11786"/>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9" name="obj_11787"/>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0" name="obj_11788"/>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1" name="obj_11789"/>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2" name="obj_11790"/>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3" name="obj_11791"/>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4" name="obj_11792"/>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5" name="obj_11793"/>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6" name="obj_11794"/>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7" name="obj_11795"/>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8" name="obj_11796"/>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9" name="obj_11797"/>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0" name="obj_11798"/>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1" name="obj_11799"/>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2" name="obj_11800"/>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3" name="obj_11801"/>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4" name="obj_11802"/>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5" name="obj_11803"/>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6" name="obj_11804"/>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7" name="obj_11805"/>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8" name="obj_11806"/>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9" name="obj_11807"/>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0" name="obj_11808"/>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1" name="obj_11809"/>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2" name="obj_11810"/>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3" name="obj_11811"/>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4" name="obj_11812"/>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5" name="obj_11813"/>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6" name="obj_11814"/>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7" name="obj_11815"/>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8" name="obj_11816"/>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9" name="obj_11817"/>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0" name="obj_11818"/>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1" name="obj_11819"/>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2" name="obj_11820"/>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3" name="obj_11821"/>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4" name="obj_11822"/>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5" name="obj_11823"/>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6" name="obj_11824"/>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7" name="obj_11825"/>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8" name="obj_11826"/>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9" name="obj_11827"/>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0" name="obj_11828"/>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1" name="obj_11829"/>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2" name="obj_11830"/>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3" name="obj_11831"/>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4" name="obj_11832"/>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5" name="obj_11833"/>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6" name="obj_11834"/>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7" name="obj_11835"/>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8" name="obj_11836"/>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9" name="obj_11837"/>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0" name="obj_11838"/>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1" name="obj_11839"/>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2" name="obj_11840"/>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3" name="obj_11841"/>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4" name="obj_11842"/>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5" name="obj_11843"/>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6" name="obj_11844"/>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7" name="obj_11845"/>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8" name="obj_11846"/>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9" name="obj_11847"/>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0" name="obj_11848"/>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1" name="obj_11849"/>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2" name="obj_11850"/>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3" name="obj_11851"/>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4" name="obj_11852"/>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5" name="obj_11853"/>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6" name="obj_11854"/>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7" name="obj_11855"/>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8" name="obj_11856"/>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9" name="obj_11857"/>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0" name="obj_11858"/>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1" name="obj_11859"/>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2" name="obj_11860"/>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3" name="obj_11861"/>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44" name="obj_11862"/>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5" name="obj_11863"/>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6" name="obj_11864"/>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47" name="obj_11865"/>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8" name="obj_11866"/>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9" name="obj_11867"/>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50" name="obj_11868"/>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1" name="obj_11869"/>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52" name="obj_11870"/>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3" name="obj_11871"/>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54" name="obj_11872"/>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5" name="obj_11873"/>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56" name="obj_11874"/>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7" name="obj_11875"/>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58" name="obj_11876"/>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9" name="obj_11877"/>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260" name="obj_11878"/>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1" name="obj_11879"/>
            <p:cNvSpPr/>
            <p:nvPr/>
          </p:nvSpPr>
          <p:spPr>
            <a:xfrm>
              <a:off x="4660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2" name="obj_11880"/>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3" name="obj_11881"/>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4" name="obj_11882"/>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5" name="obj_11883"/>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6" name="obj_11884"/>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7" name="obj_11885"/>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8" name="obj_11886"/>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9" name="obj_11887"/>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4270" name="obj_11888"/>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1" name="obj_11889"/>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2" name="obj_11890"/>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3" name="obj_11891"/>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4" name="obj_11892"/>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5" name="obj_11893"/>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6" name="obj_11894"/>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77" name="obj_11895"/>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8" name="obj_11896"/>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9" name="obj_11897"/>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80" name="obj_11898"/>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1" name="obj_11899"/>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2" name="obj_11900"/>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83" name="obj_11901"/>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4" name="obj_11902"/>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85" name="obj_11903"/>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6" name="obj_11904"/>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87" name="obj_11905"/>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8" name="obj_11906"/>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89" name="obj_11907"/>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0" name="obj_11908"/>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91" name="obj_11909"/>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2" name="obj_11910"/>
            <p:cNvSpPr/>
            <p:nvPr/>
          </p:nvSpPr>
          <p:spPr>
            <a:xfrm>
              <a:off x="43434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3" name="obj_11911"/>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94" name="obj_11912"/>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5" name="obj_11913"/>
            <p:cNvSpPr/>
            <p:nvPr/>
          </p:nvSpPr>
          <p:spPr>
            <a:xfrm>
              <a:off x="471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6" name="obj_11914"/>
            <p:cNvSpPr/>
            <p:nvPr/>
          </p:nvSpPr>
          <p:spPr>
            <a:xfrm>
              <a:off x="4648200" y="3517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7" name="obj_11915"/>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8" name="obj_11916"/>
            <p:cNvSpPr/>
            <p:nvPr/>
          </p:nvSpPr>
          <p:spPr>
            <a:xfrm>
              <a:off x="49784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9" name="obj_11917"/>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0" name="obj_11918"/>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4301" name="obj_11919"/>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2" name="obj_11920"/>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3" name="obj_11921"/>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4" name="obj_11922"/>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5" name="obj_11923"/>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6" name="obj_11924"/>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7" name="obj_11925"/>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8" name="obj_11926"/>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9" name="obj_11927"/>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0" name="obj_11928"/>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1" name="obj_11929"/>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2" name="obj_11930"/>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13" name="obj_11931"/>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4" name="obj_11932"/>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5" name="obj_11933"/>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16" name="obj_11934"/>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7" name="obj_11935"/>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8" name="obj_11936"/>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19" name="obj_11937"/>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0" name="obj_11938"/>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1" name="obj_11939"/>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22" name="obj_11940"/>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3" name="obj_11941"/>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4" name="obj_11942"/>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25" name="obj_11943"/>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6" name="obj_11944"/>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7" name="obj_11945"/>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28" name="obj_11946"/>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9" name="obj_11947"/>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0" name="obj_11948"/>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31" name="obj_11949"/>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2" name="obj_11950"/>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3" name="obj_11951"/>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334" name="obj_11952"/>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5" name="obj_11953"/>
            <p:cNvSpPr/>
            <p:nvPr/>
          </p:nvSpPr>
          <p:spPr>
            <a:xfrm>
              <a:off x="471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6" name="obj_11954"/>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7" name="obj_11955"/>
            <p:cNvSpPr/>
            <p:nvPr/>
          </p:nvSpPr>
          <p:spPr>
            <a:xfrm>
              <a:off x="502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8" name="obj_11956"/>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9" name="obj_11957"/>
            <p:cNvSpPr/>
            <p:nvPr/>
          </p:nvSpPr>
          <p:spPr>
            <a:xfrm>
              <a:off x="529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0" name="obj_11958"/>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1" name="obj_11959"/>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2" name="obj_11960"/>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3" name="obj_11961"/>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4" name="obj_11962"/>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5" name="obj_11963"/>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6" name="obj_11964"/>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7" name="obj_11965"/>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8" name="obj_11966"/>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9" name="obj_11967"/>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0" name="obj_11968"/>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1" name="obj_11969"/>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2" name="obj_11970"/>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3" name="obj_11971"/>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4" name="obj_11972"/>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5" name="obj_11973"/>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6" name="obj_11974"/>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7" name="obj_11975"/>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8" name="obj_11976"/>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9" name="obj_11977"/>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0" name="obj_11978"/>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1" name="obj_11979"/>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2" name="obj_11980"/>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3" name="obj_11981"/>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4" name="obj_11982"/>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5" name="obj_11983"/>
            <p:cNvSpPr/>
            <p:nvPr/>
          </p:nvSpPr>
          <p:spPr>
            <a:xfrm>
              <a:off x="471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6" name="obj_11984"/>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7" name="obj_11985"/>
            <p:cNvSpPr/>
            <p:nvPr/>
          </p:nvSpPr>
          <p:spPr>
            <a:xfrm>
              <a:off x="502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8" name="obj_11986"/>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9" name="obj_11987"/>
            <p:cNvSpPr/>
            <p:nvPr/>
          </p:nvSpPr>
          <p:spPr>
            <a:xfrm>
              <a:off x="529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0" name="obj_11988"/>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1" name="obj_11989"/>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2" name="obj_11990"/>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3" name="obj_11991"/>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4" name="obj_11992"/>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5" name="obj_11993"/>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6" name="obj_11994"/>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7" name="obj_11995"/>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8" name="obj_11996"/>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9" name="obj_11997"/>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0" name="obj_11998"/>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1" name="obj_11999"/>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2" name="obj_12000"/>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3" name="obj_12001"/>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4" name="obj_12002"/>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5" name="obj_12003"/>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6" name="obj_12004"/>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7" name="obj_12005"/>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8" name="obj_12006"/>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9" name="obj_12007"/>
            <p:cNvSpPr/>
            <p:nvPr/>
          </p:nvSpPr>
          <p:spPr>
            <a:xfrm>
              <a:off x="466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0" name="obj_12008"/>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1" name="obj_12009"/>
            <p:cNvSpPr/>
            <p:nvPr/>
          </p:nvSpPr>
          <p:spPr>
            <a:xfrm>
              <a:off x="497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2" name="obj_12010"/>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3" name="obj_12011"/>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4" name="obj_12012"/>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5" name="obj_12013"/>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6" name="obj_12014"/>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7" name="obj_12015"/>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8" name="obj_12016"/>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9" name="obj_12017"/>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0" name="obj_12018"/>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1" name="obj_12019"/>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2" name="obj_12020"/>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3" name="obj_12021"/>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4" name="obj_12022"/>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5" name="obj_12023"/>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6" name="obj_12024"/>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7" name="obj_12025"/>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8" name="obj_12026"/>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9" name="obj_12027"/>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0" name="obj_12028"/>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1" name="obj_12029"/>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2" name="obj_12030"/>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3" name="obj_12031"/>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4" name="obj_12032"/>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5" name="obj_12033"/>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6" name="obj_12034"/>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7" name="obj_12035"/>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8" name="obj_12036"/>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9" name="obj_12037"/>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0" name="obj_12038"/>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1" name="obj_12039"/>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2" name="obj_12040"/>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3" name="obj_12041"/>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424" name="obj_12042"/>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425" name="obj_12043"/>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4426" name="obj_12044"/>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4427" name="obj_12045"/>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4428" name="obj_12046"/>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4429" name="obj_12047"/>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4430" name="obj_12048"/>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4431" name="obj_12049"/>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4432" name="obj_12050"/>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4433" name="obj_12051"/>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434" name="obj_12052"/>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435" name="obj_12053"/>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436" name="obj_12054"/>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437" name="obj_12055"/>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4438" name="obj_12056"/>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4439" name="obj_12057"/>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4440" name="obj_12058"/>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4441" name="obj_12059"/>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442" name="obj_12060"/>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443" name="obj_12061"/>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4444" name="obj_12062"/>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4445" name="obj_12063"/>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4446" name="obj_12064"/>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4447" name="obj_12065"/>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4448" name="obj_12066"/>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sp>
          <p:nvSpPr>
            <p:cNvPr id="4449" name="obj_12067"/>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40: current = (12,5)</a:t>
              </a:r>
            </a:p>
          </p:txBody>
        </p:sp>
        <p:sp>
          <p:nvSpPr>
            <p:cNvPr id="4450" name="obj_12068"/>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g=15, h=1, f=16</a:t>
              </a:r>
            </a:p>
          </p:txBody>
        </p:sp>
        <p:sp>
          <p:nvSpPr>
            <p:cNvPr id="4451" name="obj_12069"/>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40</a:t>
              </a:r>
            </a:p>
            <a:p>
              <a:pPr algn="l">
                <a:lnSpc>
                  <a:spcPct val="112000"/>
                </a:lnSpc>
                <a:spcBef>
                  <a:spcPts val="0"/>
                </a:spcBef>
                <a:spcAft>
                  <a:spcPts val="0"/>
                </a:spcAft>
              </a:pPr>
              <a:r>
                <a:rPr sz="2400" b="0">
                  <a:solidFill>
                    <a:srgbClr val="352379"/>
                  </a:solidFill>
                  <a:latin typeface="Montserrat"/>
                </a:rPr>
                <a:t>OPEN: 27</a:t>
              </a:r>
            </a:p>
            <a:p>
              <a:pPr algn="l">
                <a:lnSpc>
                  <a:spcPct val="112000"/>
                </a:lnSpc>
                <a:spcBef>
                  <a:spcPts val="0"/>
                </a:spcBef>
                <a:spcAft>
                  <a:spcPts val="0"/>
                </a:spcAft>
              </a:pPr>
              <a:r>
                <a:rPr sz="2400" b="0">
                  <a:solidFill>
                    <a:srgbClr val="352379"/>
                  </a:solidFill>
                  <a:latin typeface="Montserrat"/>
                </a:rPr>
                <a:t>CLOSED: 40</a:t>
              </a:r>
            </a:p>
          </p:txBody>
        </p:sp>
        <p:sp>
          <p:nvSpPr>
            <p:cNvPr id="4452" name="obj_12070"/>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Выбор по минимуму f, равенство — FIFO.</a:t>
              </a:r>
            </a:p>
          </p:txBody>
        </p:sp>
      </p:grpSp>
      <p:grpSp>
        <p:nvGrpSpPr>
          <p:cNvPr id="4453" name="astar_continue_41"/>
          <p:cNvGrpSpPr/>
          <p:nvPr/>
        </p:nvGrpSpPr>
        <p:grpSpPr>
          <a:xfrm>
            <a:off x="482600" y="1600200"/>
            <a:ext cx="11226800" cy="4254500"/>
            <a:chOff x="482600" y="1600200"/>
            <a:chExt cx="11226800" cy="4254500"/>
          </a:xfrm>
        </p:grpSpPr>
        <p:sp>
          <p:nvSpPr>
            <p:cNvPr id="4454" name="obj_12072"/>
            <p:cNvSpPr/>
            <p:nvPr/>
          </p:nvSpPr>
          <p:spPr>
            <a:xfrm>
              <a:off x="482600" y="16002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5" name="obj_12073"/>
            <p:cNvSpPr/>
            <p:nvPr/>
          </p:nvSpPr>
          <p:spPr>
            <a:xfrm>
              <a:off x="508000" y="1638300"/>
              <a:ext cx="5168900" cy="387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6" name="obj_12074"/>
            <p:cNvSpPr/>
            <p:nvPr/>
          </p:nvSpPr>
          <p:spPr>
            <a:xfrm>
              <a:off x="82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7" name="obj_12075"/>
            <p:cNvSpPr/>
            <p:nvPr/>
          </p:nvSpPr>
          <p:spPr>
            <a:xfrm>
              <a:off x="114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8" name="obj_12076"/>
            <p:cNvSpPr/>
            <p:nvPr/>
          </p:nvSpPr>
          <p:spPr>
            <a:xfrm>
              <a:off x="146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9" name="obj_12077"/>
            <p:cNvSpPr/>
            <p:nvPr/>
          </p:nvSpPr>
          <p:spPr>
            <a:xfrm>
              <a:off x="177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0" name="obj_12078"/>
            <p:cNvSpPr/>
            <p:nvPr/>
          </p:nvSpPr>
          <p:spPr>
            <a:xfrm>
              <a:off x="209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1" name="obj_12079"/>
            <p:cNvSpPr/>
            <p:nvPr/>
          </p:nvSpPr>
          <p:spPr>
            <a:xfrm>
              <a:off x="241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2" name="obj_12080"/>
            <p:cNvSpPr/>
            <p:nvPr/>
          </p:nvSpPr>
          <p:spPr>
            <a:xfrm>
              <a:off x="273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3" name="obj_12081"/>
            <p:cNvSpPr/>
            <p:nvPr/>
          </p:nvSpPr>
          <p:spPr>
            <a:xfrm>
              <a:off x="3048000" y="191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4" name="obj_12082"/>
            <p:cNvSpPr/>
            <p:nvPr/>
          </p:nvSpPr>
          <p:spPr>
            <a:xfrm>
              <a:off x="336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5" name="obj_12083"/>
            <p:cNvSpPr/>
            <p:nvPr/>
          </p:nvSpPr>
          <p:spPr>
            <a:xfrm>
              <a:off x="368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6" name="obj_12084"/>
            <p:cNvSpPr/>
            <p:nvPr/>
          </p:nvSpPr>
          <p:spPr>
            <a:xfrm>
              <a:off x="400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7" name="obj_12085"/>
            <p:cNvSpPr/>
            <p:nvPr/>
          </p:nvSpPr>
          <p:spPr>
            <a:xfrm>
              <a:off x="4318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8" name="obj_12086"/>
            <p:cNvSpPr/>
            <p:nvPr/>
          </p:nvSpPr>
          <p:spPr>
            <a:xfrm>
              <a:off x="4635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9" name="obj_12087"/>
            <p:cNvSpPr/>
            <p:nvPr/>
          </p:nvSpPr>
          <p:spPr>
            <a:xfrm>
              <a:off x="49530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0" name="obj_12088"/>
            <p:cNvSpPr/>
            <p:nvPr/>
          </p:nvSpPr>
          <p:spPr>
            <a:xfrm>
              <a:off x="5270500" y="191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1" name="obj_12089"/>
            <p:cNvSpPr/>
            <p:nvPr/>
          </p:nvSpPr>
          <p:spPr>
            <a:xfrm>
              <a:off x="82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2" name="obj_12090"/>
            <p:cNvSpPr/>
            <p:nvPr/>
          </p:nvSpPr>
          <p:spPr>
            <a:xfrm>
              <a:off x="114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3" name="obj_12091"/>
            <p:cNvSpPr/>
            <p:nvPr/>
          </p:nvSpPr>
          <p:spPr>
            <a:xfrm>
              <a:off x="146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4" name="obj_12092"/>
            <p:cNvSpPr/>
            <p:nvPr/>
          </p:nvSpPr>
          <p:spPr>
            <a:xfrm>
              <a:off x="177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5" name="obj_12093"/>
            <p:cNvSpPr/>
            <p:nvPr/>
          </p:nvSpPr>
          <p:spPr>
            <a:xfrm>
              <a:off x="209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6" name="obj_12094"/>
            <p:cNvSpPr/>
            <p:nvPr/>
          </p:nvSpPr>
          <p:spPr>
            <a:xfrm>
              <a:off x="241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7" name="obj_12095"/>
            <p:cNvSpPr/>
            <p:nvPr/>
          </p:nvSpPr>
          <p:spPr>
            <a:xfrm>
              <a:off x="273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8" name="obj_12096"/>
            <p:cNvSpPr/>
            <p:nvPr/>
          </p:nvSpPr>
          <p:spPr>
            <a:xfrm>
              <a:off x="3048000" y="223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9" name="obj_12097"/>
            <p:cNvSpPr/>
            <p:nvPr/>
          </p:nvSpPr>
          <p:spPr>
            <a:xfrm>
              <a:off x="336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0" name="obj_12098"/>
            <p:cNvSpPr/>
            <p:nvPr/>
          </p:nvSpPr>
          <p:spPr>
            <a:xfrm>
              <a:off x="368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1" name="obj_12099"/>
            <p:cNvSpPr/>
            <p:nvPr/>
          </p:nvSpPr>
          <p:spPr>
            <a:xfrm>
              <a:off x="400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2" name="obj_12100"/>
            <p:cNvSpPr/>
            <p:nvPr/>
          </p:nvSpPr>
          <p:spPr>
            <a:xfrm>
              <a:off x="4318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3" name="obj_12101"/>
            <p:cNvSpPr/>
            <p:nvPr/>
          </p:nvSpPr>
          <p:spPr>
            <a:xfrm>
              <a:off x="4635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4" name="obj_12102"/>
            <p:cNvSpPr/>
            <p:nvPr/>
          </p:nvSpPr>
          <p:spPr>
            <a:xfrm>
              <a:off x="49530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5" name="obj_12103"/>
            <p:cNvSpPr/>
            <p:nvPr/>
          </p:nvSpPr>
          <p:spPr>
            <a:xfrm>
              <a:off x="5270500" y="223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6" name="obj_12104"/>
            <p:cNvSpPr/>
            <p:nvPr/>
          </p:nvSpPr>
          <p:spPr>
            <a:xfrm>
              <a:off x="82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7" name="obj_12105"/>
            <p:cNvSpPr/>
            <p:nvPr/>
          </p:nvSpPr>
          <p:spPr>
            <a:xfrm>
              <a:off x="114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8" name="obj_12106"/>
            <p:cNvSpPr/>
            <p:nvPr/>
          </p:nvSpPr>
          <p:spPr>
            <a:xfrm>
              <a:off x="116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9" name="obj_12107"/>
            <p:cNvSpPr/>
            <p:nvPr/>
          </p:nvSpPr>
          <p:spPr>
            <a:xfrm>
              <a:off x="146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0" name="obj_12108"/>
            <p:cNvSpPr/>
            <p:nvPr/>
          </p:nvSpPr>
          <p:spPr>
            <a:xfrm>
              <a:off x="177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1" name="obj_12109"/>
            <p:cNvSpPr/>
            <p:nvPr/>
          </p:nvSpPr>
          <p:spPr>
            <a:xfrm>
              <a:off x="209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2" name="obj_12110"/>
            <p:cNvSpPr/>
            <p:nvPr/>
          </p:nvSpPr>
          <p:spPr>
            <a:xfrm>
              <a:off x="2120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3" name="obj_12111"/>
            <p:cNvSpPr/>
            <p:nvPr/>
          </p:nvSpPr>
          <p:spPr>
            <a:xfrm>
              <a:off x="241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4" name="obj_12112"/>
            <p:cNvSpPr/>
            <p:nvPr/>
          </p:nvSpPr>
          <p:spPr>
            <a:xfrm>
              <a:off x="24384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5" name="obj_12113"/>
            <p:cNvSpPr/>
            <p:nvPr/>
          </p:nvSpPr>
          <p:spPr>
            <a:xfrm>
              <a:off x="273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6" name="obj_12114"/>
            <p:cNvSpPr/>
            <p:nvPr/>
          </p:nvSpPr>
          <p:spPr>
            <a:xfrm>
              <a:off x="2755900" y="257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7" name="obj_12115"/>
            <p:cNvSpPr/>
            <p:nvPr/>
          </p:nvSpPr>
          <p:spPr>
            <a:xfrm>
              <a:off x="304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8" name="obj_12116"/>
            <p:cNvSpPr/>
            <p:nvPr/>
          </p:nvSpPr>
          <p:spPr>
            <a:xfrm>
              <a:off x="336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9" name="obj_12117"/>
            <p:cNvSpPr/>
            <p:nvPr/>
          </p:nvSpPr>
          <p:spPr>
            <a:xfrm>
              <a:off x="368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0" name="obj_12118"/>
            <p:cNvSpPr/>
            <p:nvPr/>
          </p:nvSpPr>
          <p:spPr>
            <a:xfrm>
              <a:off x="40005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1" name="obj_12119"/>
            <p:cNvSpPr/>
            <p:nvPr/>
          </p:nvSpPr>
          <p:spPr>
            <a:xfrm>
              <a:off x="4318000" y="255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2" name="obj_12120"/>
            <p:cNvSpPr/>
            <p:nvPr/>
          </p:nvSpPr>
          <p:spPr>
            <a:xfrm>
              <a:off x="4635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3" name="obj_12121"/>
            <p:cNvSpPr/>
            <p:nvPr/>
          </p:nvSpPr>
          <p:spPr>
            <a:xfrm>
              <a:off x="49530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4" name="obj_12122"/>
            <p:cNvSpPr/>
            <p:nvPr/>
          </p:nvSpPr>
          <p:spPr>
            <a:xfrm>
              <a:off x="5270500" y="255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5" name="obj_12123"/>
            <p:cNvSpPr/>
            <p:nvPr/>
          </p:nvSpPr>
          <p:spPr>
            <a:xfrm>
              <a:off x="82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6" name="obj_12124"/>
            <p:cNvSpPr/>
            <p:nvPr/>
          </p:nvSpPr>
          <p:spPr>
            <a:xfrm>
              <a:off x="850900" y="289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7" name="obj_12125"/>
            <p:cNvSpPr/>
            <p:nvPr/>
          </p:nvSpPr>
          <p:spPr>
            <a:xfrm>
              <a:off x="114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8" name="obj_12126"/>
            <p:cNvSpPr/>
            <p:nvPr/>
          </p:nvSpPr>
          <p:spPr>
            <a:xfrm>
              <a:off x="121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9" name="obj_12127"/>
            <p:cNvSpPr/>
            <p:nvPr/>
          </p:nvSpPr>
          <p:spPr>
            <a:xfrm>
              <a:off x="146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0" name="obj_12128"/>
            <p:cNvSpPr/>
            <p:nvPr/>
          </p:nvSpPr>
          <p:spPr>
            <a:xfrm>
              <a:off x="153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1" name="obj_12129"/>
            <p:cNvSpPr/>
            <p:nvPr/>
          </p:nvSpPr>
          <p:spPr>
            <a:xfrm>
              <a:off x="177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2" name="obj_12130"/>
            <p:cNvSpPr/>
            <p:nvPr/>
          </p:nvSpPr>
          <p:spPr>
            <a:xfrm>
              <a:off x="1854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3" name="obj_12131"/>
            <p:cNvSpPr/>
            <p:nvPr/>
          </p:nvSpPr>
          <p:spPr>
            <a:xfrm>
              <a:off x="209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4" name="obj_12132"/>
            <p:cNvSpPr/>
            <p:nvPr/>
          </p:nvSpPr>
          <p:spPr>
            <a:xfrm>
              <a:off x="2171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5" name="obj_12133"/>
            <p:cNvSpPr/>
            <p:nvPr/>
          </p:nvSpPr>
          <p:spPr>
            <a:xfrm>
              <a:off x="241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6" name="obj_12134"/>
            <p:cNvSpPr/>
            <p:nvPr/>
          </p:nvSpPr>
          <p:spPr>
            <a:xfrm>
              <a:off x="24892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7" name="obj_12135"/>
            <p:cNvSpPr/>
            <p:nvPr/>
          </p:nvSpPr>
          <p:spPr>
            <a:xfrm>
              <a:off x="273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8" name="obj_12136"/>
            <p:cNvSpPr/>
            <p:nvPr/>
          </p:nvSpPr>
          <p:spPr>
            <a:xfrm>
              <a:off x="2806700" y="294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9" name="obj_12137"/>
            <p:cNvSpPr/>
            <p:nvPr/>
          </p:nvSpPr>
          <p:spPr>
            <a:xfrm>
              <a:off x="3048000" y="2870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0" name="obj_12138"/>
            <p:cNvSpPr/>
            <p:nvPr/>
          </p:nvSpPr>
          <p:spPr>
            <a:xfrm>
              <a:off x="336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1" name="obj_12139"/>
            <p:cNvSpPr/>
            <p:nvPr/>
          </p:nvSpPr>
          <p:spPr>
            <a:xfrm>
              <a:off x="368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2" name="obj_12140"/>
            <p:cNvSpPr/>
            <p:nvPr/>
          </p:nvSpPr>
          <p:spPr>
            <a:xfrm>
              <a:off x="400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3" name="obj_12141"/>
            <p:cNvSpPr/>
            <p:nvPr/>
          </p:nvSpPr>
          <p:spPr>
            <a:xfrm>
              <a:off x="4318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4" name="obj_12142"/>
            <p:cNvSpPr/>
            <p:nvPr/>
          </p:nvSpPr>
          <p:spPr>
            <a:xfrm>
              <a:off x="4635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5" name="obj_12143"/>
            <p:cNvSpPr/>
            <p:nvPr/>
          </p:nvSpPr>
          <p:spPr>
            <a:xfrm>
              <a:off x="49530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6" name="obj_12144"/>
            <p:cNvSpPr/>
            <p:nvPr/>
          </p:nvSpPr>
          <p:spPr>
            <a:xfrm>
              <a:off x="5270500" y="287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7" name="obj_12145"/>
            <p:cNvSpPr/>
            <p:nvPr/>
          </p:nvSpPr>
          <p:spPr>
            <a:xfrm>
              <a:off x="82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8" name="obj_12146"/>
            <p:cNvSpPr/>
            <p:nvPr/>
          </p:nvSpPr>
          <p:spPr>
            <a:xfrm>
              <a:off x="90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9" name="obj_12147"/>
            <p:cNvSpPr/>
            <p:nvPr/>
          </p:nvSpPr>
          <p:spPr>
            <a:xfrm>
              <a:off x="114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0" name="obj_12148"/>
            <p:cNvSpPr/>
            <p:nvPr/>
          </p:nvSpPr>
          <p:spPr>
            <a:xfrm>
              <a:off x="121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1" name="obj_12149"/>
            <p:cNvSpPr/>
            <p:nvPr/>
          </p:nvSpPr>
          <p:spPr>
            <a:xfrm>
              <a:off x="146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2" name="obj_12150"/>
            <p:cNvSpPr/>
            <p:nvPr/>
          </p:nvSpPr>
          <p:spPr>
            <a:xfrm>
              <a:off x="1536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3" name="obj_12151"/>
            <p:cNvSpPr/>
            <p:nvPr/>
          </p:nvSpPr>
          <p:spPr>
            <a:xfrm>
              <a:off x="1778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4" name="obj_12152"/>
            <p:cNvSpPr/>
            <p:nvPr/>
          </p:nvSpPr>
          <p:spPr>
            <a:xfrm>
              <a:off x="1854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5" name="obj_12153"/>
            <p:cNvSpPr/>
            <p:nvPr/>
          </p:nvSpPr>
          <p:spPr>
            <a:xfrm>
              <a:off x="209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6" name="obj_12154"/>
            <p:cNvSpPr/>
            <p:nvPr/>
          </p:nvSpPr>
          <p:spPr>
            <a:xfrm>
              <a:off x="21717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7" name="obj_12155"/>
            <p:cNvSpPr txBox="1"/>
            <p:nvPr/>
          </p:nvSpPr>
          <p:spPr>
            <a:xfrm>
              <a:off x="210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38" name="obj_12156"/>
            <p:cNvSpPr/>
            <p:nvPr/>
          </p:nvSpPr>
          <p:spPr>
            <a:xfrm>
              <a:off x="241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9" name="obj_12157"/>
            <p:cNvSpPr/>
            <p:nvPr/>
          </p:nvSpPr>
          <p:spPr>
            <a:xfrm>
              <a:off x="2489200" y="3263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0" name="obj_12158"/>
            <p:cNvSpPr txBox="1"/>
            <p:nvPr/>
          </p:nvSpPr>
          <p:spPr>
            <a:xfrm>
              <a:off x="242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41" name="obj_12159"/>
            <p:cNvSpPr/>
            <p:nvPr/>
          </p:nvSpPr>
          <p:spPr>
            <a:xfrm>
              <a:off x="273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2" name="obj_12160"/>
            <p:cNvSpPr/>
            <p:nvPr/>
          </p:nvSpPr>
          <p:spPr>
            <a:xfrm>
              <a:off x="2755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3" name="obj_12161"/>
            <p:cNvSpPr txBox="1"/>
            <p:nvPr/>
          </p:nvSpPr>
          <p:spPr>
            <a:xfrm>
              <a:off x="274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44" name="obj_12162"/>
            <p:cNvSpPr/>
            <p:nvPr/>
          </p:nvSpPr>
          <p:spPr>
            <a:xfrm>
              <a:off x="304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5" name="obj_12163"/>
            <p:cNvSpPr txBox="1"/>
            <p:nvPr/>
          </p:nvSpPr>
          <p:spPr>
            <a:xfrm>
              <a:off x="306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46" name="obj_12164"/>
            <p:cNvSpPr/>
            <p:nvPr/>
          </p:nvSpPr>
          <p:spPr>
            <a:xfrm>
              <a:off x="3365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7" name="obj_12165"/>
            <p:cNvSpPr txBox="1"/>
            <p:nvPr/>
          </p:nvSpPr>
          <p:spPr>
            <a:xfrm>
              <a:off x="3378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48" name="obj_12166"/>
            <p:cNvSpPr/>
            <p:nvPr/>
          </p:nvSpPr>
          <p:spPr>
            <a:xfrm>
              <a:off x="3683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9" name="obj_12167"/>
            <p:cNvSpPr txBox="1"/>
            <p:nvPr/>
          </p:nvSpPr>
          <p:spPr>
            <a:xfrm>
              <a:off x="3695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50" name="obj_12168"/>
            <p:cNvSpPr/>
            <p:nvPr/>
          </p:nvSpPr>
          <p:spPr>
            <a:xfrm>
              <a:off x="40005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1" name="obj_12169"/>
            <p:cNvSpPr txBox="1"/>
            <p:nvPr/>
          </p:nvSpPr>
          <p:spPr>
            <a:xfrm>
              <a:off x="40132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52" name="obj_12170"/>
            <p:cNvSpPr/>
            <p:nvPr/>
          </p:nvSpPr>
          <p:spPr>
            <a:xfrm>
              <a:off x="4318000" y="3187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3" name="obj_12171"/>
            <p:cNvSpPr txBox="1"/>
            <p:nvPr/>
          </p:nvSpPr>
          <p:spPr>
            <a:xfrm>
              <a:off x="4330700" y="3248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54" name="obj_12172"/>
            <p:cNvSpPr/>
            <p:nvPr/>
          </p:nvSpPr>
          <p:spPr>
            <a:xfrm>
              <a:off x="4635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5" name="obj_12173"/>
            <p:cNvSpPr/>
            <p:nvPr/>
          </p:nvSpPr>
          <p:spPr>
            <a:xfrm>
              <a:off x="4660900" y="321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6" name="obj_12174"/>
            <p:cNvSpPr/>
            <p:nvPr/>
          </p:nvSpPr>
          <p:spPr>
            <a:xfrm>
              <a:off x="49530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7" name="obj_12175"/>
            <p:cNvSpPr/>
            <p:nvPr/>
          </p:nvSpPr>
          <p:spPr>
            <a:xfrm>
              <a:off x="5270500" y="318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8" name="obj_12176"/>
            <p:cNvSpPr/>
            <p:nvPr/>
          </p:nvSpPr>
          <p:spPr>
            <a:xfrm>
              <a:off x="82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9" name="obj_12177"/>
            <p:cNvSpPr/>
            <p:nvPr/>
          </p:nvSpPr>
          <p:spPr>
            <a:xfrm>
              <a:off x="90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0" name="obj_12178"/>
            <p:cNvSpPr/>
            <p:nvPr/>
          </p:nvSpPr>
          <p:spPr>
            <a:xfrm>
              <a:off x="114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1" name="obj_12179"/>
            <p:cNvSpPr/>
            <p:nvPr/>
          </p:nvSpPr>
          <p:spPr>
            <a:xfrm>
              <a:off x="121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2" name="obj_12180"/>
            <p:cNvSpPr/>
            <p:nvPr/>
          </p:nvSpPr>
          <p:spPr>
            <a:xfrm>
              <a:off x="1181100" y="3543300"/>
              <a:ext cx="228600" cy="2286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3" name="obj_12181"/>
            <p:cNvSpPr txBox="1"/>
            <p:nvPr/>
          </p:nvSpPr>
          <p:spPr>
            <a:xfrm>
              <a:off x="118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S</a:t>
              </a:r>
            </a:p>
          </p:txBody>
        </p:sp>
        <p:sp>
          <p:nvSpPr>
            <p:cNvPr id="4564" name="obj_12182"/>
            <p:cNvSpPr/>
            <p:nvPr/>
          </p:nvSpPr>
          <p:spPr>
            <a:xfrm>
              <a:off x="146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5" name="obj_12183"/>
            <p:cNvSpPr/>
            <p:nvPr/>
          </p:nvSpPr>
          <p:spPr>
            <a:xfrm>
              <a:off x="1536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6" name="obj_12184"/>
            <p:cNvSpPr/>
            <p:nvPr/>
          </p:nvSpPr>
          <p:spPr>
            <a:xfrm>
              <a:off x="1778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7" name="obj_12185"/>
            <p:cNvSpPr/>
            <p:nvPr/>
          </p:nvSpPr>
          <p:spPr>
            <a:xfrm>
              <a:off x="1854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8" name="obj_12186"/>
            <p:cNvSpPr/>
            <p:nvPr/>
          </p:nvSpPr>
          <p:spPr>
            <a:xfrm>
              <a:off x="209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9" name="obj_12187"/>
            <p:cNvSpPr/>
            <p:nvPr/>
          </p:nvSpPr>
          <p:spPr>
            <a:xfrm>
              <a:off x="217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0" name="obj_12188"/>
            <p:cNvSpPr txBox="1"/>
            <p:nvPr/>
          </p:nvSpPr>
          <p:spPr>
            <a:xfrm>
              <a:off x="210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71" name="obj_12189"/>
            <p:cNvSpPr/>
            <p:nvPr/>
          </p:nvSpPr>
          <p:spPr>
            <a:xfrm>
              <a:off x="241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2" name="obj_12190"/>
            <p:cNvSpPr/>
            <p:nvPr/>
          </p:nvSpPr>
          <p:spPr>
            <a:xfrm>
              <a:off x="24892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3" name="obj_12191"/>
            <p:cNvSpPr txBox="1"/>
            <p:nvPr/>
          </p:nvSpPr>
          <p:spPr>
            <a:xfrm>
              <a:off x="242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74" name="obj_12192"/>
            <p:cNvSpPr/>
            <p:nvPr/>
          </p:nvSpPr>
          <p:spPr>
            <a:xfrm>
              <a:off x="273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5" name="obj_12193"/>
            <p:cNvSpPr/>
            <p:nvPr/>
          </p:nvSpPr>
          <p:spPr>
            <a:xfrm>
              <a:off x="27559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6" name="obj_12194"/>
            <p:cNvSpPr txBox="1"/>
            <p:nvPr/>
          </p:nvSpPr>
          <p:spPr>
            <a:xfrm>
              <a:off x="274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77" name="obj_12195"/>
            <p:cNvSpPr/>
            <p:nvPr/>
          </p:nvSpPr>
          <p:spPr>
            <a:xfrm>
              <a:off x="304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8" name="obj_12196"/>
            <p:cNvSpPr txBox="1"/>
            <p:nvPr/>
          </p:nvSpPr>
          <p:spPr>
            <a:xfrm>
              <a:off x="306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79" name="obj_12197"/>
            <p:cNvSpPr/>
            <p:nvPr/>
          </p:nvSpPr>
          <p:spPr>
            <a:xfrm>
              <a:off x="3365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0" name="obj_12198"/>
            <p:cNvSpPr txBox="1"/>
            <p:nvPr/>
          </p:nvSpPr>
          <p:spPr>
            <a:xfrm>
              <a:off x="3378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81" name="obj_12199"/>
            <p:cNvSpPr/>
            <p:nvPr/>
          </p:nvSpPr>
          <p:spPr>
            <a:xfrm>
              <a:off x="3683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2" name="obj_12200"/>
            <p:cNvSpPr txBox="1"/>
            <p:nvPr/>
          </p:nvSpPr>
          <p:spPr>
            <a:xfrm>
              <a:off x="3695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83" name="obj_12201"/>
            <p:cNvSpPr/>
            <p:nvPr/>
          </p:nvSpPr>
          <p:spPr>
            <a:xfrm>
              <a:off x="40005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4" name="obj_12202"/>
            <p:cNvSpPr txBox="1"/>
            <p:nvPr/>
          </p:nvSpPr>
          <p:spPr>
            <a:xfrm>
              <a:off x="40132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85" name="obj_12203"/>
            <p:cNvSpPr/>
            <p:nvPr/>
          </p:nvSpPr>
          <p:spPr>
            <a:xfrm>
              <a:off x="4318000" y="3505200"/>
              <a:ext cx="304800" cy="3048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6" name="obj_12204"/>
            <p:cNvSpPr/>
            <p:nvPr/>
          </p:nvSpPr>
          <p:spPr>
            <a:xfrm>
              <a:off x="4343400" y="3530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7" name="obj_12205"/>
            <p:cNvSpPr txBox="1"/>
            <p:nvPr/>
          </p:nvSpPr>
          <p:spPr>
            <a:xfrm>
              <a:off x="4330700" y="35655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588" name="obj_12206"/>
            <p:cNvSpPr/>
            <p:nvPr/>
          </p:nvSpPr>
          <p:spPr>
            <a:xfrm>
              <a:off x="4635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9" name="obj_12207"/>
            <p:cNvSpPr/>
            <p:nvPr/>
          </p:nvSpPr>
          <p:spPr>
            <a:xfrm>
              <a:off x="4711700" y="3581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0" name="obj_12208"/>
            <p:cNvSpPr/>
            <p:nvPr/>
          </p:nvSpPr>
          <p:spPr>
            <a:xfrm>
              <a:off x="49530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1" name="obj_12209"/>
            <p:cNvSpPr/>
            <p:nvPr/>
          </p:nvSpPr>
          <p:spPr>
            <a:xfrm>
              <a:off x="4965700" y="3517900"/>
              <a:ext cx="279400" cy="279400"/>
            </a:xfrm>
            <a:prstGeom prst="rect">
              <a:avLst/>
            </a:prstGeom>
            <a:noFill/>
            <a:ln w="3175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2" name="obj_12210"/>
            <p:cNvSpPr/>
            <p:nvPr/>
          </p:nvSpPr>
          <p:spPr>
            <a:xfrm>
              <a:off x="4991100" y="3543300"/>
              <a:ext cx="228600" cy="228600"/>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3" name="obj_12211"/>
            <p:cNvSpPr txBox="1"/>
            <p:nvPr/>
          </p:nvSpPr>
          <p:spPr>
            <a:xfrm>
              <a:off x="4991100" y="3536950"/>
              <a:ext cx="2286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325" b="1">
                  <a:solidFill>
                    <a:srgbClr val="FFFFFF"/>
                  </a:solidFill>
                  <a:latin typeface="Montserrat"/>
                </a:rPr>
                <a:t>G</a:t>
              </a:r>
            </a:p>
          </p:txBody>
        </p:sp>
        <p:sp>
          <p:nvSpPr>
            <p:cNvPr id="4594" name="obj_12212"/>
            <p:cNvSpPr/>
            <p:nvPr/>
          </p:nvSpPr>
          <p:spPr>
            <a:xfrm>
              <a:off x="5270500" y="350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5" name="obj_12213"/>
            <p:cNvSpPr/>
            <p:nvPr/>
          </p:nvSpPr>
          <p:spPr>
            <a:xfrm>
              <a:off x="82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6" name="obj_12214"/>
            <p:cNvSpPr/>
            <p:nvPr/>
          </p:nvSpPr>
          <p:spPr>
            <a:xfrm>
              <a:off x="90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7" name="obj_12215"/>
            <p:cNvSpPr/>
            <p:nvPr/>
          </p:nvSpPr>
          <p:spPr>
            <a:xfrm>
              <a:off x="114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8" name="obj_12216"/>
            <p:cNvSpPr/>
            <p:nvPr/>
          </p:nvSpPr>
          <p:spPr>
            <a:xfrm>
              <a:off x="121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9" name="obj_12217"/>
            <p:cNvSpPr/>
            <p:nvPr/>
          </p:nvSpPr>
          <p:spPr>
            <a:xfrm>
              <a:off x="146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0" name="obj_12218"/>
            <p:cNvSpPr/>
            <p:nvPr/>
          </p:nvSpPr>
          <p:spPr>
            <a:xfrm>
              <a:off x="1536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1" name="obj_12219"/>
            <p:cNvSpPr/>
            <p:nvPr/>
          </p:nvSpPr>
          <p:spPr>
            <a:xfrm>
              <a:off x="1778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2" name="obj_12220"/>
            <p:cNvSpPr/>
            <p:nvPr/>
          </p:nvSpPr>
          <p:spPr>
            <a:xfrm>
              <a:off x="1854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3" name="obj_12221"/>
            <p:cNvSpPr/>
            <p:nvPr/>
          </p:nvSpPr>
          <p:spPr>
            <a:xfrm>
              <a:off x="209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4" name="obj_12222"/>
            <p:cNvSpPr/>
            <p:nvPr/>
          </p:nvSpPr>
          <p:spPr>
            <a:xfrm>
              <a:off x="217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5" name="obj_12223"/>
            <p:cNvSpPr txBox="1"/>
            <p:nvPr/>
          </p:nvSpPr>
          <p:spPr>
            <a:xfrm>
              <a:off x="210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06" name="obj_12224"/>
            <p:cNvSpPr/>
            <p:nvPr/>
          </p:nvSpPr>
          <p:spPr>
            <a:xfrm>
              <a:off x="241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7" name="obj_12225"/>
            <p:cNvSpPr/>
            <p:nvPr/>
          </p:nvSpPr>
          <p:spPr>
            <a:xfrm>
              <a:off x="248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8" name="obj_12226"/>
            <p:cNvSpPr txBox="1"/>
            <p:nvPr/>
          </p:nvSpPr>
          <p:spPr>
            <a:xfrm>
              <a:off x="242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09" name="obj_12227"/>
            <p:cNvSpPr/>
            <p:nvPr/>
          </p:nvSpPr>
          <p:spPr>
            <a:xfrm>
              <a:off x="273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0" name="obj_12228"/>
            <p:cNvSpPr/>
            <p:nvPr/>
          </p:nvSpPr>
          <p:spPr>
            <a:xfrm>
              <a:off x="275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1" name="obj_12229"/>
            <p:cNvSpPr txBox="1"/>
            <p:nvPr/>
          </p:nvSpPr>
          <p:spPr>
            <a:xfrm>
              <a:off x="274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12" name="obj_12230"/>
            <p:cNvSpPr/>
            <p:nvPr/>
          </p:nvSpPr>
          <p:spPr>
            <a:xfrm>
              <a:off x="304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3" name="obj_12231"/>
            <p:cNvSpPr/>
            <p:nvPr/>
          </p:nvSpPr>
          <p:spPr>
            <a:xfrm>
              <a:off x="307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4" name="obj_12232"/>
            <p:cNvSpPr txBox="1"/>
            <p:nvPr/>
          </p:nvSpPr>
          <p:spPr>
            <a:xfrm>
              <a:off x="306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15" name="obj_12233"/>
            <p:cNvSpPr/>
            <p:nvPr/>
          </p:nvSpPr>
          <p:spPr>
            <a:xfrm>
              <a:off x="3365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6" name="obj_12234"/>
            <p:cNvSpPr/>
            <p:nvPr/>
          </p:nvSpPr>
          <p:spPr>
            <a:xfrm>
              <a:off x="3390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7" name="obj_12235"/>
            <p:cNvSpPr txBox="1"/>
            <p:nvPr/>
          </p:nvSpPr>
          <p:spPr>
            <a:xfrm>
              <a:off x="3378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18" name="obj_12236"/>
            <p:cNvSpPr/>
            <p:nvPr/>
          </p:nvSpPr>
          <p:spPr>
            <a:xfrm>
              <a:off x="3683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9" name="obj_12237"/>
            <p:cNvSpPr/>
            <p:nvPr/>
          </p:nvSpPr>
          <p:spPr>
            <a:xfrm>
              <a:off x="3708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0" name="obj_12238"/>
            <p:cNvSpPr txBox="1"/>
            <p:nvPr/>
          </p:nvSpPr>
          <p:spPr>
            <a:xfrm>
              <a:off x="3695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21" name="obj_12239"/>
            <p:cNvSpPr/>
            <p:nvPr/>
          </p:nvSpPr>
          <p:spPr>
            <a:xfrm>
              <a:off x="40005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2" name="obj_12240"/>
            <p:cNvSpPr/>
            <p:nvPr/>
          </p:nvSpPr>
          <p:spPr>
            <a:xfrm>
              <a:off x="402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3" name="obj_12241"/>
            <p:cNvSpPr txBox="1"/>
            <p:nvPr/>
          </p:nvSpPr>
          <p:spPr>
            <a:xfrm>
              <a:off x="40132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24" name="obj_12242"/>
            <p:cNvSpPr/>
            <p:nvPr/>
          </p:nvSpPr>
          <p:spPr>
            <a:xfrm>
              <a:off x="4318000" y="3822700"/>
              <a:ext cx="304800" cy="3048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5" name="obj_12243"/>
            <p:cNvSpPr/>
            <p:nvPr/>
          </p:nvSpPr>
          <p:spPr>
            <a:xfrm>
              <a:off x="43434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6" name="obj_12244"/>
            <p:cNvSpPr txBox="1"/>
            <p:nvPr/>
          </p:nvSpPr>
          <p:spPr>
            <a:xfrm>
              <a:off x="4330700" y="3883025"/>
              <a:ext cx="279400" cy="206375"/>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27" name="obj_12245"/>
            <p:cNvSpPr/>
            <p:nvPr/>
          </p:nvSpPr>
          <p:spPr>
            <a:xfrm>
              <a:off x="4635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8" name="obj_12246"/>
            <p:cNvSpPr/>
            <p:nvPr/>
          </p:nvSpPr>
          <p:spPr>
            <a:xfrm>
              <a:off x="47117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9" name="obj_12247"/>
            <p:cNvSpPr/>
            <p:nvPr/>
          </p:nvSpPr>
          <p:spPr>
            <a:xfrm>
              <a:off x="49530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0" name="obj_12248"/>
            <p:cNvSpPr/>
            <p:nvPr/>
          </p:nvSpPr>
          <p:spPr>
            <a:xfrm>
              <a:off x="5029200" y="38989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1" name="obj_12249"/>
            <p:cNvSpPr/>
            <p:nvPr/>
          </p:nvSpPr>
          <p:spPr>
            <a:xfrm>
              <a:off x="5270500" y="382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2" name="obj_12250"/>
            <p:cNvSpPr/>
            <p:nvPr/>
          </p:nvSpPr>
          <p:spPr>
            <a:xfrm>
              <a:off x="5295900" y="3848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3" name="obj_12251"/>
            <p:cNvSpPr/>
            <p:nvPr/>
          </p:nvSpPr>
          <p:spPr>
            <a:xfrm>
              <a:off x="82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4" name="obj_12252"/>
            <p:cNvSpPr/>
            <p:nvPr/>
          </p:nvSpPr>
          <p:spPr>
            <a:xfrm>
              <a:off x="850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5" name="obj_12253"/>
            <p:cNvSpPr/>
            <p:nvPr/>
          </p:nvSpPr>
          <p:spPr>
            <a:xfrm>
              <a:off x="114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6" name="obj_12254"/>
            <p:cNvSpPr/>
            <p:nvPr/>
          </p:nvSpPr>
          <p:spPr>
            <a:xfrm>
              <a:off x="121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7" name="obj_12255"/>
            <p:cNvSpPr/>
            <p:nvPr/>
          </p:nvSpPr>
          <p:spPr>
            <a:xfrm>
              <a:off x="146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8" name="obj_12256"/>
            <p:cNvSpPr/>
            <p:nvPr/>
          </p:nvSpPr>
          <p:spPr>
            <a:xfrm>
              <a:off x="153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9" name="obj_12257"/>
            <p:cNvSpPr/>
            <p:nvPr/>
          </p:nvSpPr>
          <p:spPr>
            <a:xfrm>
              <a:off x="177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0" name="obj_12258"/>
            <p:cNvSpPr/>
            <p:nvPr/>
          </p:nvSpPr>
          <p:spPr>
            <a:xfrm>
              <a:off x="185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1" name="obj_12259"/>
            <p:cNvSpPr/>
            <p:nvPr/>
          </p:nvSpPr>
          <p:spPr>
            <a:xfrm>
              <a:off x="209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2" name="obj_12260"/>
            <p:cNvSpPr/>
            <p:nvPr/>
          </p:nvSpPr>
          <p:spPr>
            <a:xfrm>
              <a:off x="217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3" name="obj_12261"/>
            <p:cNvSpPr/>
            <p:nvPr/>
          </p:nvSpPr>
          <p:spPr>
            <a:xfrm>
              <a:off x="241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4" name="obj_12262"/>
            <p:cNvSpPr/>
            <p:nvPr/>
          </p:nvSpPr>
          <p:spPr>
            <a:xfrm>
              <a:off x="248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5" name="obj_12263"/>
            <p:cNvSpPr/>
            <p:nvPr/>
          </p:nvSpPr>
          <p:spPr>
            <a:xfrm>
              <a:off x="273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6" name="obj_12264"/>
            <p:cNvSpPr/>
            <p:nvPr/>
          </p:nvSpPr>
          <p:spPr>
            <a:xfrm>
              <a:off x="280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7" name="obj_12265"/>
            <p:cNvSpPr/>
            <p:nvPr/>
          </p:nvSpPr>
          <p:spPr>
            <a:xfrm>
              <a:off x="304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8" name="obj_12266"/>
            <p:cNvSpPr/>
            <p:nvPr/>
          </p:nvSpPr>
          <p:spPr>
            <a:xfrm>
              <a:off x="312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9" name="obj_12267"/>
            <p:cNvSpPr/>
            <p:nvPr/>
          </p:nvSpPr>
          <p:spPr>
            <a:xfrm>
              <a:off x="336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0" name="obj_12268"/>
            <p:cNvSpPr/>
            <p:nvPr/>
          </p:nvSpPr>
          <p:spPr>
            <a:xfrm>
              <a:off x="344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1" name="obj_12269"/>
            <p:cNvSpPr/>
            <p:nvPr/>
          </p:nvSpPr>
          <p:spPr>
            <a:xfrm>
              <a:off x="368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2" name="obj_12270"/>
            <p:cNvSpPr/>
            <p:nvPr/>
          </p:nvSpPr>
          <p:spPr>
            <a:xfrm>
              <a:off x="375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3" name="obj_12271"/>
            <p:cNvSpPr/>
            <p:nvPr/>
          </p:nvSpPr>
          <p:spPr>
            <a:xfrm>
              <a:off x="400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4" name="obj_12272"/>
            <p:cNvSpPr/>
            <p:nvPr/>
          </p:nvSpPr>
          <p:spPr>
            <a:xfrm>
              <a:off x="4076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5" name="obj_12273"/>
            <p:cNvSpPr/>
            <p:nvPr/>
          </p:nvSpPr>
          <p:spPr>
            <a:xfrm>
              <a:off x="4318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6" name="obj_12274"/>
            <p:cNvSpPr/>
            <p:nvPr/>
          </p:nvSpPr>
          <p:spPr>
            <a:xfrm>
              <a:off x="4394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7" name="obj_12275"/>
            <p:cNvSpPr/>
            <p:nvPr/>
          </p:nvSpPr>
          <p:spPr>
            <a:xfrm>
              <a:off x="4635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8" name="obj_12276"/>
            <p:cNvSpPr/>
            <p:nvPr/>
          </p:nvSpPr>
          <p:spPr>
            <a:xfrm>
              <a:off x="47117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9" name="obj_12277"/>
            <p:cNvSpPr/>
            <p:nvPr/>
          </p:nvSpPr>
          <p:spPr>
            <a:xfrm>
              <a:off x="49530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0" name="obj_12278"/>
            <p:cNvSpPr/>
            <p:nvPr/>
          </p:nvSpPr>
          <p:spPr>
            <a:xfrm>
              <a:off x="5029200" y="4216400"/>
              <a:ext cx="165100" cy="165100"/>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1" name="obj_12279"/>
            <p:cNvSpPr/>
            <p:nvPr/>
          </p:nvSpPr>
          <p:spPr>
            <a:xfrm>
              <a:off x="5270500" y="4140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2" name="obj_12280"/>
            <p:cNvSpPr/>
            <p:nvPr/>
          </p:nvSpPr>
          <p:spPr>
            <a:xfrm>
              <a:off x="5295900" y="41656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3" name="obj_12281"/>
            <p:cNvSpPr/>
            <p:nvPr/>
          </p:nvSpPr>
          <p:spPr>
            <a:xfrm>
              <a:off x="82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4" name="obj_12282"/>
            <p:cNvSpPr/>
            <p:nvPr/>
          </p:nvSpPr>
          <p:spPr>
            <a:xfrm>
              <a:off x="114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5" name="obj_12283"/>
            <p:cNvSpPr/>
            <p:nvPr/>
          </p:nvSpPr>
          <p:spPr>
            <a:xfrm>
              <a:off x="116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6" name="obj_12284"/>
            <p:cNvSpPr/>
            <p:nvPr/>
          </p:nvSpPr>
          <p:spPr>
            <a:xfrm>
              <a:off x="146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7" name="obj_12285"/>
            <p:cNvSpPr/>
            <p:nvPr/>
          </p:nvSpPr>
          <p:spPr>
            <a:xfrm>
              <a:off x="177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8" name="obj_12286"/>
            <p:cNvSpPr/>
            <p:nvPr/>
          </p:nvSpPr>
          <p:spPr>
            <a:xfrm>
              <a:off x="209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9" name="obj_12287"/>
            <p:cNvSpPr/>
            <p:nvPr/>
          </p:nvSpPr>
          <p:spPr>
            <a:xfrm>
              <a:off x="212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0" name="obj_12288"/>
            <p:cNvSpPr/>
            <p:nvPr/>
          </p:nvSpPr>
          <p:spPr>
            <a:xfrm>
              <a:off x="241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1" name="obj_12289"/>
            <p:cNvSpPr/>
            <p:nvPr/>
          </p:nvSpPr>
          <p:spPr>
            <a:xfrm>
              <a:off x="243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2" name="obj_12290"/>
            <p:cNvSpPr/>
            <p:nvPr/>
          </p:nvSpPr>
          <p:spPr>
            <a:xfrm>
              <a:off x="273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3" name="obj_12291"/>
            <p:cNvSpPr/>
            <p:nvPr/>
          </p:nvSpPr>
          <p:spPr>
            <a:xfrm>
              <a:off x="2755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4" name="obj_12292"/>
            <p:cNvSpPr/>
            <p:nvPr/>
          </p:nvSpPr>
          <p:spPr>
            <a:xfrm>
              <a:off x="304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5" name="obj_12293"/>
            <p:cNvSpPr/>
            <p:nvPr/>
          </p:nvSpPr>
          <p:spPr>
            <a:xfrm>
              <a:off x="336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6" name="obj_12294"/>
            <p:cNvSpPr/>
            <p:nvPr/>
          </p:nvSpPr>
          <p:spPr>
            <a:xfrm>
              <a:off x="339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7" name="obj_12295"/>
            <p:cNvSpPr/>
            <p:nvPr/>
          </p:nvSpPr>
          <p:spPr>
            <a:xfrm>
              <a:off x="368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8" name="obj_12296"/>
            <p:cNvSpPr/>
            <p:nvPr/>
          </p:nvSpPr>
          <p:spPr>
            <a:xfrm>
              <a:off x="370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9" name="obj_12297"/>
            <p:cNvSpPr/>
            <p:nvPr/>
          </p:nvSpPr>
          <p:spPr>
            <a:xfrm>
              <a:off x="40005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0" name="obj_12298"/>
            <p:cNvSpPr/>
            <p:nvPr/>
          </p:nvSpPr>
          <p:spPr>
            <a:xfrm>
              <a:off x="4318000" y="4457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1" name="obj_12299"/>
            <p:cNvSpPr/>
            <p:nvPr/>
          </p:nvSpPr>
          <p:spPr>
            <a:xfrm>
              <a:off x="4635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2" name="obj_12300"/>
            <p:cNvSpPr/>
            <p:nvPr/>
          </p:nvSpPr>
          <p:spPr>
            <a:xfrm>
              <a:off x="46609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3" name="obj_12301"/>
            <p:cNvSpPr/>
            <p:nvPr/>
          </p:nvSpPr>
          <p:spPr>
            <a:xfrm>
              <a:off x="49530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4" name="obj_12302"/>
            <p:cNvSpPr/>
            <p:nvPr/>
          </p:nvSpPr>
          <p:spPr>
            <a:xfrm>
              <a:off x="4978400" y="4483100"/>
              <a:ext cx="254000" cy="2540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5" name="obj_12303"/>
            <p:cNvSpPr/>
            <p:nvPr/>
          </p:nvSpPr>
          <p:spPr>
            <a:xfrm>
              <a:off x="5270500" y="4457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6" name="obj_12304"/>
            <p:cNvSpPr/>
            <p:nvPr/>
          </p:nvSpPr>
          <p:spPr>
            <a:xfrm>
              <a:off x="82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7" name="obj_12305"/>
            <p:cNvSpPr/>
            <p:nvPr/>
          </p:nvSpPr>
          <p:spPr>
            <a:xfrm>
              <a:off x="114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8" name="obj_12306"/>
            <p:cNvSpPr/>
            <p:nvPr/>
          </p:nvSpPr>
          <p:spPr>
            <a:xfrm>
              <a:off x="146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9" name="obj_12307"/>
            <p:cNvSpPr/>
            <p:nvPr/>
          </p:nvSpPr>
          <p:spPr>
            <a:xfrm>
              <a:off x="177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0" name="obj_12308"/>
            <p:cNvSpPr/>
            <p:nvPr/>
          </p:nvSpPr>
          <p:spPr>
            <a:xfrm>
              <a:off x="209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1" name="obj_12309"/>
            <p:cNvSpPr/>
            <p:nvPr/>
          </p:nvSpPr>
          <p:spPr>
            <a:xfrm>
              <a:off x="241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2" name="obj_12310"/>
            <p:cNvSpPr/>
            <p:nvPr/>
          </p:nvSpPr>
          <p:spPr>
            <a:xfrm>
              <a:off x="273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3" name="obj_12311"/>
            <p:cNvSpPr/>
            <p:nvPr/>
          </p:nvSpPr>
          <p:spPr>
            <a:xfrm>
              <a:off x="3048000" y="47752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4" name="obj_12312"/>
            <p:cNvSpPr/>
            <p:nvPr/>
          </p:nvSpPr>
          <p:spPr>
            <a:xfrm>
              <a:off x="336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5" name="obj_12313"/>
            <p:cNvSpPr/>
            <p:nvPr/>
          </p:nvSpPr>
          <p:spPr>
            <a:xfrm>
              <a:off x="368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6" name="obj_12314"/>
            <p:cNvSpPr/>
            <p:nvPr/>
          </p:nvSpPr>
          <p:spPr>
            <a:xfrm>
              <a:off x="400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7" name="obj_12315"/>
            <p:cNvSpPr/>
            <p:nvPr/>
          </p:nvSpPr>
          <p:spPr>
            <a:xfrm>
              <a:off x="4318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8" name="obj_12316"/>
            <p:cNvSpPr/>
            <p:nvPr/>
          </p:nvSpPr>
          <p:spPr>
            <a:xfrm>
              <a:off x="4635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9" name="obj_12317"/>
            <p:cNvSpPr/>
            <p:nvPr/>
          </p:nvSpPr>
          <p:spPr>
            <a:xfrm>
              <a:off x="49530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0" name="obj_12318"/>
            <p:cNvSpPr/>
            <p:nvPr/>
          </p:nvSpPr>
          <p:spPr>
            <a:xfrm>
              <a:off x="5270500" y="47752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1" name="obj_12319"/>
            <p:cNvSpPr/>
            <p:nvPr/>
          </p:nvSpPr>
          <p:spPr>
            <a:xfrm>
              <a:off x="82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2" name="obj_12320"/>
            <p:cNvSpPr/>
            <p:nvPr/>
          </p:nvSpPr>
          <p:spPr>
            <a:xfrm>
              <a:off x="114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3" name="obj_12321"/>
            <p:cNvSpPr/>
            <p:nvPr/>
          </p:nvSpPr>
          <p:spPr>
            <a:xfrm>
              <a:off x="146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4" name="obj_12322"/>
            <p:cNvSpPr/>
            <p:nvPr/>
          </p:nvSpPr>
          <p:spPr>
            <a:xfrm>
              <a:off x="177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5" name="obj_12323"/>
            <p:cNvSpPr/>
            <p:nvPr/>
          </p:nvSpPr>
          <p:spPr>
            <a:xfrm>
              <a:off x="209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6" name="obj_12324"/>
            <p:cNvSpPr/>
            <p:nvPr/>
          </p:nvSpPr>
          <p:spPr>
            <a:xfrm>
              <a:off x="241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7" name="obj_12325"/>
            <p:cNvSpPr/>
            <p:nvPr/>
          </p:nvSpPr>
          <p:spPr>
            <a:xfrm>
              <a:off x="273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8" name="obj_12326"/>
            <p:cNvSpPr/>
            <p:nvPr/>
          </p:nvSpPr>
          <p:spPr>
            <a:xfrm>
              <a:off x="3048000" y="5092700"/>
              <a:ext cx="304800" cy="3048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9" name="obj_12327"/>
            <p:cNvSpPr/>
            <p:nvPr/>
          </p:nvSpPr>
          <p:spPr>
            <a:xfrm>
              <a:off x="336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0" name="obj_12328"/>
            <p:cNvSpPr/>
            <p:nvPr/>
          </p:nvSpPr>
          <p:spPr>
            <a:xfrm>
              <a:off x="368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1" name="obj_12329"/>
            <p:cNvSpPr/>
            <p:nvPr/>
          </p:nvSpPr>
          <p:spPr>
            <a:xfrm>
              <a:off x="400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2" name="obj_12330"/>
            <p:cNvSpPr/>
            <p:nvPr/>
          </p:nvSpPr>
          <p:spPr>
            <a:xfrm>
              <a:off x="4318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3" name="obj_12331"/>
            <p:cNvSpPr/>
            <p:nvPr/>
          </p:nvSpPr>
          <p:spPr>
            <a:xfrm>
              <a:off x="4635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4" name="obj_12332"/>
            <p:cNvSpPr/>
            <p:nvPr/>
          </p:nvSpPr>
          <p:spPr>
            <a:xfrm>
              <a:off x="49530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5" name="obj_12333"/>
            <p:cNvSpPr/>
            <p:nvPr/>
          </p:nvSpPr>
          <p:spPr>
            <a:xfrm>
              <a:off x="5270500" y="5092700"/>
              <a:ext cx="304800" cy="3048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6" name="obj_12334"/>
            <p:cNvSpPr txBox="1"/>
            <p:nvPr/>
          </p:nvSpPr>
          <p:spPr>
            <a:xfrm>
              <a:off x="82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4717" name="obj_12335"/>
            <p:cNvSpPr txBox="1"/>
            <p:nvPr/>
          </p:nvSpPr>
          <p:spPr>
            <a:xfrm>
              <a:off x="114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4718" name="obj_12336"/>
            <p:cNvSpPr txBox="1"/>
            <p:nvPr/>
          </p:nvSpPr>
          <p:spPr>
            <a:xfrm>
              <a:off x="146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4719" name="obj_12337"/>
            <p:cNvSpPr txBox="1"/>
            <p:nvPr/>
          </p:nvSpPr>
          <p:spPr>
            <a:xfrm>
              <a:off x="177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4720" name="obj_12338"/>
            <p:cNvSpPr txBox="1"/>
            <p:nvPr/>
          </p:nvSpPr>
          <p:spPr>
            <a:xfrm>
              <a:off x="209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4721" name="obj_12339"/>
            <p:cNvSpPr txBox="1"/>
            <p:nvPr/>
          </p:nvSpPr>
          <p:spPr>
            <a:xfrm>
              <a:off x="241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4722" name="obj_12340"/>
            <p:cNvSpPr txBox="1"/>
            <p:nvPr/>
          </p:nvSpPr>
          <p:spPr>
            <a:xfrm>
              <a:off x="273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4723" name="obj_12341"/>
            <p:cNvSpPr txBox="1"/>
            <p:nvPr/>
          </p:nvSpPr>
          <p:spPr>
            <a:xfrm>
              <a:off x="304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4724" name="obj_12342"/>
            <p:cNvSpPr txBox="1"/>
            <p:nvPr/>
          </p:nvSpPr>
          <p:spPr>
            <a:xfrm>
              <a:off x="336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4725" name="obj_12343"/>
            <p:cNvSpPr txBox="1"/>
            <p:nvPr/>
          </p:nvSpPr>
          <p:spPr>
            <a:xfrm>
              <a:off x="368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4726" name="obj_12344"/>
            <p:cNvSpPr txBox="1"/>
            <p:nvPr/>
          </p:nvSpPr>
          <p:spPr>
            <a:xfrm>
              <a:off x="400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4727" name="obj_12345"/>
            <p:cNvSpPr txBox="1"/>
            <p:nvPr/>
          </p:nvSpPr>
          <p:spPr>
            <a:xfrm>
              <a:off x="4318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4728" name="obj_12346"/>
            <p:cNvSpPr txBox="1"/>
            <p:nvPr/>
          </p:nvSpPr>
          <p:spPr>
            <a:xfrm>
              <a:off x="4635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4729" name="obj_12347"/>
            <p:cNvSpPr txBox="1"/>
            <p:nvPr/>
          </p:nvSpPr>
          <p:spPr>
            <a:xfrm>
              <a:off x="49530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4730" name="obj_12348"/>
            <p:cNvSpPr txBox="1"/>
            <p:nvPr/>
          </p:nvSpPr>
          <p:spPr>
            <a:xfrm>
              <a:off x="5270500" y="1651000"/>
              <a:ext cx="3175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4731" name="obj_12349"/>
            <p:cNvSpPr txBox="1"/>
            <p:nvPr/>
          </p:nvSpPr>
          <p:spPr>
            <a:xfrm>
              <a:off x="508000" y="197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4732" name="obj_12350"/>
            <p:cNvSpPr txBox="1"/>
            <p:nvPr/>
          </p:nvSpPr>
          <p:spPr>
            <a:xfrm>
              <a:off x="508000" y="229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4733" name="obj_12351"/>
            <p:cNvSpPr txBox="1"/>
            <p:nvPr/>
          </p:nvSpPr>
          <p:spPr>
            <a:xfrm>
              <a:off x="508000" y="260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4734" name="obj_12352"/>
            <p:cNvSpPr txBox="1"/>
            <p:nvPr/>
          </p:nvSpPr>
          <p:spPr>
            <a:xfrm>
              <a:off x="508000" y="292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4735" name="obj_12353"/>
            <p:cNvSpPr txBox="1"/>
            <p:nvPr/>
          </p:nvSpPr>
          <p:spPr>
            <a:xfrm>
              <a:off x="508000" y="324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4736" name="obj_12354"/>
            <p:cNvSpPr txBox="1"/>
            <p:nvPr/>
          </p:nvSpPr>
          <p:spPr>
            <a:xfrm>
              <a:off x="508000" y="356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4737" name="obj_12355"/>
            <p:cNvSpPr txBox="1"/>
            <p:nvPr/>
          </p:nvSpPr>
          <p:spPr>
            <a:xfrm>
              <a:off x="508000" y="387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4738" name="obj_12356"/>
            <p:cNvSpPr txBox="1"/>
            <p:nvPr/>
          </p:nvSpPr>
          <p:spPr>
            <a:xfrm>
              <a:off x="508000" y="4197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4739" name="obj_12357"/>
            <p:cNvSpPr txBox="1"/>
            <p:nvPr/>
          </p:nvSpPr>
          <p:spPr>
            <a:xfrm>
              <a:off x="508000" y="4514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4740" name="obj_12358"/>
            <p:cNvSpPr txBox="1"/>
            <p:nvPr/>
          </p:nvSpPr>
          <p:spPr>
            <a:xfrm>
              <a:off x="508000" y="48323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4741" name="obj_12359"/>
            <p:cNvSpPr txBox="1"/>
            <p:nvPr/>
          </p:nvSpPr>
          <p:spPr>
            <a:xfrm>
              <a:off x="508000" y="514985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4742" name="obj_12360"/>
            <p:cNvCxnSpPr/>
            <p:nvPr/>
          </p:nvCxnSpPr>
          <p:spPr>
            <a:xfrm>
              <a:off x="1301750" y="3663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3" name="obj_12361"/>
            <p:cNvCxnSpPr/>
            <p:nvPr/>
          </p:nvCxnSpPr>
          <p:spPr>
            <a:xfrm>
              <a:off x="1619250" y="3663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4" name="obj_12362"/>
            <p:cNvCxnSpPr/>
            <p:nvPr/>
          </p:nvCxnSpPr>
          <p:spPr>
            <a:xfrm>
              <a:off x="1936750" y="3663950"/>
              <a:ext cx="0" cy="3175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5" name="obj_12363"/>
            <p:cNvCxnSpPr/>
            <p:nvPr/>
          </p:nvCxnSpPr>
          <p:spPr>
            <a:xfrm>
              <a:off x="1936750" y="3981450"/>
              <a:ext cx="0" cy="3175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6" name="obj_12364"/>
            <p:cNvCxnSpPr/>
            <p:nvPr/>
          </p:nvCxnSpPr>
          <p:spPr>
            <a:xfrm>
              <a:off x="19367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7" name="obj_12365"/>
            <p:cNvCxnSpPr/>
            <p:nvPr/>
          </p:nvCxnSpPr>
          <p:spPr>
            <a:xfrm>
              <a:off x="22542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8" name="obj_12366"/>
            <p:cNvCxnSpPr/>
            <p:nvPr/>
          </p:nvCxnSpPr>
          <p:spPr>
            <a:xfrm>
              <a:off x="25717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49" name="obj_12367"/>
            <p:cNvCxnSpPr/>
            <p:nvPr/>
          </p:nvCxnSpPr>
          <p:spPr>
            <a:xfrm>
              <a:off x="28892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0" name="obj_12368"/>
            <p:cNvCxnSpPr/>
            <p:nvPr/>
          </p:nvCxnSpPr>
          <p:spPr>
            <a:xfrm>
              <a:off x="32067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1" name="obj_12369"/>
            <p:cNvCxnSpPr/>
            <p:nvPr/>
          </p:nvCxnSpPr>
          <p:spPr>
            <a:xfrm>
              <a:off x="35242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2" name="obj_12370"/>
            <p:cNvCxnSpPr/>
            <p:nvPr/>
          </p:nvCxnSpPr>
          <p:spPr>
            <a:xfrm>
              <a:off x="38417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3" name="obj_12371"/>
            <p:cNvCxnSpPr/>
            <p:nvPr/>
          </p:nvCxnSpPr>
          <p:spPr>
            <a:xfrm>
              <a:off x="41592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4" name="obj_12372"/>
            <p:cNvCxnSpPr/>
            <p:nvPr/>
          </p:nvCxnSpPr>
          <p:spPr>
            <a:xfrm>
              <a:off x="44767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5" name="obj_12373"/>
            <p:cNvCxnSpPr/>
            <p:nvPr/>
          </p:nvCxnSpPr>
          <p:spPr>
            <a:xfrm>
              <a:off x="4794250" y="4298950"/>
              <a:ext cx="3175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6" name="obj_12374"/>
            <p:cNvCxnSpPr/>
            <p:nvPr/>
          </p:nvCxnSpPr>
          <p:spPr>
            <a:xfrm flipV="1">
              <a:off x="5111750" y="3981450"/>
              <a:ext cx="0" cy="3175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757" name="obj_12375"/>
            <p:cNvCxnSpPr/>
            <p:nvPr/>
          </p:nvCxnSpPr>
          <p:spPr>
            <a:xfrm flipV="1">
              <a:off x="5111750" y="3663950"/>
              <a:ext cx="0" cy="3175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4758" name="obj_12376"/>
            <p:cNvSpPr txBox="1"/>
            <p:nvPr/>
          </p:nvSpPr>
          <p:spPr>
            <a:xfrm>
              <a:off x="6540500" y="18796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Кадр 41: current = (13,5)</a:t>
              </a:r>
            </a:p>
          </p:txBody>
        </p:sp>
        <p:sp>
          <p:nvSpPr>
            <p:cNvPr id="4759" name="obj_12377"/>
            <p:cNvSpPr txBox="1"/>
            <p:nvPr/>
          </p:nvSpPr>
          <p:spPr>
            <a:xfrm>
              <a:off x="6540500" y="2641600"/>
              <a:ext cx="5143500" cy="571500"/>
            </a:xfrm>
            <a:prstGeom prst="rect">
              <a:avLst/>
            </a:prstGeom>
            <a:noFill/>
            <a:effectLst/>
          </p:spPr>
          <p:txBody>
            <a:bodyPr wrap="square" lIns="0" tIns="0" rIns="0" bIns="0">
              <a:spAutoFit/>
            </a:bodyPr>
            <a:lstStyle/>
            <a:p>
              <a:pPr algn="l">
                <a:lnSpc>
                  <a:spcPct val="112000"/>
                </a:lnSpc>
                <a:spcBef>
                  <a:spcPts val="0"/>
                </a:spcBef>
                <a:spcAft>
                  <a:spcPts val="0"/>
                </a:spcAft>
              </a:pPr>
              <a:r>
                <a:rPr sz="2600" b="1">
                  <a:solidFill>
                    <a:srgbClr val="352379"/>
                  </a:solidFill>
                  <a:latin typeface="Montserrat"/>
                </a:rPr>
                <a:t>g=16, h=0, f=16</a:t>
              </a:r>
            </a:p>
          </p:txBody>
        </p:sp>
        <p:sp>
          <p:nvSpPr>
            <p:cNvPr id="4760" name="obj_12378"/>
            <p:cNvSpPr txBox="1"/>
            <p:nvPr/>
          </p:nvSpPr>
          <p:spPr>
            <a:xfrm>
              <a:off x="6540500" y="3556000"/>
              <a:ext cx="5143500" cy="15240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Обработано: 40</a:t>
              </a:r>
            </a:p>
            <a:p>
              <a:pPr algn="l">
                <a:lnSpc>
                  <a:spcPct val="112000"/>
                </a:lnSpc>
                <a:spcBef>
                  <a:spcPts val="0"/>
                </a:spcBef>
                <a:spcAft>
                  <a:spcPts val="0"/>
                </a:spcAft>
              </a:pPr>
              <a:r>
                <a:rPr sz="2400" b="0">
                  <a:solidFill>
                    <a:srgbClr val="352379"/>
                  </a:solidFill>
                  <a:latin typeface="Montserrat"/>
                </a:rPr>
                <a:t>OPEN: 26</a:t>
              </a:r>
            </a:p>
            <a:p>
              <a:pPr algn="l">
                <a:lnSpc>
                  <a:spcPct val="112000"/>
                </a:lnSpc>
                <a:spcBef>
                  <a:spcPts val="0"/>
                </a:spcBef>
                <a:spcAft>
                  <a:spcPts val="0"/>
                </a:spcAft>
              </a:pPr>
              <a:r>
                <a:rPr sz="2400" b="0">
                  <a:solidFill>
                    <a:srgbClr val="352379"/>
                  </a:solidFill>
                  <a:latin typeface="Montserrat"/>
                </a:rPr>
                <a:t>CLOSED: 40</a:t>
              </a:r>
            </a:p>
          </p:txBody>
        </p:sp>
        <p:sp>
          <p:nvSpPr>
            <p:cNvPr id="4761" name="obj_12379"/>
            <p:cNvSpPr txBox="1"/>
            <p:nvPr/>
          </p:nvSpPr>
          <p:spPr>
            <a:xfrm>
              <a:off x="6540500" y="5245100"/>
              <a:ext cx="5143500" cy="5461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G извлечена. Соседей не разворачиваем.</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19"/>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119"/>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19"/>
                                          </p:stCondLst>
                                        </p:cTn>
                                        <p:tgtEl>
                                          <p:spTgt spid="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11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11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119"/>
                                          </p:stCondLst>
                                        </p:cTn>
                                        <p:tgtEl>
                                          <p:spTgt spid="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119"/>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119"/>
                                          </p:stCondLst>
                                        </p:cTn>
                                        <p:tgtEl>
                                          <p:spTgt spid="6"/>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119"/>
                                          </p:stCondLst>
                                        </p:cTn>
                                        <p:tgtEl>
                                          <p:spTgt spid="13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119"/>
                                          </p:stCondLst>
                                        </p:cTn>
                                        <p:tgtEl>
                                          <p:spTgt spid="1339"/>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119"/>
                                          </p:stCondLst>
                                        </p:cTn>
                                        <p:tgtEl>
                                          <p:spTgt spid="16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119"/>
                                          </p:stCondLst>
                                        </p:cTn>
                                        <p:tgtEl>
                                          <p:spTgt spid="1610"/>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119"/>
                                          </p:stCondLst>
                                        </p:cTn>
                                        <p:tgtEl>
                                          <p:spTgt spid="188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119"/>
                                          </p:stCondLst>
                                        </p:cTn>
                                        <p:tgtEl>
                                          <p:spTgt spid="1883"/>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119"/>
                                          </p:stCondLst>
                                        </p:cTn>
                                        <p:tgtEl>
                                          <p:spTgt spid="21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119"/>
                                          </p:stCondLst>
                                        </p:cTn>
                                        <p:tgtEl>
                                          <p:spTgt spid="2159"/>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119"/>
                                          </p:stCondLst>
                                        </p:cTn>
                                        <p:tgtEl>
                                          <p:spTgt spid="243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119"/>
                                          </p:stCondLst>
                                        </p:cTn>
                                        <p:tgtEl>
                                          <p:spTgt spid="2438"/>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119"/>
                                          </p:stCondLst>
                                        </p:cTn>
                                        <p:tgtEl>
                                          <p:spTgt spid="27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119"/>
                                          </p:stCondLst>
                                        </p:cTn>
                                        <p:tgtEl>
                                          <p:spTgt spid="2719"/>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119"/>
                                          </p:stCondLst>
                                        </p:cTn>
                                        <p:tgtEl>
                                          <p:spTgt spid="300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nodeType="clickEffect">
                                  <p:stCondLst>
                                    <p:cond delay="0"/>
                                  </p:stCondLst>
                                  <p:childTnLst>
                                    <p:set>
                                      <p:cBhvr>
                                        <p:cTn id="72" dur="1" fill="hold">
                                          <p:stCondLst>
                                            <p:cond delay="119"/>
                                          </p:stCondLst>
                                        </p:cTn>
                                        <p:tgtEl>
                                          <p:spTgt spid="3002"/>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119"/>
                                          </p:stCondLst>
                                        </p:cTn>
                                        <p:tgtEl>
                                          <p:spTgt spid="328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119"/>
                                          </p:stCondLst>
                                        </p:cTn>
                                        <p:tgtEl>
                                          <p:spTgt spid="3288"/>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119"/>
                                          </p:stCondLst>
                                        </p:cTn>
                                        <p:tgtEl>
                                          <p:spTgt spid="357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119"/>
                                          </p:stCondLst>
                                        </p:cTn>
                                        <p:tgtEl>
                                          <p:spTgt spid="3577"/>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119"/>
                                          </p:stCondLst>
                                        </p:cTn>
                                        <p:tgtEl>
                                          <p:spTgt spid="386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119"/>
                                          </p:stCondLst>
                                        </p:cTn>
                                        <p:tgtEl>
                                          <p:spTgt spid="3867"/>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119"/>
                                          </p:stCondLst>
                                        </p:cTn>
                                        <p:tgtEl>
                                          <p:spTgt spid="415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nodeType="clickEffect">
                                  <p:stCondLst>
                                    <p:cond delay="0"/>
                                  </p:stCondLst>
                                  <p:childTnLst>
                                    <p:set>
                                      <p:cBhvr>
                                        <p:cTn id="96" dur="1" fill="hold">
                                          <p:stCondLst>
                                            <p:cond delay="119"/>
                                          </p:stCondLst>
                                        </p:cTn>
                                        <p:tgtEl>
                                          <p:spTgt spid="4159"/>
                                        </p:tgtEl>
                                        <p:attrNameLst>
                                          <p:attrName>style.visibility</p:attrName>
                                        </p:attrNameLst>
                                      </p:cBhvr>
                                      <p:to>
                                        <p:strVal val="hidden"/>
                                      </p:to>
                                    </p:set>
                                  </p:childTnLst>
                                </p:cTn>
                              </p:par>
                              <p:par>
                                <p:cTn id="97" presetID="1" presetClass="entr" presetSubtype="0" fill="hold" nodeType="withEffect">
                                  <p:stCondLst>
                                    <p:cond delay="0"/>
                                  </p:stCondLst>
                                  <p:childTnLst>
                                    <p:set>
                                      <p:cBhvr>
                                        <p:cTn id="98" dur="1" fill="hold">
                                          <p:stCondLst>
                                            <p:cond delay="119"/>
                                          </p:stCondLst>
                                        </p:cTn>
                                        <p:tgtEl>
                                          <p:spTgt spid="4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47</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2380"/>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Цель извлечена: восстанавливаем маршрут</a:t>
            </a:r>
          </a:p>
        </p:txBody>
      </p:sp>
      <p:sp>
        <p:nvSpPr>
          <p:cNvPr id="12" name="obj_12381"/>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parent ведёт от G к S; готовую последовательность читаем в обратном порядке</a:t>
            </a:r>
          </a:p>
        </p:txBody>
      </p:sp>
      <p:grpSp>
        <p:nvGrpSpPr>
          <p:cNvPr id="2" name="astar_final"/>
          <p:cNvGrpSpPr/>
          <p:nvPr/>
        </p:nvGrpSpPr>
        <p:grpSpPr>
          <a:xfrm>
            <a:off x="508000" y="1562100"/>
            <a:ext cx="5359400" cy="4013200"/>
            <a:chOff x="508000" y="1562100"/>
            <a:chExt cx="5359400" cy="4013200"/>
          </a:xfrm>
        </p:grpSpPr>
        <p:sp>
          <p:nvSpPr>
            <p:cNvPr id="13" name="obj_12383"/>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2384"/>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2385"/>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2386"/>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2387"/>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2388"/>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2389"/>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2390"/>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2391"/>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2392"/>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2393"/>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2394"/>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2395"/>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2396"/>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2397"/>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2398"/>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2399"/>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2400"/>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2401"/>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2402"/>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2403"/>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2404"/>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2405"/>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2406"/>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2407"/>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2408"/>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2409"/>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2410"/>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2411"/>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2412"/>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2413"/>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2414"/>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2415"/>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2416"/>
            <p:cNvSpPr/>
            <p:nvPr/>
          </p:nvSpPr>
          <p:spPr>
            <a:xfrm>
              <a:off x="1181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2417"/>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2418"/>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2419"/>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2420"/>
            <p:cNvSpPr/>
            <p:nvPr/>
          </p:nvSpPr>
          <p:spPr>
            <a:xfrm>
              <a:off x="21717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2421"/>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2422"/>
            <p:cNvSpPr/>
            <p:nvPr/>
          </p:nvSpPr>
          <p:spPr>
            <a:xfrm>
              <a:off x="25019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2423"/>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2424"/>
            <p:cNvSpPr/>
            <p:nvPr/>
          </p:nvSpPr>
          <p:spPr>
            <a:xfrm>
              <a:off x="2832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2425"/>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2426"/>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2427"/>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2428"/>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2429"/>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2430"/>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2431"/>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2432"/>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2433"/>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2434"/>
            <p:cNvSpPr/>
            <p:nvPr/>
          </p:nvSpPr>
          <p:spPr>
            <a:xfrm>
              <a:off x="8509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2435"/>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2436"/>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2437"/>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2438"/>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2439"/>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2440"/>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2441"/>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2442"/>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2443"/>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2444"/>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2445"/>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2446"/>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2447"/>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2448"/>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2449"/>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2450"/>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2451"/>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2452"/>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2453"/>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2454"/>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2455"/>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2456"/>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2457"/>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2458"/>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2459"/>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2460"/>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2461"/>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2462"/>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2463"/>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2464"/>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2465"/>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 name="obj_12466"/>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2467"/>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2468"/>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9" name="obj_12469"/>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2470"/>
            <p:cNvSpPr/>
            <p:nvPr/>
          </p:nvSpPr>
          <p:spPr>
            <a:xfrm>
              <a:off x="2832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2471"/>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2" name="obj_12472"/>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2473"/>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4" name="obj_12474"/>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2475"/>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6" name="obj_12476"/>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2477"/>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8" name="obj_12478"/>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2479"/>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0" name="obj_12480"/>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2481"/>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2" name="obj_12482"/>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2483"/>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2484"/>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2485"/>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2486"/>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2487"/>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2488"/>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2489"/>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2490"/>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2491"/>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22" name="obj_12492"/>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12493"/>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2494"/>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2495"/>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2496"/>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2497"/>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2498"/>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9" name="obj_12499"/>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2500"/>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2501"/>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2" name="obj_12502"/>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2503"/>
            <p:cNvSpPr/>
            <p:nvPr/>
          </p:nvSpPr>
          <p:spPr>
            <a:xfrm>
              <a:off x="2832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2504"/>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5" name="obj_12505"/>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2506"/>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7" name="obj_12507"/>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12508"/>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9" name="obj_12509"/>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12510"/>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1" name="obj_12511"/>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2512"/>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3" name="obj_12513"/>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2514"/>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2515"/>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 name="obj_12516"/>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2517"/>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12518"/>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2519"/>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12520"/>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51" name="obj_12521"/>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12522"/>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2523"/>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2524"/>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2525"/>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12526"/>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12527"/>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12528"/>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12529"/>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12530"/>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12531"/>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12532"/>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3" name="obj_12533"/>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12534"/>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12535"/>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6" name="obj_12536"/>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12537"/>
            <p:cNvSpPr/>
            <p:nvPr/>
          </p:nvSpPr>
          <p:spPr>
            <a:xfrm>
              <a:off x="2832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12538"/>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9" name="obj_12539"/>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12540"/>
            <p:cNvSpPr/>
            <p:nvPr/>
          </p:nvSpPr>
          <p:spPr>
            <a:xfrm>
              <a:off x="3162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12541"/>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2" name="obj_12542"/>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12543"/>
            <p:cNvSpPr/>
            <p:nvPr/>
          </p:nvSpPr>
          <p:spPr>
            <a:xfrm>
              <a:off x="3492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12544"/>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5" name="obj_12545"/>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12546"/>
            <p:cNvSpPr/>
            <p:nvPr/>
          </p:nvSpPr>
          <p:spPr>
            <a:xfrm>
              <a:off x="3822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12547"/>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8" name="obj_12548"/>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12549"/>
            <p:cNvSpPr/>
            <p:nvPr/>
          </p:nvSpPr>
          <p:spPr>
            <a:xfrm>
              <a:off x="4152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12550"/>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1" name="obj_12551"/>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2552"/>
            <p:cNvSpPr/>
            <p:nvPr/>
          </p:nvSpPr>
          <p:spPr>
            <a:xfrm>
              <a:off x="4483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12553"/>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4" name="obj_12554"/>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2555"/>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2556"/>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12557"/>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12558"/>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12559"/>
            <p:cNvSpPr/>
            <p:nvPr/>
          </p:nvSpPr>
          <p:spPr>
            <a:xfrm>
              <a:off x="5473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2560"/>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2561"/>
            <p:cNvSpPr/>
            <p:nvPr/>
          </p:nvSpPr>
          <p:spPr>
            <a:xfrm>
              <a:off x="8509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2562"/>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2563"/>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2564"/>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2565"/>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12566"/>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2567"/>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2568"/>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12569"/>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2570"/>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2571"/>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12572"/>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2573"/>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2574"/>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12575"/>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2576"/>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2577"/>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12578"/>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2579"/>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2580"/>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12581"/>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2582"/>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2583"/>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12584"/>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2585"/>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2586"/>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12587"/>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2588"/>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2589"/>
            <p:cNvSpPr/>
            <p:nvPr/>
          </p:nvSpPr>
          <p:spPr>
            <a:xfrm>
              <a:off x="54737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2590"/>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2591"/>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2592"/>
            <p:cNvSpPr/>
            <p:nvPr/>
          </p:nvSpPr>
          <p:spPr>
            <a:xfrm>
              <a:off x="1181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2593"/>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12594"/>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12595"/>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12596"/>
            <p:cNvSpPr/>
            <p:nvPr/>
          </p:nvSpPr>
          <p:spPr>
            <a:xfrm>
              <a:off x="2171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12597"/>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12598"/>
            <p:cNvSpPr/>
            <p:nvPr/>
          </p:nvSpPr>
          <p:spPr>
            <a:xfrm>
              <a:off x="25019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12599"/>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12600"/>
            <p:cNvSpPr/>
            <p:nvPr/>
          </p:nvSpPr>
          <p:spPr>
            <a:xfrm>
              <a:off x="2832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12601"/>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12602"/>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12603"/>
            <p:cNvSpPr/>
            <p:nvPr/>
          </p:nvSpPr>
          <p:spPr>
            <a:xfrm>
              <a:off x="3492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12604"/>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12605"/>
            <p:cNvSpPr/>
            <p:nvPr/>
          </p:nvSpPr>
          <p:spPr>
            <a:xfrm>
              <a:off x="3822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12606"/>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12607"/>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12608"/>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12609"/>
            <p:cNvSpPr/>
            <p:nvPr/>
          </p:nvSpPr>
          <p:spPr>
            <a:xfrm>
              <a:off x="48133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12610"/>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12611"/>
            <p:cNvSpPr/>
            <p:nvPr/>
          </p:nvSpPr>
          <p:spPr>
            <a:xfrm>
              <a:off x="5143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12612"/>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12613"/>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12614"/>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12615"/>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12616"/>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bj_12617"/>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12618"/>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12619"/>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12620"/>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12621"/>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12622"/>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12623"/>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12624"/>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12625"/>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12626"/>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12627"/>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12628"/>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12629"/>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12630"/>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12631"/>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12632"/>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12633"/>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12634"/>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12635"/>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12636"/>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12637"/>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12638"/>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12639"/>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12640"/>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12641"/>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12642"/>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12643"/>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74" name="obj_12644"/>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75" name="obj_12645"/>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76" name="obj_12646"/>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77" name="obj_12647"/>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78" name="obj_12648"/>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79" name="obj_12649"/>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80" name="obj_12650"/>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81" name="obj_12651"/>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82" name="obj_12652"/>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83" name="obj_12653"/>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84" name="obj_12654"/>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85" name="obj_12655"/>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86" name="obj_12656"/>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87" name="obj_12657"/>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88" name="obj_12658"/>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89" name="obj_12659"/>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90" name="obj_12660"/>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91" name="obj_12661"/>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92" name="obj_12662"/>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93" name="obj_12663"/>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94" name="obj_12664"/>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95" name="obj_12665"/>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96" name="obj_12666"/>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97" name="obj_12667"/>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98" name="obj_12668"/>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grpSp>
      <p:grpSp>
        <p:nvGrpSpPr>
          <p:cNvPr id="3" name="backtrack_1"/>
          <p:cNvGrpSpPr/>
          <p:nvPr/>
        </p:nvGrpSpPr>
        <p:grpSpPr>
          <a:xfrm>
            <a:off x="482600" y="1562100"/>
            <a:ext cx="5842000" cy="4102100"/>
            <a:chOff x="482600" y="1562100"/>
            <a:chExt cx="5842000" cy="4102100"/>
          </a:xfrm>
        </p:grpSpPr>
        <p:sp>
          <p:nvSpPr>
            <p:cNvPr id="299" name="obj_12670"/>
            <p:cNvSpPr/>
            <p:nvPr/>
          </p:nvSpPr>
          <p:spPr>
            <a:xfrm>
              <a:off x="482600" y="1600200"/>
              <a:ext cx="5842000" cy="406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12671"/>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12672"/>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12673"/>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12674"/>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12675"/>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12676"/>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12677"/>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12678"/>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12679"/>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12680"/>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12681"/>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12682"/>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12683"/>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12684"/>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12685"/>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12686"/>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12687"/>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12688"/>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12689"/>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12690"/>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12691"/>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12692"/>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12693"/>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12694"/>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12695"/>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12696"/>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12697"/>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12698"/>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12699"/>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12700"/>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12701"/>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12702"/>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12703"/>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12704"/>
            <p:cNvSpPr/>
            <p:nvPr/>
          </p:nvSpPr>
          <p:spPr>
            <a:xfrm>
              <a:off x="1181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12705"/>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12706"/>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bj_12707"/>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bj_12708"/>
            <p:cNvSpPr/>
            <p:nvPr/>
          </p:nvSpPr>
          <p:spPr>
            <a:xfrm>
              <a:off x="21717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bj_12709"/>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bj_12710"/>
            <p:cNvSpPr/>
            <p:nvPr/>
          </p:nvSpPr>
          <p:spPr>
            <a:xfrm>
              <a:off x="25019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bj_12711"/>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bj_12712"/>
            <p:cNvSpPr/>
            <p:nvPr/>
          </p:nvSpPr>
          <p:spPr>
            <a:xfrm>
              <a:off x="2832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bj_12713"/>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bj_12714"/>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bj_12715"/>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bj_12716"/>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bj_12717"/>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bj_12718"/>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bj_12719"/>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bj_12720"/>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bj_12721"/>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bj_12722"/>
            <p:cNvSpPr/>
            <p:nvPr/>
          </p:nvSpPr>
          <p:spPr>
            <a:xfrm>
              <a:off x="8509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bj_12723"/>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bj_12724"/>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bj_12725"/>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bj_12726"/>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bj_12727"/>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bj_12728"/>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bj_12729"/>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bj_12730"/>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bj_12731"/>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bj_12732"/>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bj_12733"/>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bj_12734"/>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bj_12735"/>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bj_12736"/>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bj_12737"/>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bj_12738"/>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bj_12739"/>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bj_12740"/>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bj_12741"/>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bj_12742"/>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bj_12743"/>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bj_12744"/>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bj_12745"/>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bj_12746"/>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bj_12747"/>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bj_12748"/>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12749"/>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12750"/>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bj_12751"/>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bj_12752"/>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bj_12753"/>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83" name="obj_12754"/>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bj_12755"/>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bj_12756"/>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86" name="obj_12757"/>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bj_12758"/>
            <p:cNvSpPr/>
            <p:nvPr/>
          </p:nvSpPr>
          <p:spPr>
            <a:xfrm>
              <a:off x="2832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bj_12759"/>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89" name="obj_12760"/>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bj_12761"/>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1" name="obj_12762"/>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bj_12763"/>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3" name="obj_12764"/>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bj_12765"/>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5" name="obj_12766"/>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bj_12767"/>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7" name="obj_12768"/>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bj_12769"/>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399" name="obj_12770"/>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bj_12771"/>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bj_12772"/>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bj_12773"/>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bj_12774"/>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bj_12775"/>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bj_12776"/>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bj_12777"/>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bj_12778"/>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bj_12779"/>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409" name="obj_12780"/>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bj_12781"/>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bj_12782"/>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bj_12783"/>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bj_12784"/>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bj_12785"/>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bj_12786"/>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16" name="obj_12787"/>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bj_12788"/>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bj_12789"/>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19" name="obj_12790"/>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bj_12791"/>
            <p:cNvSpPr/>
            <p:nvPr/>
          </p:nvSpPr>
          <p:spPr>
            <a:xfrm>
              <a:off x="2832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bj_12792"/>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2" name="obj_12793"/>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bj_12794"/>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4" name="obj_12795"/>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bj_12796"/>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6" name="obj_12797"/>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bj_12798"/>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28" name="obj_12799"/>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bj_12800"/>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30" name="obj_12801"/>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bj_12802"/>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bj_12803"/>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433" name="obj_12804"/>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bj_12805"/>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bj_12806"/>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bj_12807"/>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bj_12808"/>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438" name="obj_12809"/>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bj_12810"/>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bj_12811"/>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bj_12812"/>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bj_12813"/>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bj_12814"/>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bj_12815"/>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bj_12816"/>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bj_12817"/>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bj_12818"/>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bj_12819"/>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bj_12820"/>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0" name="obj_12821"/>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bj_12822"/>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bj_12823"/>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3" name="obj_12824"/>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bj_12825"/>
            <p:cNvSpPr/>
            <p:nvPr/>
          </p:nvSpPr>
          <p:spPr>
            <a:xfrm>
              <a:off x="2832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bj_12826"/>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6" name="obj_12827"/>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bj_12828"/>
            <p:cNvSpPr/>
            <p:nvPr/>
          </p:nvSpPr>
          <p:spPr>
            <a:xfrm>
              <a:off x="3162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bj_12829"/>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59" name="obj_12830"/>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bj_12831"/>
            <p:cNvSpPr/>
            <p:nvPr/>
          </p:nvSpPr>
          <p:spPr>
            <a:xfrm>
              <a:off x="3492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bj_12832"/>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2" name="obj_12833"/>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bj_12834"/>
            <p:cNvSpPr/>
            <p:nvPr/>
          </p:nvSpPr>
          <p:spPr>
            <a:xfrm>
              <a:off x="3822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bj_12835"/>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5" name="obj_12836"/>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bj_12837"/>
            <p:cNvSpPr/>
            <p:nvPr/>
          </p:nvSpPr>
          <p:spPr>
            <a:xfrm>
              <a:off x="4152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bj_12838"/>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68" name="obj_12839"/>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bj_12840"/>
            <p:cNvSpPr/>
            <p:nvPr/>
          </p:nvSpPr>
          <p:spPr>
            <a:xfrm>
              <a:off x="4483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bj_12841"/>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471" name="obj_12842"/>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bj_12843"/>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bj_12844"/>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bj_12845"/>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bj_12846"/>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bj_12847"/>
            <p:cNvSpPr/>
            <p:nvPr/>
          </p:nvSpPr>
          <p:spPr>
            <a:xfrm>
              <a:off x="5473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bj_12848"/>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bj_12849"/>
            <p:cNvSpPr/>
            <p:nvPr/>
          </p:nvSpPr>
          <p:spPr>
            <a:xfrm>
              <a:off x="8509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bj_12850"/>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bj_12851"/>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bj_12852"/>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bj_12853"/>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bj_12854"/>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obj_12855"/>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5" name="obj_12856"/>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bj_12857"/>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bj_12858"/>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bj_12859"/>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bj_12860"/>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bj_12861"/>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bj_12862"/>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bj_12863"/>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bj_12864"/>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obj_12865"/>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5" name="obj_12866"/>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bj_12867"/>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bj_12868"/>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bj_12869"/>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bj_12870"/>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bj_12871"/>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bj_12872"/>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bj_12873"/>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bj_12874"/>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obj_12875"/>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 name="obj_12876"/>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bj_12877"/>
            <p:cNvSpPr/>
            <p:nvPr/>
          </p:nvSpPr>
          <p:spPr>
            <a:xfrm>
              <a:off x="54737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bj_12878"/>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bj_12879"/>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bj_12880"/>
            <p:cNvSpPr/>
            <p:nvPr/>
          </p:nvSpPr>
          <p:spPr>
            <a:xfrm>
              <a:off x="1181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bj_12881"/>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bj_12882"/>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bj_12883"/>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bj_12884"/>
            <p:cNvSpPr/>
            <p:nvPr/>
          </p:nvSpPr>
          <p:spPr>
            <a:xfrm>
              <a:off x="2171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obj_12885"/>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 name="obj_12886"/>
            <p:cNvSpPr/>
            <p:nvPr/>
          </p:nvSpPr>
          <p:spPr>
            <a:xfrm>
              <a:off x="25019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bj_12887"/>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bj_12888"/>
            <p:cNvSpPr/>
            <p:nvPr/>
          </p:nvSpPr>
          <p:spPr>
            <a:xfrm>
              <a:off x="2832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bj_12889"/>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bj_12890"/>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bj_12891"/>
            <p:cNvSpPr/>
            <p:nvPr/>
          </p:nvSpPr>
          <p:spPr>
            <a:xfrm>
              <a:off x="3492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bj_12892"/>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bj_12893"/>
            <p:cNvSpPr/>
            <p:nvPr/>
          </p:nvSpPr>
          <p:spPr>
            <a:xfrm>
              <a:off x="3822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bj_12894"/>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obj_12895"/>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5" name="obj_12896"/>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bj_12897"/>
            <p:cNvSpPr/>
            <p:nvPr/>
          </p:nvSpPr>
          <p:spPr>
            <a:xfrm>
              <a:off x="48133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bj_12898"/>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bj_12899"/>
            <p:cNvSpPr/>
            <p:nvPr/>
          </p:nvSpPr>
          <p:spPr>
            <a:xfrm>
              <a:off x="5143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bj_12900"/>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bj_12901"/>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bj_12902"/>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bj_12903"/>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bj_12904"/>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obj_12905"/>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5" name="obj_12906"/>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bj_12907"/>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bj_12908"/>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bj_12909"/>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bj_12910"/>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bj_12911"/>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bj_12912"/>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bj_12913"/>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bj_12914"/>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obj_12915"/>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5" name="obj_12916"/>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bj_12917"/>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bj_12918"/>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bj_12919"/>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bj_12920"/>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bj_12921"/>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bj_12922"/>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bj_12923"/>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bj_12924"/>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bj_12925"/>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bj_12926"/>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bj_12927"/>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bj_12928"/>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bj_12929"/>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bj_12930"/>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bj_12931"/>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561" name="obj_12932"/>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562" name="obj_12933"/>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563" name="obj_12934"/>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564" name="obj_12935"/>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565" name="obj_12936"/>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566" name="obj_12937"/>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567" name="obj_12938"/>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568" name="obj_12939"/>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569" name="obj_12940"/>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570" name="obj_12941"/>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571" name="obj_12942"/>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572" name="obj_12943"/>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573" name="obj_12944"/>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574" name="obj_12945"/>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575" name="obj_12946"/>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576" name="obj_12947"/>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577" name="obj_12948"/>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578" name="obj_12949"/>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579" name="obj_12950"/>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580" name="obj_12951"/>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581" name="obj_12952"/>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582" name="obj_12953"/>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583" name="obj_12954"/>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584" name="obj_12955"/>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585" name="obj_12956"/>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586" name="obj_12957"/>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587" name="obj_12958"/>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588" name="obj_12959"/>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589" name="obj_12960"/>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grpSp>
        <p:nvGrpSpPr>
          <p:cNvPr id="4" name="backtrack_2"/>
          <p:cNvGrpSpPr/>
          <p:nvPr/>
        </p:nvGrpSpPr>
        <p:grpSpPr>
          <a:xfrm>
            <a:off x="482600" y="1562100"/>
            <a:ext cx="5842000" cy="4102100"/>
            <a:chOff x="482600" y="1562100"/>
            <a:chExt cx="5842000" cy="4102100"/>
          </a:xfrm>
        </p:grpSpPr>
        <p:sp>
          <p:nvSpPr>
            <p:cNvPr id="590" name="obj_12962"/>
            <p:cNvSpPr/>
            <p:nvPr/>
          </p:nvSpPr>
          <p:spPr>
            <a:xfrm>
              <a:off x="482600" y="1600200"/>
              <a:ext cx="5842000" cy="406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1" name="obj_12963"/>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2" name="obj_12964"/>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obj_12965"/>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4" name="obj_12966"/>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5" name="obj_12967"/>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6" name="obj_12968"/>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7" name="obj_12969"/>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8" name="obj_12970"/>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9" name="obj_12971"/>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0" name="obj_12972"/>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1" name="obj_12973"/>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2" name="obj_12974"/>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3" name="obj_12975"/>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4" name="obj_12976"/>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5" name="obj_12977"/>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6" name="obj_12978"/>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7" name="obj_12979"/>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8" name="obj_12980"/>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9" name="obj_12981"/>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0" name="obj_12982"/>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obj_12983"/>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2" name="obj_12984"/>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3" name="obj_12985"/>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4" name="obj_12986"/>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5" name="obj_12987"/>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6" name="obj_12988"/>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 name="obj_12989"/>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8" name="obj_12990"/>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9" name="obj_12991"/>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0" name="obj_12992"/>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1" name="obj_12993"/>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2" name="obj_12994"/>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3" name="obj_12995"/>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 name="obj_12996"/>
            <p:cNvSpPr/>
            <p:nvPr/>
          </p:nvSpPr>
          <p:spPr>
            <a:xfrm>
              <a:off x="1181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5" name="obj_12997"/>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6" name="obj_12998"/>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7" name="obj_12999"/>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8" name="obj_13000"/>
            <p:cNvSpPr/>
            <p:nvPr/>
          </p:nvSpPr>
          <p:spPr>
            <a:xfrm>
              <a:off x="21717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9" name="obj_13001"/>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0" name="obj_13002"/>
            <p:cNvSpPr/>
            <p:nvPr/>
          </p:nvSpPr>
          <p:spPr>
            <a:xfrm>
              <a:off x="25019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1" name="obj_13003"/>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2" name="obj_13004"/>
            <p:cNvSpPr/>
            <p:nvPr/>
          </p:nvSpPr>
          <p:spPr>
            <a:xfrm>
              <a:off x="2832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3" name="obj_13005"/>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4" name="obj_13006"/>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5" name="obj_13007"/>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6" name="obj_13008"/>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7" name="obj_13009"/>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8" name="obj_13010"/>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9" name="obj_13011"/>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0" name="obj_13012"/>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1" name="obj_13013"/>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2" name="obj_13014"/>
            <p:cNvSpPr/>
            <p:nvPr/>
          </p:nvSpPr>
          <p:spPr>
            <a:xfrm>
              <a:off x="8509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3" name="obj_13015"/>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4" name="obj_13016"/>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5" name="obj_13017"/>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obj_13018"/>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7" name="obj_13019"/>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8" name="obj_13020"/>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9" name="obj_13021"/>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obj_13022"/>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1" name="obj_13023"/>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2" name="obj_13024"/>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3" name="obj_13025"/>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4" name="obj_13026"/>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5" name="obj_13027"/>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6" name="obj_13028"/>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7" name="obj_13029"/>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8" name="obj_13030"/>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9" name="obj_13031"/>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obj_13032"/>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1" name="obj_13033"/>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2" name="obj_13034"/>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3" name="obj_13035"/>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obj_13036"/>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5" name="obj_13037"/>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6" name="obj_13038"/>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7" name="obj_13039"/>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8" name="obj_13040"/>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9" name="obj_13041"/>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0" name="obj_13042"/>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1" name="obj_13043"/>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2" name="obj_13044"/>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3" name="obj_13045"/>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74" name="obj_13046"/>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5" name="obj_13047"/>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6" name="obj_13048"/>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77" name="obj_13049"/>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8" name="obj_13050"/>
            <p:cNvSpPr/>
            <p:nvPr/>
          </p:nvSpPr>
          <p:spPr>
            <a:xfrm>
              <a:off x="2832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9" name="obj_13051"/>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0" name="obj_13052"/>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1" name="obj_13053"/>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2" name="obj_13054"/>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3" name="obj_13055"/>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4" name="obj_13056"/>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5" name="obj_13057"/>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6" name="obj_13058"/>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7" name="obj_13059"/>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88" name="obj_13060"/>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9" name="obj_13061"/>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690" name="obj_13062"/>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obj_13063"/>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2" name="obj_13064"/>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3" name="obj_13065"/>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4" name="obj_13066"/>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5" name="obj_13067"/>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6" name="obj_13068"/>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7" name="obj_13069"/>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8" name="obj_13070"/>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9" name="obj_13071"/>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700" name="obj_13072"/>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1" name="obj_13073"/>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obj_13074"/>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3" name="obj_13075"/>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4" name="obj_13076"/>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5" name="obj_13077"/>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6" name="obj_13078"/>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07" name="obj_13079"/>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8" name="obj_13080"/>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9" name="obj_13081"/>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10" name="obj_13082"/>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1" name="obj_13083"/>
            <p:cNvSpPr/>
            <p:nvPr/>
          </p:nvSpPr>
          <p:spPr>
            <a:xfrm>
              <a:off x="2832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2" name="obj_13084"/>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13" name="obj_13085"/>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4" name="obj_13086"/>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15" name="obj_13087"/>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6" name="obj_13088"/>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17" name="obj_13089"/>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 name="obj_13090"/>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19" name="obj_13091"/>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0" name="obj_13092"/>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21" name="obj_13093"/>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2" name="obj_13094"/>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3" name="obj_13095"/>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724" name="obj_13096"/>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5" name="obj_13097"/>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6" name="obj_13098"/>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7" name="obj_13099"/>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8" name="obj_13100"/>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729" name="obj_13101"/>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0" name="obj_13102"/>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1" name="obj_13103"/>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2" name="obj_13104"/>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3" name="obj_13105"/>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4" name="obj_13106"/>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5" name="obj_13107"/>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6" name="obj_13108"/>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7" name="obj_13109"/>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8" name="obj_13110"/>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9" name="obj_13111"/>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0" name="obj_13112"/>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41" name="obj_13113"/>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2" name="obj_13114"/>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obj_13115"/>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44" name="obj_13116"/>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5" name="obj_13117"/>
            <p:cNvSpPr/>
            <p:nvPr/>
          </p:nvSpPr>
          <p:spPr>
            <a:xfrm>
              <a:off x="2832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6" name="obj_13118"/>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47" name="obj_13119"/>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8" name="obj_13120"/>
            <p:cNvSpPr/>
            <p:nvPr/>
          </p:nvSpPr>
          <p:spPr>
            <a:xfrm>
              <a:off x="3162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9" name="obj_13121"/>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50" name="obj_13122"/>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1" name="obj_13123"/>
            <p:cNvSpPr/>
            <p:nvPr/>
          </p:nvSpPr>
          <p:spPr>
            <a:xfrm>
              <a:off x="3492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2" name="obj_13124"/>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53" name="obj_13125"/>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4" name="obj_13126"/>
            <p:cNvSpPr/>
            <p:nvPr/>
          </p:nvSpPr>
          <p:spPr>
            <a:xfrm>
              <a:off x="3822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5" name="obj_13127"/>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56" name="obj_13128"/>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7" name="obj_13129"/>
            <p:cNvSpPr/>
            <p:nvPr/>
          </p:nvSpPr>
          <p:spPr>
            <a:xfrm>
              <a:off x="4152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8" name="obj_13130"/>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59" name="obj_13131"/>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0" name="obj_13132"/>
            <p:cNvSpPr/>
            <p:nvPr/>
          </p:nvSpPr>
          <p:spPr>
            <a:xfrm>
              <a:off x="4483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1" name="obj_13133"/>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762" name="obj_13134"/>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3" name="obj_13135"/>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4" name="obj_13136"/>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5" name="obj_13137"/>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6" name="obj_13138"/>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7" name="obj_13139"/>
            <p:cNvSpPr/>
            <p:nvPr/>
          </p:nvSpPr>
          <p:spPr>
            <a:xfrm>
              <a:off x="5473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8" name="obj_13140"/>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9" name="obj_13141"/>
            <p:cNvSpPr/>
            <p:nvPr/>
          </p:nvSpPr>
          <p:spPr>
            <a:xfrm>
              <a:off x="8509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0" name="obj_13142"/>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1" name="obj_13143"/>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2" name="obj_13144"/>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3" name="obj_13145"/>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4" name="obj_13146"/>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5" name="obj_13147"/>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6" name="obj_13148"/>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7" name="obj_13149"/>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8" name="obj_13150"/>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9" name="obj_13151"/>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0" name="obj_13152"/>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1" name="obj_13153"/>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2" name="obj_13154"/>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3" name="obj_13155"/>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4" name="obj_13156"/>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5" name="obj_13157"/>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6" name="obj_13158"/>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7" name="obj_13159"/>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8" name="obj_13160"/>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9" name="obj_13161"/>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0" name="obj_13162"/>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1" name="obj_13163"/>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2" name="obj_13164"/>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3" name="obj_13165"/>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4" name="obj_13166"/>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5" name="obj_13167"/>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6" name="obj_13168"/>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7" name="obj_13169"/>
            <p:cNvSpPr/>
            <p:nvPr/>
          </p:nvSpPr>
          <p:spPr>
            <a:xfrm>
              <a:off x="54737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8" name="obj_13170"/>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9" name="obj_13171"/>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0" name="obj_13172"/>
            <p:cNvSpPr/>
            <p:nvPr/>
          </p:nvSpPr>
          <p:spPr>
            <a:xfrm>
              <a:off x="1181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1" name="obj_13173"/>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2" name="obj_13174"/>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3" name="obj_13175"/>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4" name="obj_13176"/>
            <p:cNvSpPr/>
            <p:nvPr/>
          </p:nvSpPr>
          <p:spPr>
            <a:xfrm>
              <a:off x="2171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5" name="obj_13177"/>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6" name="obj_13178"/>
            <p:cNvSpPr/>
            <p:nvPr/>
          </p:nvSpPr>
          <p:spPr>
            <a:xfrm>
              <a:off x="25019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7" name="obj_13179"/>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8" name="obj_13180"/>
            <p:cNvSpPr/>
            <p:nvPr/>
          </p:nvSpPr>
          <p:spPr>
            <a:xfrm>
              <a:off x="2832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9" name="obj_13181"/>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0" name="obj_13182"/>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1" name="obj_13183"/>
            <p:cNvSpPr/>
            <p:nvPr/>
          </p:nvSpPr>
          <p:spPr>
            <a:xfrm>
              <a:off x="3492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2" name="obj_13184"/>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3" name="obj_13185"/>
            <p:cNvSpPr/>
            <p:nvPr/>
          </p:nvSpPr>
          <p:spPr>
            <a:xfrm>
              <a:off x="3822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4" name="obj_13186"/>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obj_13187"/>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6" name="obj_13188"/>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7" name="obj_13189"/>
            <p:cNvSpPr/>
            <p:nvPr/>
          </p:nvSpPr>
          <p:spPr>
            <a:xfrm>
              <a:off x="48133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8" name="obj_13190"/>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9" name="obj_13191"/>
            <p:cNvSpPr/>
            <p:nvPr/>
          </p:nvSpPr>
          <p:spPr>
            <a:xfrm>
              <a:off x="5143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 name="obj_13192"/>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 name="obj_13193"/>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2" name="obj_13194"/>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3" name="obj_13195"/>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4" name="obj_13196"/>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5" name="obj_13197"/>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6" name="obj_13198"/>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7" name="obj_13199"/>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8" name="obj_13200"/>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9" name="obj_13201"/>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0" name="obj_13202"/>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obj_13203"/>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2" name="obj_13204"/>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3" name="obj_13205"/>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4" name="obj_13206"/>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5" name="obj_13207"/>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6" name="obj_13208"/>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7" name="obj_13209"/>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8" name="obj_13210"/>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9" name="obj_13211"/>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0" name="obj_13212"/>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1" name="obj_13213"/>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2" name="obj_13214"/>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3" name="obj_13215"/>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4" name="obj_13216"/>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5" name="obj_13217"/>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6" name="obj_13218"/>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7" name="obj_13219"/>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8" name="obj_13220"/>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9" name="obj_13221"/>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0" name="obj_13222"/>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1" name="obj_13223"/>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852" name="obj_13224"/>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853" name="obj_13225"/>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854" name="obj_13226"/>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855" name="obj_13227"/>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856" name="obj_13228"/>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857" name="obj_13229"/>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858" name="obj_13230"/>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859" name="obj_13231"/>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860" name="obj_13232"/>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861" name="obj_13233"/>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862" name="obj_13234"/>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863" name="obj_13235"/>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864" name="obj_13236"/>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865" name="obj_13237"/>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866" name="obj_13238"/>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867" name="obj_13239"/>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868" name="obj_13240"/>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869" name="obj_13241"/>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870" name="obj_13242"/>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871" name="obj_13243"/>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872" name="obj_13244"/>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873" name="obj_13245"/>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874" name="obj_13246"/>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875" name="obj_13247"/>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876" name="obj_13248"/>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877" name="obj_13249"/>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78" name="obj_13250"/>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79" name="obj_13251"/>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80" name="obj_13252"/>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81" name="obj_13253"/>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82" name="obj_13254"/>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83" name="obj_13255"/>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84" name="obj_13256"/>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885" name="obj_13257"/>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grpSp>
        <p:nvGrpSpPr>
          <p:cNvPr id="5" name="backtrack_3"/>
          <p:cNvGrpSpPr/>
          <p:nvPr/>
        </p:nvGrpSpPr>
        <p:grpSpPr>
          <a:xfrm>
            <a:off x="482600" y="1562100"/>
            <a:ext cx="5842000" cy="4102100"/>
            <a:chOff x="482600" y="1562100"/>
            <a:chExt cx="5842000" cy="4102100"/>
          </a:xfrm>
        </p:grpSpPr>
        <p:sp>
          <p:nvSpPr>
            <p:cNvPr id="886" name="obj_13259"/>
            <p:cNvSpPr/>
            <p:nvPr/>
          </p:nvSpPr>
          <p:spPr>
            <a:xfrm>
              <a:off x="482600" y="1600200"/>
              <a:ext cx="5842000" cy="406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7" name="obj_13260"/>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8" name="obj_13261"/>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9" name="obj_13262"/>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 name="obj_13263"/>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 name="obj_13264"/>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 name="obj_13265"/>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 name="obj_13266"/>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 name="obj_13267"/>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 name="obj_13268"/>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6" name="obj_13269"/>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7" name="obj_13270"/>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8" name="obj_13271"/>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9" name="obj_13272"/>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 name="obj_13273"/>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 name="obj_13274"/>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 name="obj_13275"/>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 name="obj_13276"/>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 name="obj_13277"/>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obj_13278"/>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6" name="obj_13279"/>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obj_13280"/>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8" name="obj_13281"/>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obj_13282"/>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obj_13283"/>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obj_13284"/>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2" name="obj_13285"/>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obj_13286"/>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4" name="obj_13287"/>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obj_13288"/>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obj_13289"/>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obj_13290"/>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obj_13291"/>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9" name="obj_13292"/>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obj_13293"/>
            <p:cNvSpPr/>
            <p:nvPr/>
          </p:nvSpPr>
          <p:spPr>
            <a:xfrm>
              <a:off x="1181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obj_13294"/>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 name="obj_13295"/>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obj_13296"/>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obj_13297"/>
            <p:cNvSpPr/>
            <p:nvPr/>
          </p:nvSpPr>
          <p:spPr>
            <a:xfrm>
              <a:off x="21717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obj_13298"/>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obj_13299"/>
            <p:cNvSpPr/>
            <p:nvPr/>
          </p:nvSpPr>
          <p:spPr>
            <a:xfrm>
              <a:off x="25019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obj_13300"/>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obj_13301"/>
            <p:cNvSpPr/>
            <p:nvPr/>
          </p:nvSpPr>
          <p:spPr>
            <a:xfrm>
              <a:off x="2832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obj_13302"/>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obj_13303"/>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obj_13304"/>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obj_13305"/>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obj_13306"/>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4" name="obj_13307"/>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5" name="obj_13308"/>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6" name="obj_13309"/>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7" name="obj_13310"/>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8" name="obj_13311"/>
            <p:cNvSpPr/>
            <p:nvPr/>
          </p:nvSpPr>
          <p:spPr>
            <a:xfrm>
              <a:off x="8509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9" name="obj_13312"/>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0" name="obj_13313"/>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1" name="obj_13314"/>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2" name="obj_13315"/>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3" name="obj_13316"/>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4" name="obj_13317"/>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5" name="obj_13318"/>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obj_13319"/>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obj_13320"/>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8" name="obj_13321"/>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9" name="obj_13322"/>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 name="obj_13323"/>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1" name="obj_13324"/>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2" name="obj_13325"/>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3" name="obj_13326"/>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4" name="obj_13327"/>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5" name="obj_13328"/>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6" name="obj_13329"/>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7" name="obj_13330"/>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8" name="obj_13331"/>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9" name="obj_13332"/>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 name="obj_13333"/>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 name="obj_13334"/>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 name="obj_13335"/>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3" name="obj_13336"/>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4" name="obj_13337"/>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5" name="obj_13338"/>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6" name="obj_13339"/>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7" name="obj_13340"/>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8" name="obj_13341"/>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9" name="obj_13342"/>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70" name="obj_13343"/>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1" name="obj_13344"/>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2" name="obj_13345"/>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73" name="obj_13346"/>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4" name="obj_13347"/>
            <p:cNvSpPr/>
            <p:nvPr/>
          </p:nvSpPr>
          <p:spPr>
            <a:xfrm>
              <a:off x="2832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5" name="obj_13348"/>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76" name="obj_13349"/>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7" name="obj_13350"/>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78" name="obj_13351"/>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9" name="obj_13352"/>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80" name="obj_13353"/>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1" name="obj_13354"/>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82" name="obj_13355"/>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3" name="obj_13356"/>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84" name="obj_13357"/>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5" name="obj_13358"/>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86" name="obj_13359"/>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7" name="obj_13360"/>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8" name="obj_13361"/>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9" name="obj_13362"/>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0" name="obj_13363"/>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1" name="obj_13364"/>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2" name="obj_13365"/>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3" name="obj_13366"/>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obj_13367"/>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5" name="obj_13368"/>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996" name="obj_13369"/>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7" name="obj_13370"/>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8" name="obj_13371"/>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9" name="obj_13372"/>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obj_13373"/>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obj_13374"/>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obj_13375"/>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03" name="obj_13376"/>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obj_13377"/>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obj_13378"/>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06" name="obj_13379"/>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obj_13380"/>
            <p:cNvSpPr/>
            <p:nvPr/>
          </p:nvSpPr>
          <p:spPr>
            <a:xfrm>
              <a:off x="2832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obj_13381"/>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09" name="obj_13382"/>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obj_13383"/>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11" name="obj_13384"/>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obj_13385"/>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13" name="obj_13386"/>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obj_13387"/>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15" name="obj_13388"/>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bj_13389"/>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17" name="obj_13390"/>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obj_13391"/>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obj_13392"/>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020" name="obj_13393"/>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bj_13394"/>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obj_13395"/>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obj_13396"/>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obj_13397"/>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025" name="obj_13398"/>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obj_13399"/>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obj_13400"/>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8" name="obj_13401"/>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obj_13402"/>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obj_13403"/>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obj_13404"/>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obj_13405"/>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obj_13406"/>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obj_13407"/>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obj_13408"/>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obj_13409"/>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37" name="obj_13410"/>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obj_13411"/>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9" name="obj_13412"/>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40" name="obj_13413"/>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obj_13414"/>
            <p:cNvSpPr/>
            <p:nvPr/>
          </p:nvSpPr>
          <p:spPr>
            <a:xfrm>
              <a:off x="2832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2" name="obj_13415"/>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43" name="obj_13416"/>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obj_13417"/>
            <p:cNvSpPr/>
            <p:nvPr/>
          </p:nvSpPr>
          <p:spPr>
            <a:xfrm>
              <a:off x="3162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 name="obj_13418"/>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46" name="obj_13419"/>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obj_13420"/>
            <p:cNvSpPr/>
            <p:nvPr/>
          </p:nvSpPr>
          <p:spPr>
            <a:xfrm>
              <a:off x="3492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obj_13421"/>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49" name="obj_13422"/>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0" name="obj_13423"/>
            <p:cNvSpPr/>
            <p:nvPr/>
          </p:nvSpPr>
          <p:spPr>
            <a:xfrm>
              <a:off x="3822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obj_13424"/>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2" name="obj_13425"/>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3" name="obj_13426"/>
            <p:cNvSpPr/>
            <p:nvPr/>
          </p:nvSpPr>
          <p:spPr>
            <a:xfrm>
              <a:off x="4152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obj_13427"/>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5" name="obj_13428"/>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6" name="obj_13429"/>
            <p:cNvSpPr/>
            <p:nvPr/>
          </p:nvSpPr>
          <p:spPr>
            <a:xfrm>
              <a:off x="4483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7" name="obj_13430"/>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8" name="obj_13431"/>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obj_13432"/>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0" name="obj_13433"/>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1" name="obj_13434"/>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obj_13435"/>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3" name="obj_13436"/>
            <p:cNvSpPr/>
            <p:nvPr/>
          </p:nvSpPr>
          <p:spPr>
            <a:xfrm>
              <a:off x="5473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4" name="obj_13437"/>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obj_13438"/>
            <p:cNvSpPr/>
            <p:nvPr/>
          </p:nvSpPr>
          <p:spPr>
            <a:xfrm>
              <a:off x="8509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obj_13439"/>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7" name="obj_13440"/>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8" name="obj_13441"/>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9" name="obj_13442"/>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0" name="obj_13443"/>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1" name="obj_13444"/>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2" name="obj_13445"/>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3" name="obj_13446"/>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4" name="obj_13447"/>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5" name="obj_13448"/>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6" name="obj_13449"/>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7" name="obj_13450"/>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8" name="obj_13451"/>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9" name="obj_13452"/>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0" name="obj_13453"/>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1" name="obj_13454"/>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2" name="obj_13455"/>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3" name="obj_13456"/>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 name="obj_13457"/>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 name="obj_13458"/>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6" name="obj_13459"/>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7" name="obj_13460"/>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8" name="obj_13461"/>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9" name="obj_13462"/>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0" name="obj_13463"/>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1" name="obj_13464"/>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2" name="obj_13465"/>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3" name="obj_13466"/>
            <p:cNvSpPr/>
            <p:nvPr/>
          </p:nvSpPr>
          <p:spPr>
            <a:xfrm>
              <a:off x="54737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4" name="obj_13467"/>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5" name="obj_13468"/>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6" name="obj_13469"/>
            <p:cNvSpPr/>
            <p:nvPr/>
          </p:nvSpPr>
          <p:spPr>
            <a:xfrm>
              <a:off x="1181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7" name="obj_13470"/>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8" name="obj_13471"/>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9" name="obj_13472"/>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0" name="obj_13473"/>
            <p:cNvSpPr/>
            <p:nvPr/>
          </p:nvSpPr>
          <p:spPr>
            <a:xfrm>
              <a:off x="2171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obj_13474"/>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2" name="obj_13475"/>
            <p:cNvSpPr/>
            <p:nvPr/>
          </p:nvSpPr>
          <p:spPr>
            <a:xfrm>
              <a:off x="25019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3" name="obj_13476"/>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4" name="obj_13477"/>
            <p:cNvSpPr/>
            <p:nvPr/>
          </p:nvSpPr>
          <p:spPr>
            <a:xfrm>
              <a:off x="2832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5" name="obj_13478"/>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6" name="obj_13479"/>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7" name="obj_13480"/>
            <p:cNvSpPr/>
            <p:nvPr/>
          </p:nvSpPr>
          <p:spPr>
            <a:xfrm>
              <a:off x="3492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8" name="obj_13481"/>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9" name="obj_13482"/>
            <p:cNvSpPr/>
            <p:nvPr/>
          </p:nvSpPr>
          <p:spPr>
            <a:xfrm>
              <a:off x="3822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0" name="obj_13483"/>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1" name="obj_13484"/>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2" name="obj_13485"/>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3" name="obj_13486"/>
            <p:cNvSpPr/>
            <p:nvPr/>
          </p:nvSpPr>
          <p:spPr>
            <a:xfrm>
              <a:off x="48133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4" name="obj_13487"/>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5" name="obj_13488"/>
            <p:cNvSpPr/>
            <p:nvPr/>
          </p:nvSpPr>
          <p:spPr>
            <a:xfrm>
              <a:off x="5143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6" name="obj_13489"/>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7" name="obj_13490"/>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8" name="obj_13491"/>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9" name="obj_13492"/>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0" name="obj_13493"/>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1" name="obj_13494"/>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2" name="obj_13495"/>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3" name="obj_13496"/>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4" name="obj_13497"/>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5" name="obj_13498"/>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6" name="obj_13499"/>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7" name="obj_13500"/>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 name="obj_13501"/>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 name="obj_13502"/>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0" name="obj_13503"/>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1" name="obj_13504"/>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2" name="obj_13505"/>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3" name="obj_13506"/>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4" name="obj_13507"/>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5" name="obj_13508"/>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6" name="obj_13509"/>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7" name="obj_13510"/>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8" name="obj_13511"/>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9" name="obj_13512"/>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0" name="obj_13513"/>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1" name="obj_13514"/>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2" name="obj_13515"/>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3" name="obj_13516"/>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4" name="obj_13517"/>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5" name="obj_13518"/>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6" name="obj_13519"/>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7" name="obj_13520"/>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1148" name="obj_13521"/>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1149" name="obj_13522"/>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1150" name="obj_13523"/>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151" name="obj_13524"/>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152" name="obj_13525"/>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1153" name="obj_13526"/>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1154" name="obj_13527"/>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1155" name="obj_13528"/>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1156" name="obj_13529"/>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1157" name="obj_13530"/>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1158" name="obj_13531"/>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1159" name="obj_13532"/>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1160" name="obj_13533"/>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1161" name="obj_13534"/>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1162" name="obj_13535"/>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1163" name="obj_13536"/>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1164" name="obj_13537"/>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1165" name="obj_13538"/>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1166" name="obj_13539"/>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1167" name="obj_13540"/>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1168" name="obj_13541"/>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1169" name="obj_13542"/>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1170" name="obj_13543"/>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1171" name="obj_13544"/>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1172" name="obj_13545"/>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1173" name="obj_13546"/>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74" name="obj_13547"/>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75" name="obj_13548"/>
            <p:cNvCxnSpPr/>
            <p:nvPr/>
          </p:nvCxnSpPr>
          <p:spPr>
            <a:xfrm>
              <a:off x="1981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76" name="obj_13549"/>
            <p:cNvCxnSpPr/>
            <p:nvPr/>
          </p:nvCxnSpPr>
          <p:spPr>
            <a:xfrm>
              <a:off x="1981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77" name="obj_13550"/>
            <p:cNvCxnSpPr/>
            <p:nvPr/>
          </p:nvCxnSpPr>
          <p:spPr>
            <a:xfrm>
              <a:off x="1981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78" name="obj_13551"/>
            <p:cNvCxnSpPr/>
            <p:nvPr/>
          </p:nvCxnSpPr>
          <p:spPr>
            <a:xfrm>
              <a:off x="2311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79" name="obj_13552"/>
            <p:cNvCxnSpPr/>
            <p:nvPr/>
          </p:nvCxnSpPr>
          <p:spPr>
            <a:xfrm>
              <a:off x="2641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0" name="obj_13553"/>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1" name="obj_13554"/>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2" name="obj_13555"/>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3" name="obj_13556"/>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4" name="obj_13557"/>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5" name="obj_13558"/>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6" name="obj_13559"/>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7" name="obj_13560"/>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188" name="obj_13561"/>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1189" name="obj_13562"/>
          <p:cNvSpPr txBox="1"/>
          <p:nvPr/>
        </p:nvSpPr>
        <p:spPr>
          <a:xfrm>
            <a:off x="6540500" y="2082800"/>
            <a:ext cx="5143500" cy="1079500"/>
          </a:xfrm>
          <a:prstGeom prst="rect">
            <a:avLst/>
          </a:prstGeom>
          <a:noFill/>
          <a:effectLst/>
        </p:spPr>
        <p:txBody>
          <a:bodyPr wrap="square" lIns="0" tIns="0" rIns="0" bIns="0">
            <a:spAutoFit/>
          </a:bodyPr>
          <a:lstStyle/>
          <a:p>
            <a:pPr algn="l">
              <a:lnSpc>
                <a:spcPct val="112000"/>
              </a:lnSpc>
              <a:spcBef>
                <a:spcPts val="0"/>
              </a:spcBef>
              <a:spcAft>
                <a:spcPts val="0"/>
              </a:spcAft>
            </a:pPr>
            <a:r>
              <a:rPr sz="2500" b="1">
                <a:solidFill>
                  <a:srgbClr val="352379"/>
                </a:solidFill>
                <a:latin typeface="Montserrat"/>
              </a:rPr>
              <a:t>G → (13,6) → (13,7) → … → S</a:t>
            </a:r>
          </a:p>
        </p:txBody>
      </p:sp>
      <p:sp>
        <p:nvSpPr>
          <p:cNvPr id="1190" name="obj_13563"/>
          <p:cNvSpPr txBox="1"/>
          <p:nvPr/>
        </p:nvSpPr>
        <p:spPr>
          <a:xfrm>
            <a:off x="6540500" y="3670300"/>
            <a:ext cx="5143500" cy="1879600"/>
          </a:xfrm>
          <a:prstGeom prst="rect">
            <a:avLst/>
          </a:prstGeom>
          <a:noFill/>
          <a:effectLst/>
        </p:spPr>
        <p:txBody>
          <a:bodyPr wrap="square" lIns="0" tIns="0" rIns="0" bIns="0">
            <a:spAutoFit/>
          </a:bodyPr>
          <a:lstStyle/>
          <a:p>
            <a:pPr algn="l">
              <a:lnSpc>
                <a:spcPct val="112000"/>
              </a:lnSpc>
              <a:spcBef>
                <a:spcPts val="0"/>
              </a:spcBef>
              <a:spcAft>
                <a:spcPts val="0"/>
              </a:spcAft>
            </a:pPr>
            <a:r>
              <a:rPr sz="2700" b="0">
                <a:solidFill>
                  <a:srgbClr val="352379"/>
                </a:solidFill>
                <a:latin typeface="Montserrat"/>
              </a:rPr>
              <a:t>После разворота:</a:t>
            </a:r>
          </a:p>
          <a:p>
            <a:pPr algn="l">
              <a:lnSpc>
                <a:spcPct val="112000"/>
              </a:lnSpc>
              <a:spcBef>
                <a:spcPts val="0"/>
              </a:spcBef>
              <a:spcAft>
                <a:spcPts val="0"/>
              </a:spcAft>
            </a:pPr>
            <a:r>
              <a:rPr sz="2700" b="0">
                <a:solidFill>
                  <a:srgbClr val="352379"/>
                </a:solidFill>
                <a:latin typeface="Montserrat"/>
              </a:rPr>
              <a:t>16 шагов</a:t>
            </a:r>
          </a:p>
          <a:p>
            <a:pPr algn="l">
              <a:lnSpc>
                <a:spcPct val="112000"/>
              </a:lnSpc>
              <a:spcBef>
                <a:spcPts val="0"/>
              </a:spcBef>
              <a:spcAft>
                <a:spcPts val="0"/>
              </a:spcAft>
            </a:pPr>
            <a:r>
              <a:rPr sz="2700" b="0">
                <a:solidFill>
                  <a:srgbClr val="352379"/>
                </a:solidFill>
                <a:latin typeface="Montserrat"/>
              </a:rPr>
              <a:t>Стоимость: 16</a:t>
            </a:r>
          </a:p>
          <a:p>
            <a:pPr algn="l">
              <a:lnSpc>
                <a:spcPct val="112000"/>
              </a:lnSpc>
              <a:spcBef>
                <a:spcPts val="0"/>
              </a:spcBef>
              <a:spcAft>
                <a:spcPts val="0"/>
              </a:spcAft>
            </a:pPr>
            <a:r>
              <a:rPr sz="2700" b="0">
                <a:solidFill>
                  <a:srgbClr val="352379"/>
                </a:solidFill>
                <a:latin typeface="Montserrat"/>
              </a:rPr>
              <a:t>Обработано: 40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19"/>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119"/>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119"/>
                                          </p:stCondLst>
                                        </p:cTn>
                                        <p:tgtEl>
                                          <p:spTgt spid="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11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48</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56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псевдокод</a:t>
            </a:r>
          </a:p>
        </p:txBody>
      </p:sp>
      <p:sp>
        <p:nvSpPr>
          <p:cNvPr id="12" name="obj_1356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Выбрать вершину → проверить соседей → обновить оценки</a:t>
            </a:r>
          </a:p>
        </p:txBody>
      </p:sp>
      <p:sp>
        <p:nvSpPr>
          <p:cNvPr id="13" name="obj_13566"/>
          <p:cNvSpPr txBox="1"/>
          <p:nvPr/>
        </p:nvSpPr>
        <p:spPr>
          <a:xfrm>
            <a:off x="698500" y="161290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g[*] ← ∞; g[S] ← 0; parent[*] ← нет</a:t>
            </a:r>
          </a:p>
        </p:txBody>
      </p:sp>
      <p:sp>
        <p:nvSpPr>
          <p:cNvPr id="14" name="obj_13567"/>
          <p:cNvSpPr txBox="1"/>
          <p:nvPr/>
        </p:nvSpPr>
        <p:spPr>
          <a:xfrm>
            <a:off x="698500" y="1926589"/>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OPEN ← {(S, g=0, f=h(S))}; CLOSED ← ∅</a:t>
            </a:r>
          </a:p>
        </p:txBody>
      </p:sp>
      <p:sp>
        <p:nvSpPr>
          <p:cNvPr id="15" name="obj_13568"/>
          <p:cNvSpPr txBox="1"/>
          <p:nvPr/>
        </p:nvSpPr>
        <p:spPr>
          <a:xfrm>
            <a:off x="698500" y="224028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пока OPEN не пуста:</a:t>
            </a:r>
          </a:p>
        </p:txBody>
      </p:sp>
      <p:sp>
        <p:nvSpPr>
          <p:cNvPr id="16" name="obj_13569"/>
          <p:cNvSpPr txBox="1"/>
          <p:nvPr/>
        </p:nvSpPr>
        <p:spPr>
          <a:xfrm>
            <a:off x="698500" y="255397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1">
                <a:solidFill>
                  <a:srgbClr val="352379"/>
                </a:solidFill>
                <a:latin typeface="Montserrat"/>
              </a:rPr>
              <a:t>  current, saved_g ← извлечь минимум f</a:t>
            </a:r>
          </a:p>
        </p:txBody>
      </p:sp>
      <p:sp>
        <p:nvSpPr>
          <p:cNvPr id="17" name="obj_13570"/>
          <p:cNvSpPr txBox="1"/>
          <p:nvPr/>
        </p:nvSpPr>
        <p:spPr>
          <a:xfrm>
            <a:off x="698500" y="286766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6C6385"/>
                </a:solidFill>
                <a:latin typeface="Montserrat"/>
              </a:rPr>
              <a:t>  если saved_g ≠ g[current]: продолжить</a:t>
            </a:r>
          </a:p>
        </p:txBody>
      </p:sp>
      <p:sp>
        <p:nvSpPr>
          <p:cNvPr id="18" name="obj_13571"/>
          <p:cNvSpPr txBox="1"/>
          <p:nvPr/>
        </p:nvSpPr>
        <p:spPr>
          <a:xfrm>
            <a:off x="698500" y="318135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BB5708"/>
                </a:solidFill>
                <a:latin typeface="Montserrat"/>
              </a:rPr>
              <a:t>  если current = G: вернуть путь по parent</a:t>
            </a:r>
          </a:p>
        </p:txBody>
      </p:sp>
      <p:sp>
        <p:nvSpPr>
          <p:cNvPr id="19" name="obj_13572"/>
          <p:cNvSpPr txBox="1"/>
          <p:nvPr/>
        </p:nvSpPr>
        <p:spPr>
          <a:xfrm>
            <a:off x="698500" y="349504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  добавить current в CLOSED</a:t>
            </a:r>
          </a:p>
        </p:txBody>
      </p:sp>
      <p:sp>
        <p:nvSpPr>
          <p:cNvPr id="20" name="obj_13573"/>
          <p:cNvSpPr txBox="1"/>
          <p:nvPr/>
        </p:nvSpPr>
        <p:spPr>
          <a:xfrm>
            <a:off x="698500" y="3808729"/>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  для каждого допустимого соседа v:</a:t>
            </a:r>
          </a:p>
        </p:txBody>
      </p:sp>
      <p:sp>
        <p:nvSpPr>
          <p:cNvPr id="21" name="obj_13574"/>
          <p:cNvSpPr txBox="1"/>
          <p:nvPr/>
        </p:nvSpPr>
        <p:spPr>
          <a:xfrm>
            <a:off x="698500" y="412242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    new_g ← g[current] + w(current,v)</a:t>
            </a:r>
          </a:p>
        </p:txBody>
      </p:sp>
      <p:sp>
        <p:nvSpPr>
          <p:cNvPr id="22" name="obj_13575"/>
          <p:cNvSpPr txBox="1"/>
          <p:nvPr/>
        </p:nvSpPr>
        <p:spPr>
          <a:xfrm>
            <a:off x="698500" y="4436109"/>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    если new_g &lt; g[v]:</a:t>
            </a:r>
          </a:p>
        </p:txBody>
      </p:sp>
      <p:sp>
        <p:nvSpPr>
          <p:cNvPr id="23" name="obj_13576"/>
          <p:cNvSpPr txBox="1"/>
          <p:nvPr/>
        </p:nvSpPr>
        <p:spPr>
          <a:xfrm>
            <a:off x="698500" y="474980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1">
                <a:solidFill>
                  <a:srgbClr val="216B4B"/>
                </a:solidFill>
                <a:latin typeface="Montserrat"/>
              </a:rPr>
              <a:t>      g[v] ← new_g; parent[v] ← current; f[v] ← g[v]+h(v)</a:t>
            </a:r>
          </a:p>
        </p:txBody>
      </p:sp>
      <p:sp>
        <p:nvSpPr>
          <p:cNvPr id="24" name="obj_13577"/>
          <p:cNvSpPr txBox="1"/>
          <p:nvPr/>
        </p:nvSpPr>
        <p:spPr>
          <a:xfrm>
            <a:off x="698500" y="506349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216B4B"/>
                </a:solidFill>
                <a:latin typeface="Montserrat"/>
              </a:rPr>
              <a:t>      удалить v из CLOSED; вставить (v,g[v],f[v]) в OPEN</a:t>
            </a:r>
          </a:p>
        </p:txBody>
      </p:sp>
      <p:sp>
        <p:nvSpPr>
          <p:cNvPr id="25" name="obj_13578"/>
          <p:cNvSpPr txBox="1"/>
          <p:nvPr/>
        </p:nvSpPr>
        <p:spPr>
          <a:xfrm>
            <a:off x="698500" y="5377180"/>
            <a:ext cx="10858500" cy="355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352379"/>
                </a:solidFill>
                <a:latin typeface="Montserrat"/>
              </a:rPr>
              <a:t>вернуть «пути нет»</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49</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579"/>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h(n) и истинная оставшаяся стоимость h*(n)</a:t>
            </a:r>
          </a:p>
        </p:txBody>
      </p:sp>
      <p:sp>
        <p:nvSpPr>
          <p:cNvPr id="12" name="obj_13580"/>
          <p:cNvSpPr txBox="1"/>
          <p:nvPr/>
        </p:nvSpPr>
        <p:spPr>
          <a:xfrm>
            <a:off x="660400" y="6019800"/>
            <a:ext cx="10871200" cy="289759"/>
          </a:xfrm>
          <a:prstGeom prst="rect">
            <a:avLst/>
          </a:prstGeom>
          <a:noFill/>
          <a:effectLst/>
        </p:spPr>
        <p:txBody>
          <a:bodyPr wrap="square" lIns="0" tIns="0" rIns="0" bIns="0">
            <a:spAutoFit/>
          </a:bodyPr>
          <a:lstStyle/>
          <a:p>
            <a:pPr algn="l">
              <a:lnSpc>
                <a:spcPct val="112000"/>
              </a:lnSpc>
              <a:spcBef>
                <a:spcPts val="0"/>
              </a:spcBef>
              <a:spcAft>
                <a:spcPts val="0"/>
              </a:spcAft>
            </a:pPr>
            <a:r>
              <a:rPr lang="ru-RU" sz="1800" b="0">
                <a:solidFill>
                  <a:srgbClr val="FFFFFF"/>
                </a:solidFill>
                <a:latin typeface="Montserrat"/>
              </a:rPr>
              <a:t>Почему A* находит оптимум и когда можно доверять h?</a:t>
            </a:r>
            <a:endParaRPr sz="1800" b="0">
              <a:solidFill>
                <a:srgbClr val="FFFFFF"/>
              </a:solidFill>
              <a:latin typeface="Montserrat"/>
            </a:endParaRPr>
          </a:p>
        </p:txBody>
      </p:sp>
      <p:sp>
        <p:nvSpPr>
          <p:cNvPr id="13" name="obj_13581"/>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582"/>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583"/>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Лёгкая оценка</a:t>
            </a:r>
          </a:p>
        </p:txBody>
      </p:sp>
      <p:sp>
        <p:nvSpPr>
          <p:cNvPr id="16" name="obj_13584"/>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В клетке S: h(S) = 12.</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12 шагов без учёта стен и дорогой местности.</a:t>
            </a:r>
          </a:p>
        </p:txBody>
      </p:sp>
      <p:sp>
        <p:nvSpPr>
          <p:cNvPr id="17" name="obj_13585"/>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586"/>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587"/>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Точный ответ</a:t>
            </a:r>
          </a:p>
        </p:txBody>
      </p:sp>
      <p:sp>
        <p:nvSpPr>
          <p:cNvPr id="20" name="obj_13588"/>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На той же карте:</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h*(S) = 16</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Это стоимость лучшего реального обхода до 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50</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68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Допустимая эвристика</a:t>
            </a:r>
          </a:p>
        </p:txBody>
      </p:sp>
      <p:sp>
        <p:nvSpPr>
          <p:cNvPr id="12" name="obj_1368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Для каждого состояния: 0 ≤ h(n) ≤ h*(n)</a:t>
            </a:r>
          </a:p>
        </p:txBody>
      </p:sp>
      <p:grpSp>
        <p:nvGrpSpPr>
          <p:cNvPr id="2" name="admissible_0"/>
          <p:cNvGrpSpPr/>
          <p:nvPr/>
        </p:nvGrpSpPr>
        <p:grpSpPr>
          <a:xfrm>
            <a:off x="698500" y="2273300"/>
            <a:ext cx="3365500" cy="3251200"/>
            <a:chOff x="698500" y="2273300"/>
            <a:chExt cx="3365500" cy="3251200"/>
          </a:xfrm>
        </p:grpSpPr>
        <p:sp>
          <p:nvSpPr>
            <p:cNvPr id="13" name="obj_13687"/>
            <p:cNvSpPr/>
            <p:nvPr/>
          </p:nvSpPr>
          <p:spPr>
            <a:xfrm>
              <a:off x="698500" y="2273300"/>
              <a:ext cx="3365500" cy="889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688"/>
            <p:cNvSpPr txBox="1"/>
            <p:nvPr/>
          </p:nvSpPr>
          <p:spPr>
            <a:xfrm>
              <a:off x="698500" y="2730500"/>
              <a:ext cx="3365500" cy="762000"/>
            </a:xfrm>
            <a:prstGeom prst="rect">
              <a:avLst/>
            </a:prstGeom>
            <a:noFill/>
            <a:effectLst/>
          </p:spPr>
          <p:txBody>
            <a:bodyPr wrap="square" lIns="0" tIns="0" rIns="0" bIns="0">
              <a:spAutoFit/>
            </a:bodyPr>
            <a:lstStyle/>
            <a:p>
              <a:pPr algn="l">
                <a:lnSpc>
                  <a:spcPct val="112000"/>
                </a:lnSpc>
                <a:spcBef>
                  <a:spcPts val="0"/>
                </a:spcBef>
                <a:spcAft>
                  <a:spcPts val="0"/>
                </a:spcAft>
              </a:pPr>
              <a:r>
                <a:rPr sz="3400" b="1">
                  <a:solidFill>
                    <a:srgbClr val="352379"/>
                  </a:solidFill>
                  <a:latin typeface="Montserrat"/>
                </a:rPr>
                <a:t>h = 5</a:t>
              </a:r>
            </a:p>
          </p:txBody>
        </p:sp>
        <p:sp>
          <p:nvSpPr>
            <p:cNvPr id="15" name="obj_13689"/>
            <p:cNvSpPr txBox="1"/>
            <p:nvPr/>
          </p:nvSpPr>
          <p:spPr>
            <a:xfrm>
              <a:off x="698500" y="3733800"/>
              <a:ext cx="3365500" cy="698500"/>
            </a:xfrm>
            <a:prstGeom prst="rect">
              <a:avLst/>
            </a:prstGeom>
            <a:noFill/>
            <a:effectLst/>
          </p:spPr>
          <p:txBody>
            <a:bodyPr wrap="square" lIns="0" tIns="0" rIns="0" bIns="0">
              <a:spAutoFit/>
            </a:bodyPr>
            <a:lstStyle/>
            <a:p>
              <a:pPr algn="l">
                <a:lnSpc>
                  <a:spcPct val="112000"/>
                </a:lnSpc>
                <a:spcBef>
                  <a:spcPts val="0"/>
                </a:spcBef>
                <a:spcAft>
                  <a:spcPts val="0"/>
                </a:spcAft>
              </a:pPr>
              <a:r>
                <a:rPr sz="2900" b="0">
                  <a:solidFill>
                    <a:srgbClr val="352379"/>
                  </a:solidFill>
                  <a:latin typeface="Montserrat"/>
                </a:rPr>
                <a:t>h* = 8</a:t>
              </a:r>
            </a:p>
          </p:txBody>
        </p:sp>
        <p:sp>
          <p:nvSpPr>
            <p:cNvPr id="16" name="obj_13690"/>
            <p:cNvSpPr txBox="1"/>
            <p:nvPr/>
          </p:nvSpPr>
          <p:spPr>
            <a:xfrm>
              <a:off x="698500" y="4635500"/>
              <a:ext cx="3365500" cy="889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216B4B"/>
                  </a:solidFill>
                  <a:latin typeface="Montserrat"/>
                </a:rPr>
                <a:t>Допустима: ниже минимума</a:t>
              </a:r>
            </a:p>
          </p:txBody>
        </p:sp>
      </p:grpSp>
      <p:grpSp>
        <p:nvGrpSpPr>
          <p:cNvPr id="3" name="admissible_1"/>
          <p:cNvGrpSpPr/>
          <p:nvPr/>
        </p:nvGrpSpPr>
        <p:grpSpPr>
          <a:xfrm>
            <a:off x="4445000" y="2273300"/>
            <a:ext cx="3365500" cy="3251200"/>
            <a:chOff x="4445000" y="2273300"/>
            <a:chExt cx="3365500" cy="3251200"/>
          </a:xfrm>
        </p:grpSpPr>
        <p:sp>
          <p:nvSpPr>
            <p:cNvPr id="17" name="obj_13692"/>
            <p:cNvSpPr/>
            <p:nvPr/>
          </p:nvSpPr>
          <p:spPr>
            <a:xfrm>
              <a:off x="4445000" y="2273300"/>
              <a:ext cx="3365500" cy="88900"/>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693"/>
            <p:cNvSpPr txBox="1"/>
            <p:nvPr/>
          </p:nvSpPr>
          <p:spPr>
            <a:xfrm>
              <a:off x="4445000" y="2730500"/>
              <a:ext cx="3365500" cy="762000"/>
            </a:xfrm>
            <a:prstGeom prst="rect">
              <a:avLst/>
            </a:prstGeom>
            <a:noFill/>
            <a:effectLst/>
          </p:spPr>
          <p:txBody>
            <a:bodyPr wrap="square" lIns="0" tIns="0" rIns="0" bIns="0">
              <a:spAutoFit/>
            </a:bodyPr>
            <a:lstStyle/>
            <a:p>
              <a:pPr algn="l">
                <a:lnSpc>
                  <a:spcPct val="112000"/>
                </a:lnSpc>
                <a:spcBef>
                  <a:spcPts val="0"/>
                </a:spcBef>
                <a:spcAft>
                  <a:spcPts val="0"/>
                </a:spcAft>
              </a:pPr>
              <a:r>
                <a:rPr sz="3400" b="1">
                  <a:solidFill>
                    <a:srgbClr val="352379"/>
                  </a:solidFill>
                  <a:latin typeface="Montserrat"/>
                </a:rPr>
                <a:t>h = 8</a:t>
              </a:r>
            </a:p>
          </p:txBody>
        </p:sp>
        <p:sp>
          <p:nvSpPr>
            <p:cNvPr id="19" name="obj_13694"/>
            <p:cNvSpPr txBox="1"/>
            <p:nvPr/>
          </p:nvSpPr>
          <p:spPr>
            <a:xfrm>
              <a:off x="4445000" y="3733800"/>
              <a:ext cx="3365500" cy="698500"/>
            </a:xfrm>
            <a:prstGeom prst="rect">
              <a:avLst/>
            </a:prstGeom>
            <a:noFill/>
            <a:effectLst/>
          </p:spPr>
          <p:txBody>
            <a:bodyPr wrap="square" lIns="0" tIns="0" rIns="0" bIns="0">
              <a:spAutoFit/>
            </a:bodyPr>
            <a:lstStyle/>
            <a:p>
              <a:pPr algn="l">
                <a:lnSpc>
                  <a:spcPct val="112000"/>
                </a:lnSpc>
                <a:spcBef>
                  <a:spcPts val="0"/>
                </a:spcBef>
                <a:spcAft>
                  <a:spcPts val="0"/>
                </a:spcAft>
              </a:pPr>
              <a:r>
                <a:rPr sz="2900" b="0">
                  <a:solidFill>
                    <a:srgbClr val="352379"/>
                  </a:solidFill>
                  <a:latin typeface="Montserrat"/>
                </a:rPr>
                <a:t>h* = 8</a:t>
              </a:r>
            </a:p>
          </p:txBody>
        </p:sp>
        <p:sp>
          <p:nvSpPr>
            <p:cNvPr id="20" name="obj_13695"/>
            <p:cNvSpPr txBox="1"/>
            <p:nvPr/>
          </p:nvSpPr>
          <p:spPr>
            <a:xfrm>
              <a:off x="4445000" y="4635500"/>
              <a:ext cx="3365500" cy="889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216B4B"/>
                  </a:solidFill>
                  <a:latin typeface="Montserrat"/>
                </a:rPr>
                <a:t>Допустима: точное значение</a:t>
              </a:r>
            </a:p>
          </p:txBody>
        </p:sp>
      </p:grpSp>
      <p:grpSp>
        <p:nvGrpSpPr>
          <p:cNvPr id="4" name="admissible_2"/>
          <p:cNvGrpSpPr/>
          <p:nvPr/>
        </p:nvGrpSpPr>
        <p:grpSpPr>
          <a:xfrm>
            <a:off x="8191500" y="2273300"/>
            <a:ext cx="3365500" cy="3251200"/>
            <a:chOff x="8191500" y="2273300"/>
            <a:chExt cx="3365500" cy="3251200"/>
          </a:xfrm>
        </p:grpSpPr>
        <p:sp>
          <p:nvSpPr>
            <p:cNvPr id="21" name="obj_13697"/>
            <p:cNvSpPr/>
            <p:nvPr/>
          </p:nvSpPr>
          <p:spPr>
            <a:xfrm>
              <a:off x="8191500" y="2273300"/>
              <a:ext cx="3365500" cy="88900"/>
            </a:xfrm>
            <a:prstGeom prst="rect">
              <a:avLst/>
            </a:prstGeom>
            <a:solidFill>
              <a:srgbClr val="A93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3698"/>
            <p:cNvSpPr txBox="1"/>
            <p:nvPr/>
          </p:nvSpPr>
          <p:spPr>
            <a:xfrm>
              <a:off x="8191500" y="2730500"/>
              <a:ext cx="3365500" cy="762000"/>
            </a:xfrm>
            <a:prstGeom prst="rect">
              <a:avLst/>
            </a:prstGeom>
            <a:noFill/>
            <a:effectLst/>
          </p:spPr>
          <p:txBody>
            <a:bodyPr wrap="square" lIns="0" tIns="0" rIns="0" bIns="0">
              <a:spAutoFit/>
            </a:bodyPr>
            <a:lstStyle/>
            <a:p>
              <a:pPr algn="l">
                <a:lnSpc>
                  <a:spcPct val="112000"/>
                </a:lnSpc>
                <a:spcBef>
                  <a:spcPts val="0"/>
                </a:spcBef>
                <a:spcAft>
                  <a:spcPts val="0"/>
                </a:spcAft>
              </a:pPr>
              <a:r>
                <a:rPr sz="3400" b="1">
                  <a:solidFill>
                    <a:srgbClr val="352379"/>
                  </a:solidFill>
                  <a:latin typeface="Montserrat"/>
                </a:rPr>
                <a:t>h = 12</a:t>
              </a:r>
            </a:p>
          </p:txBody>
        </p:sp>
        <p:sp>
          <p:nvSpPr>
            <p:cNvPr id="23" name="obj_13699"/>
            <p:cNvSpPr txBox="1"/>
            <p:nvPr/>
          </p:nvSpPr>
          <p:spPr>
            <a:xfrm>
              <a:off x="8191500" y="3733800"/>
              <a:ext cx="3365500" cy="698500"/>
            </a:xfrm>
            <a:prstGeom prst="rect">
              <a:avLst/>
            </a:prstGeom>
            <a:noFill/>
            <a:effectLst/>
          </p:spPr>
          <p:txBody>
            <a:bodyPr wrap="square" lIns="0" tIns="0" rIns="0" bIns="0">
              <a:spAutoFit/>
            </a:bodyPr>
            <a:lstStyle/>
            <a:p>
              <a:pPr algn="l">
                <a:lnSpc>
                  <a:spcPct val="112000"/>
                </a:lnSpc>
                <a:spcBef>
                  <a:spcPts val="0"/>
                </a:spcBef>
                <a:spcAft>
                  <a:spcPts val="0"/>
                </a:spcAft>
              </a:pPr>
              <a:r>
                <a:rPr sz="2900" b="0">
                  <a:solidFill>
                    <a:srgbClr val="352379"/>
                  </a:solidFill>
                  <a:latin typeface="Montserrat"/>
                </a:rPr>
                <a:t>h* = 8</a:t>
              </a:r>
            </a:p>
          </p:txBody>
        </p:sp>
        <p:sp>
          <p:nvSpPr>
            <p:cNvPr id="24" name="obj_13700"/>
            <p:cNvSpPr txBox="1"/>
            <p:nvPr/>
          </p:nvSpPr>
          <p:spPr>
            <a:xfrm>
              <a:off x="8191500" y="4635500"/>
              <a:ext cx="3365500" cy="889000"/>
            </a:xfrm>
            <a:prstGeom prst="rect">
              <a:avLst/>
            </a:prstGeom>
            <a:noFill/>
            <a:effectLst/>
          </p:spPr>
          <p:txBody>
            <a:bodyPr wrap="square" lIns="0" tIns="0" rIns="0" bIns="0">
              <a:spAutoFit/>
            </a:bodyPr>
            <a:lstStyle/>
            <a:p>
              <a:pPr algn="l">
                <a:lnSpc>
                  <a:spcPct val="112000"/>
                </a:lnSpc>
                <a:spcBef>
                  <a:spcPts val="0"/>
                </a:spcBef>
                <a:spcAft>
                  <a:spcPts val="0"/>
                </a:spcAft>
              </a:pPr>
              <a:r>
                <a:rPr sz="2200" b="1">
                  <a:solidFill>
                    <a:srgbClr val="A93737"/>
                  </a:solidFill>
                  <a:latin typeface="Montserrat"/>
                </a:rPr>
                <a:t>Недопустима: завышение</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11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11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11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51</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0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Согласованность связывает соседей</a:t>
            </a:r>
          </a:p>
        </p:txBody>
      </p:sp>
      <p:sp>
        <p:nvSpPr>
          <p:cNvPr id="12" name="obj_1370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Для каждого ребра u→v: h(u) ≤ w(u,v) + h(v), при h(G)=0</a:t>
            </a:r>
          </a:p>
        </p:txBody>
      </p:sp>
      <p:grpSp>
        <p:nvGrpSpPr>
          <p:cNvPr id="2" name="consistent_pair"/>
          <p:cNvGrpSpPr/>
          <p:nvPr/>
        </p:nvGrpSpPr>
        <p:grpSpPr>
          <a:xfrm>
            <a:off x="1079500" y="2324100"/>
            <a:ext cx="2692400" cy="1524000"/>
            <a:chOff x="1079500" y="2324100"/>
            <a:chExt cx="2692400" cy="1524000"/>
          </a:xfrm>
        </p:grpSpPr>
        <p:sp>
          <p:nvSpPr>
            <p:cNvPr id="13" name="obj_13704"/>
            <p:cNvSpPr/>
            <p:nvPr/>
          </p:nvSpPr>
          <p:spPr>
            <a:xfrm>
              <a:off x="1079500" y="2324100"/>
              <a:ext cx="2692400" cy="152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705"/>
            <p:cNvSpPr/>
            <p:nvPr/>
          </p:nvSpPr>
          <p:spPr>
            <a:xfrm>
              <a:off x="1397000" y="2603500"/>
              <a:ext cx="1130300" cy="11303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706"/>
            <p:cNvSpPr/>
            <p:nvPr/>
          </p:nvSpPr>
          <p:spPr>
            <a:xfrm>
              <a:off x="2540000" y="2603500"/>
              <a:ext cx="1130300" cy="11303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3707"/>
            <p:cNvSpPr txBox="1"/>
            <p:nvPr/>
          </p:nvSpPr>
          <p:spPr>
            <a:xfrm>
              <a:off x="2552700" y="2820670"/>
              <a:ext cx="1104900" cy="742950"/>
            </a:xfrm>
            <a:prstGeom prst="rect">
              <a:avLst/>
            </a:prstGeom>
            <a:noFill/>
            <a:effectLst/>
          </p:spPr>
          <p:txBody>
            <a:bodyPr wrap="square" lIns="0" tIns="0" rIns="0" bIns="0">
              <a:spAutoFit/>
            </a:bodyPr>
            <a:lstStyle/>
            <a:p>
              <a:pPr algn="ctr">
                <a:lnSpc>
                  <a:spcPct val="112000"/>
                </a:lnSpc>
                <a:spcBef>
                  <a:spcPts val="0"/>
                </a:spcBef>
                <a:spcAft>
                  <a:spcPts val="0"/>
                </a:spcAft>
              </a:pPr>
              <a:r>
                <a:rPr sz="3779" b="0">
                  <a:solidFill>
                    <a:srgbClr val="58662C"/>
                  </a:solidFill>
                  <a:latin typeface="Montserrat"/>
                </a:rPr>
                <a:t>∴3</a:t>
              </a:r>
            </a:p>
          </p:txBody>
        </p:sp>
        <p:sp>
          <p:nvSpPr>
            <p:cNvPr id="17" name="obj_13708"/>
            <p:cNvSpPr txBox="1"/>
            <p:nvPr/>
          </p:nvSpPr>
          <p:spPr>
            <a:xfrm>
              <a:off x="1397000" y="2336800"/>
              <a:ext cx="11430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18" name="obj_13709"/>
            <p:cNvSpPr txBox="1"/>
            <p:nvPr/>
          </p:nvSpPr>
          <p:spPr>
            <a:xfrm>
              <a:off x="2540000" y="2336800"/>
              <a:ext cx="11430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19" name="obj_13710"/>
            <p:cNvSpPr txBox="1"/>
            <p:nvPr/>
          </p:nvSpPr>
          <p:spPr>
            <a:xfrm>
              <a:off x="1079500" y="2809240"/>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grpSp>
      <p:sp>
        <p:nvSpPr>
          <p:cNvPr id="20" name="obj_13711"/>
          <p:cNvSpPr txBox="1"/>
          <p:nvPr/>
        </p:nvSpPr>
        <p:spPr>
          <a:xfrm>
            <a:off x="1143000" y="2006600"/>
            <a:ext cx="5588000" cy="533400"/>
          </a:xfrm>
          <a:prstGeom prst="rect">
            <a:avLst/>
          </a:prstGeom>
          <a:noFill/>
          <a:effectLst/>
        </p:spPr>
        <p:txBody>
          <a:bodyPr wrap="square" lIns="0" tIns="0" rIns="0" bIns="0">
            <a:spAutoFit/>
          </a:bodyPr>
          <a:lstStyle/>
          <a:p>
            <a:pPr algn="l">
              <a:lnSpc>
                <a:spcPct val="112000"/>
              </a:lnSpc>
              <a:spcBef>
                <a:spcPts val="0"/>
              </a:spcBef>
              <a:spcAft>
                <a:spcPts val="0"/>
              </a:spcAft>
            </a:pPr>
            <a:r>
              <a:rPr sz="2300" b="0">
                <a:solidFill>
                  <a:srgbClr val="352379"/>
                </a:solidFill>
                <a:latin typeface="Montserrat"/>
              </a:rPr>
              <a:t>u=(3,5)              v=(4,5)</a:t>
            </a:r>
          </a:p>
        </p:txBody>
      </p:sp>
      <p:sp>
        <p:nvSpPr>
          <p:cNvPr id="21" name="obj_13712"/>
          <p:cNvSpPr txBox="1"/>
          <p:nvPr/>
        </p:nvSpPr>
        <p:spPr>
          <a:xfrm>
            <a:off x="7048500" y="2095500"/>
            <a:ext cx="4445000" cy="1905000"/>
          </a:xfrm>
          <a:prstGeom prst="rect">
            <a:avLst/>
          </a:prstGeom>
          <a:noFill/>
          <a:effectLst/>
        </p:spPr>
        <p:txBody>
          <a:bodyPr wrap="square" lIns="0" tIns="0" rIns="0" bIns="0">
            <a:spAutoFit/>
          </a:bodyPr>
          <a:lstStyle/>
          <a:p>
            <a:pPr algn="l">
              <a:lnSpc>
                <a:spcPct val="112000"/>
              </a:lnSpc>
              <a:spcBef>
                <a:spcPts val="0"/>
              </a:spcBef>
              <a:spcAft>
                <a:spcPts val="0"/>
              </a:spcAft>
            </a:pPr>
            <a:r>
              <a:rPr sz="2700" b="0">
                <a:solidFill>
                  <a:srgbClr val="352379"/>
                </a:solidFill>
                <a:latin typeface="Montserrat"/>
              </a:rPr>
              <a:t>h(u) = 10</a:t>
            </a:r>
          </a:p>
          <a:p>
            <a:pPr algn="l">
              <a:lnSpc>
                <a:spcPct val="112000"/>
              </a:lnSpc>
              <a:spcBef>
                <a:spcPts val="0"/>
              </a:spcBef>
              <a:spcAft>
                <a:spcPts val="0"/>
              </a:spcAft>
            </a:pPr>
            <a:r>
              <a:rPr sz="2700" b="0">
                <a:solidFill>
                  <a:srgbClr val="352379"/>
                </a:solidFill>
                <a:latin typeface="Montserrat"/>
              </a:rPr>
              <a:t>w(u,v) = 3</a:t>
            </a:r>
          </a:p>
          <a:p>
            <a:pPr algn="l">
              <a:lnSpc>
                <a:spcPct val="112000"/>
              </a:lnSpc>
              <a:spcBef>
                <a:spcPts val="0"/>
              </a:spcBef>
              <a:spcAft>
                <a:spcPts val="0"/>
              </a:spcAft>
            </a:pPr>
            <a:r>
              <a:rPr sz="2700" b="0">
                <a:solidFill>
                  <a:srgbClr val="352379"/>
                </a:solidFill>
                <a:latin typeface="Montserrat"/>
              </a:rPr>
              <a:t>h(v) = 9</a:t>
            </a:r>
          </a:p>
        </p:txBody>
      </p:sp>
      <p:sp>
        <p:nvSpPr>
          <p:cNvPr id="22" name="obj_13713"/>
          <p:cNvSpPr txBox="1"/>
          <p:nvPr/>
        </p:nvSpPr>
        <p:spPr>
          <a:xfrm>
            <a:off x="6604000" y="4521200"/>
            <a:ext cx="5080000" cy="8255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10 ≤ 3 + 9 = 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14"/>
          <p:cNvSpPr txBox="1"/>
          <p:nvPr/>
        </p:nvSpPr>
        <p:spPr>
          <a:xfrm>
            <a:off x="482600" y="673100"/>
            <a:ext cx="11226800" cy="482889"/>
          </a:xfrm>
          <a:prstGeom prst="rect">
            <a:avLst/>
          </a:prstGeom>
          <a:noFill/>
          <a:effectLst/>
        </p:spPr>
        <p:txBody>
          <a:bodyPr wrap="square" lIns="0" tIns="0" rIns="0" bIns="0">
            <a:spAutoFit/>
          </a:bodyPr>
          <a:lstStyle/>
          <a:p>
            <a:pPr algn="l">
              <a:lnSpc>
                <a:spcPct val="112000"/>
              </a:lnSpc>
              <a:spcBef>
                <a:spcPts val="0"/>
              </a:spcBef>
              <a:spcAft>
                <a:spcPts val="0"/>
              </a:spcAft>
            </a:pPr>
            <a:r>
              <a:rPr lang="ru-RU" sz="3000" b="1">
                <a:solidFill>
                  <a:srgbClr val="352379"/>
                </a:solidFill>
                <a:latin typeface="Montserrat"/>
              </a:rPr>
              <a:t>Оптимальность A* и повторное открытие</a:t>
            </a:r>
            <a:endParaRPr sz="3000" b="1">
              <a:solidFill>
                <a:srgbClr val="352379"/>
              </a:solidFill>
              <a:latin typeface="Montserrat"/>
            </a:endParaRPr>
          </a:p>
        </p:txBody>
      </p:sp>
      <p:sp>
        <p:nvSpPr>
          <p:cNvPr id="12" name="obj_13715"/>
          <p:cNvSpPr txBox="1"/>
          <p:nvPr/>
        </p:nvSpPr>
        <p:spPr>
          <a:xfrm>
            <a:off x="660400" y="6019800"/>
            <a:ext cx="10871200" cy="289759"/>
          </a:xfrm>
          <a:prstGeom prst="rect">
            <a:avLst/>
          </a:prstGeom>
          <a:noFill/>
          <a:effectLst/>
        </p:spPr>
        <p:txBody>
          <a:bodyPr wrap="square" lIns="0" tIns="0" rIns="0" bIns="0">
            <a:spAutoFit/>
          </a:bodyPr>
          <a:lstStyle/>
          <a:p>
            <a:pPr algn="l">
              <a:lnSpc>
                <a:spcPct val="112000"/>
              </a:lnSpc>
              <a:spcBef>
                <a:spcPts val="0"/>
              </a:spcBef>
              <a:spcAft>
                <a:spcPts val="0"/>
              </a:spcAft>
            </a:pPr>
            <a:r>
              <a:rPr lang="ru-RU" sz="1800" b="0">
                <a:solidFill>
                  <a:srgbClr val="FFFFFF"/>
                </a:solidFill>
                <a:latin typeface="Montserrat"/>
              </a:rPr>
              <a:t>Допустимая h, учёт улучшений g и остановка при извлечении G</a:t>
            </a:r>
            <a:endParaRPr sz="1800" b="0">
              <a:solidFill>
                <a:srgbClr val="FFFFFF"/>
              </a:solidFill>
              <a:latin typeface="Montserrat"/>
            </a:endParaRPr>
          </a:p>
        </p:txBody>
      </p:sp>
      <p:sp>
        <p:nvSpPr>
          <p:cNvPr id="13" name="obj_13716"/>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717"/>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718"/>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Согласованная h</a:t>
            </a:r>
          </a:p>
        </p:txBody>
      </p:sp>
      <p:sp>
        <p:nvSpPr>
          <p:cNvPr id="16" name="obj_13719"/>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После обработки вершины её g окончательно.</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Повторное открытие не понадобится.</a:t>
            </a:r>
          </a:p>
        </p:txBody>
      </p:sp>
      <p:sp>
        <p:nvSpPr>
          <p:cNvPr id="17" name="obj_13720"/>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721"/>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722"/>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Допустимая несогласованная h</a:t>
            </a:r>
          </a:p>
        </p:txBody>
      </p:sp>
      <p:sp>
        <p:nvSpPr>
          <p:cNvPr id="20" name="obj_13723"/>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Если нашли более дешёвый путь к CLOSED-вершине:</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обновить g и parent,</a:t>
            </a:r>
          </a:p>
          <a:p>
            <a:pPr algn="l">
              <a:lnSpc>
                <a:spcPct val="112000"/>
              </a:lnSpc>
              <a:spcBef>
                <a:spcPts val="0"/>
              </a:spcBef>
              <a:spcAft>
                <a:spcPts val="0"/>
              </a:spcAft>
            </a:pPr>
            <a:r>
              <a:rPr sz="2500" b="0">
                <a:solidFill>
                  <a:srgbClr val="352379"/>
                </a:solidFill>
                <a:latin typeface="Montserrat"/>
              </a:rPr>
              <a:t>вернуть вершину в OPEN.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2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Как эвристика меняет фактический результат?</a:t>
            </a:r>
          </a:p>
        </p:txBody>
      </p:sp>
      <p:sp>
        <p:nvSpPr>
          <p:cNvPr id="12" name="obj_1372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При h=0 приоритет f=g: A* повторяет Дейкстру с тем же FIFO</a:t>
            </a:r>
          </a:p>
        </p:txBody>
      </p:sp>
      <p:graphicFrame>
        <p:nvGraphicFramePr>
          <p:cNvPr id="13" name="obj_13726"/>
          <p:cNvGraphicFramePr>
            <a:graphicFrameLocks noGrp="1"/>
          </p:cNvGraphicFramePr>
          <p:nvPr/>
        </p:nvGraphicFramePr>
        <p:xfrm>
          <a:off x="1016000" y="2019300"/>
          <a:ext cx="10160000" cy="28575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20000"/>
                    </a:ext>
                  </a:extLst>
                </a:gridCol>
                <a:gridCol w="1778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2159000">
                  <a:extLst>
                    <a:ext uri="{9D8B030D-6E8A-4147-A177-3AD203B41FA5}">
                      <a16:colId xmlns:a16="http://schemas.microsoft.com/office/drawing/2014/main" val="20003"/>
                    </a:ext>
                  </a:extLst>
                </a:gridCol>
              </a:tblGrid>
              <a:tr h="571500">
                <a:tc>
                  <a:txBody>
                    <a:bodyPr/>
                    <a:lstStyle/>
                    <a:p>
                      <a:pPr>
                        <a:spcAft>
                          <a:spcPts val="0"/>
                        </a:spcAft>
                      </a:pPr>
                      <a:r>
                        <a:rPr sz="2400" b="1">
                          <a:solidFill>
                            <a:srgbClr val="FFFFFF"/>
                          </a:solidFill>
                          <a:latin typeface="Montserrat"/>
                        </a:rPr>
                        <a:t>Эвристика</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Шаги</a:t>
                      </a:r>
                    </a:p>
                  </a:txBody>
                  <a:tcPr marL="88900" marR="63500" marT="50800" marB="38100" anchor="ctr">
                    <a:solidFill>
                      <a:srgbClr val="352379"/>
                    </a:solidFill>
                  </a:tcPr>
                </a:tc>
                <a:tc>
                  <a:txBody>
                    <a:bodyPr/>
                    <a:lstStyle/>
                    <a:p>
                      <a:pPr>
                        <a:spcAft>
                          <a:spcPts val="0"/>
                        </a:spcAft>
                      </a:pPr>
                      <a:r>
                        <a:rPr sz="2400" b="1">
                          <a:solidFill>
                            <a:srgbClr val="FFFFFF"/>
                          </a:solidFill>
                          <a:latin typeface="Montserrat"/>
                        </a:rPr>
                        <a:t>Цена</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Обработано</a:t>
                      </a:r>
                    </a:p>
                  </a:txBody>
                  <a:tcPr marL="88900" marR="63500" marT="50800" marB="38100" anchor="ctr">
                    <a:solidFill>
                      <a:srgbClr val="352379"/>
                    </a:solidFill>
                  </a:tcPr>
                </a:tc>
                <a:extLst>
                  <a:ext uri="{0D108BD9-81ED-4DB2-BD59-A6C34878D82A}">
                    <a16:rowId xmlns:a16="http://schemas.microsoft.com/office/drawing/2014/main" val="10000"/>
                  </a:ext>
                </a:extLst>
              </a:tr>
              <a:tr h="571500">
                <a:tc>
                  <a:txBody>
                    <a:bodyPr/>
                    <a:lstStyle/>
                    <a:p>
                      <a:pPr>
                        <a:spcAft>
                          <a:spcPts val="0"/>
                        </a:spcAft>
                      </a:pPr>
                      <a:r>
                        <a:rPr sz="2400" b="0">
                          <a:solidFill>
                            <a:srgbClr val="352379"/>
                          </a:solidFill>
                          <a:latin typeface="Montserrat"/>
                        </a:rPr>
                        <a:t>0</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118</a:t>
                      </a:r>
                    </a:p>
                  </a:txBody>
                  <a:tcPr marL="88900" marR="63500" marT="50800" marB="38100" anchor="ctr">
                    <a:solidFill>
                      <a:srgbClr val="F6F3FA"/>
                    </a:solidFill>
                  </a:tcPr>
                </a:tc>
                <a:extLst>
                  <a:ext uri="{0D108BD9-81ED-4DB2-BD59-A6C34878D82A}">
                    <a16:rowId xmlns:a16="http://schemas.microsoft.com/office/drawing/2014/main" val="10001"/>
                  </a:ext>
                </a:extLst>
              </a:tr>
              <a:tr h="571500">
                <a:tc>
                  <a:txBody>
                    <a:bodyPr/>
                    <a:lstStyle/>
                    <a:p>
                      <a:pPr>
                        <a:spcAft>
                          <a:spcPts val="0"/>
                        </a:spcAft>
                      </a:pPr>
                      <a:r>
                        <a:rPr sz="2400" b="0">
                          <a:solidFill>
                            <a:srgbClr val="352379"/>
                          </a:solidFill>
                          <a:latin typeface="Montserrat"/>
                        </a:rPr>
                        <a:t>Euclidean</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50</a:t>
                      </a:r>
                    </a:p>
                  </a:txBody>
                  <a:tcPr marL="88900" marR="63500" marT="50800" marB="38100" anchor="ctr">
                    <a:solidFill>
                      <a:srgbClr val="FFFFFF"/>
                    </a:solidFill>
                  </a:tcPr>
                </a:tc>
                <a:extLst>
                  <a:ext uri="{0D108BD9-81ED-4DB2-BD59-A6C34878D82A}">
                    <a16:rowId xmlns:a16="http://schemas.microsoft.com/office/drawing/2014/main" val="10002"/>
                  </a:ext>
                </a:extLst>
              </a:tr>
              <a:tr h="571500">
                <a:tc>
                  <a:txBody>
                    <a:bodyPr/>
                    <a:lstStyle/>
                    <a:p>
                      <a:pPr>
                        <a:spcAft>
                          <a:spcPts val="0"/>
                        </a:spcAft>
                      </a:pPr>
                      <a:r>
                        <a:rPr sz="2400" b="0">
                          <a:solidFill>
                            <a:srgbClr val="352379"/>
                          </a:solidFill>
                          <a:latin typeface="Montserrat"/>
                        </a:rPr>
                        <a:t>Manhattan</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16</a:t>
                      </a:r>
                    </a:p>
                  </a:txBody>
                  <a:tcPr marL="88900" marR="63500" marT="50800" marB="38100" anchor="ctr">
                    <a:solidFill>
                      <a:srgbClr val="F6F3FA"/>
                    </a:solidFill>
                  </a:tcPr>
                </a:tc>
                <a:tc>
                  <a:txBody>
                    <a:bodyPr/>
                    <a:lstStyle/>
                    <a:p>
                      <a:pPr>
                        <a:spcAft>
                          <a:spcPts val="0"/>
                        </a:spcAft>
                      </a:pPr>
                      <a:r>
                        <a:rPr sz="2400" b="0">
                          <a:solidFill>
                            <a:srgbClr val="352379"/>
                          </a:solidFill>
                          <a:latin typeface="Montserrat"/>
                        </a:rPr>
                        <a:t>40</a:t>
                      </a:r>
                    </a:p>
                  </a:txBody>
                  <a:tcPr marL="88900" marR="63500" marT="50800" marB="38100" anchor="ctr">
                    <a:solidFill>
                      <a:srgbClr val="F6F3FA"/>
                    </a:solidFill>
                  </a:tcPr>
                </a:tc>
                <a:extLst>
                  <a:ext uri="{0D108BD9-81ED-4DB2-BD59-A6C34878D82A}">
                    <a16:rowId xmlns:a16="http://schemas.microsoft.com/office/drawing/2014/main" val="10003"/>
                  </a:ext>
                </a:extLst>
              </a:tr>
              <a:tr h="571500">
                <a:tc>
                  <a:txBody>
                    <a:bodyPr/>
                    <a:lstStyle/>
                    <a:p>
                      <a:pPr>
                        <a:spcAft>
                          <a:spcPts val="0"/>
                        </a:spcAft>
                      </a:pPr>
                      <a:r>
                        <a:rPr sz="2400" b="0">
                          <a:solidFill>
                            <a:srgbClr val="352379"/>
                          </a:solidFill>
                          <a:latin typeface="Montserrat"/>
                        </a:rPr>
                        <a:t>3 × Manhattan</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12</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28</a:t>
                      </a:r>
                    </a:p>
                  </a:txBody>
                  <a:tcPr marL="88900" marR="63500" marT="50800" marB="38100" anchor="ctr">
                    <a:solidFill>
                      <a:srgbClr val="FFFFFF"/>
                    </a:solidFill>
                  </a:tcPr>
                </a:tc>
                <a:tc>
                  <a:txBody>
                    <a:bodyPr/>
                    <a:lstStyle/>
                    <a:p>
                      <a:pPr>
                        <a:spcAft>
                          <a:spcPts val="0"/>
                        </a:spcAft>
                      </a:pPr>
                      <a:r>
                        <a:rPr sz="2400" b="0">
                          <a:solidFill>
                            <a:srgbClr val="352379"/>
                          </a:solidFill>
                          <a:latin typeface="Montserrat"/>
                        </a:rPr>
                        <a:t>12</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 name="obj_13727"/>
          <p:cNvSpPr txBox="1"/>
          <p:nvPr/>
        </p:nvSpPr>
        <p:spPr>
          <a:xfrm>
            <a:off x="1016000" y="5016500"/>
            <a:ext cx="10160000" cy="7747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3×Manhattan: цена 28. Гарантия потеряна.</a:t>
            </a:r>
          </a:p>
          <a:p>
            <a:pPr algn="l">
              <a:lnSpc>
                <a:spcPct val="112000"/>
              </a:lnSpc>
              <a:spcBef>
                <a:spcPts val="0"/>
              </a:spcBef>
              <a:spcAft>
                <a:spcPts val="0"/>
              </a:spcAft>
            </a:pPr>
            <a:r>
              <a:rPr sz="2300" b="1">
                <a:solidFill>
                  <a:srgbClr val="352379"/>
                </a:solidFill>
                <a:latin typeface="Montserrat"/>
              </a:rPr>
              <a:t>На другой карте оптимум мог сохраниться.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28"/>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Word Ladder: поиск без координат</a:t>
            </a:r>
          </a:p>
        </p:txBody>
      </p:sp>
      <p:sp>
        <p:nvSpPr>
          <p:cNvPr id="12" name="obj_13729"/>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Меняем одну букву за шаг, все слова должны принадлежать заданному словарю</a:t>
            </a:r>
          </a:p>
        </p:txBody>
      </p:sp>
      <p:sp>
        <p:nvSpPr>
          <p:cNvPr id="13" name="obj_13730"/>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731"/>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732"/>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Граф преобразований</a:t>
            </a:r>
          </a:p>
        </p:txBody>
      </p:sp>
      <p:sp>
        <p:nvSpPr>
          <p:cNvPr id="16" name="obj_13733"/>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Вершина — слово.</a:t>
            </a:r>
          </a:p>
          <a:p>
            <a:pPr algn="l">
              <a:lnSpc>
                <a:spcPct val="112000"/>
              </a:lnSpc>
              <a:spcBef>
                <a:spcPts val="0"/>
              </a:spcBef>
              <a:spcAft>
                <a:spcPts val="0"/>
              </a:spcAft>
            </a:pPr>
            <a:r>
              <a:rPr sz="2500" b="0">
                <a:solidFill>
                  <a:srgbClr val="352379"/>
                </a:solidFill>
                <a:latin typeface="Montserrat"/>
              </a:rPr>
              <a:t>Ребро — замена одной буквы.</a:t>
            </a:r>
          </a:p>
          <a:p>
            <a:pPr algn="l">
              <a:lnSpc>
                <a:spcPct val="112000"/>
              </a:lnSpc>
              <a:spcBef>
                <a:spcPts val="0"/>
              </a:spcBef>
              <a:spcAft>
                <a:spcPts val="0"/>
              </a:spcAft>
            </a:pPr>
            <a:r>
              <a:rPr sz="2500" b="0">
                <a:solidFill>
                  <a:srgbClr val="352379"/>
                </a:solidFill>
                <a:latin typeface="Montserrat"/>
              </a:rPr>
              <a:t>Стоимость перехода — 1.</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Цель: COLD → WARM</a:t>
            </a:r>
          </a:p>
        </p:txBody>
      </p:sp>
      <p:sp>
        <p:nvSpPr>
          <p:cNvPr id="17" name="obj_13734"/>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735"/>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736"/>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Эвристика Хэмминга</a:t>
            </a:r>
          </a:p>
        </p:txBody>
      </p:sp>
      <p:sp>
        <p:nvSpPr>
          <p:cNvPr id="20" name="obj_13737"/>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h(s) = Σ [s[i] ≠ goal[i]]</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Считаем несовпадения.</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COLD и WARM: h=4.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38"/>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Word Ladder: одна замена за щелчок</a:t>
            </a:r>
          </a:p>
        </p:txBody>
      </p:sp>
      <p:sp>
        <p:nvSpPr>
          <p:cNvPr id="12" name="obj_13739"/>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COLD → CORD → CARD → WARD → WARM</a:t>
            </a:r>
          </a:p>
        </p:txBody>
      </p:sp>
      <p:grpSp>
        <p:nvGrpSpPr>
          <p:cNvPr id="2" name="word_state_0"/>
          <p:cNvGrpSpPr/>
          <p:nvPr/>
        </p:nvGrpSpPr>
        <p:grpSpPr>
          <a:xfrm>
            <a:off x="698500" y="1816100"/>
            <a:ext cx="10985500" cy="3810000"/>
            <a:chOff x="698500" y="1816100"/>
            <a:chExt cx="10985500" cy="3810000"/>
          </a:xfrm>
        </p:grpSpPr>
        <p:sp>
          <p:nvSpPr>
            <p:cNvPr id="13" name="obj_13741"/>
            <p:cNvSpPr/>
            <p:nvPr/>
          </p:nvSpPr>
          <p:spPr>
            <a:xfrm>
              <a:off x="698500" y="1816100"/>
              <a:ext cx="10985500" cy="381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742"/>
            <p:cNvSpPr/>
            <p:nvPr/>
          </p:nvSpPr>
          <p:spPr>
            <a:xfrm>
              <a:off x="2032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3743"/>
            <p:cNvSpPr txBox="1"/>
            <p:nvPr/>
          </p:nvSpPr>
          <p:spPr>
            <a:xfrm>
              <a:off x="2095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C</a:t>
              </a:r>
            </a:p>
          </p:txBody>
        </p:sp>
        <p:sp>
          <p:nvSpPr>
            <p:cNvPr id="16" name="obj_13744"/>
            <p:cNvSpPr/>
            <p:nvPr/>
          </p:nvSpPr>
          <p:spPr>
            <a:xfrm>
              <a:off x="4064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3745"/>
            <p:cNvSpPr txBox="1"/>
            <p:nvPr/>
          </p:nvSpPr>
          <p:spPr>
            <a:xfrm>
              <a:off x="4127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O</a:t>
              </a:r>
            </a:p>
          </p:txBody>
        </p:sp>
        <p:sp>
          <p:nvSpPr>
            <p:cNvPr id="18" name="obj_13746"/>
            <p:cNvSpPr/>
            <p:nvPr/>
          </p:nvSpPr>
          <p:spPr>
            <a:xfrm>
              <a:off x="6096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747"/>
            <p:cNvSpPr txBox="1"/>
            <p:nvPr/>
          </p:nvSpPr>
          <p:spPr>
            <a:xfrm>
              <a:off x="6159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L</a:t>
              </a:r>
            </a:p>
          </p:txBody>
        </p:sp>
        <p:sp>
          <p:nvSpPr>
            <p:cNvPr id="20" name="obj_13748"/>
            <p:cNvSpPr/>
            <p:nvPr/>
          </p:nvSpPr>
          <p:spPr>
            <a:xfrm>
              <a:off x="8128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3749"/>
            <p:cNvSpPr txBox="1"/>
            <p:nvPr/>
          </p:nvSpPr>
          <p:spPr>
            <a:xfrm>
              <a:off x="8191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D</a:t>
              </a:r>
            </a:p>
          </p:txBody>
        </p:sp>
        <p:sp>
          <p:nvSpPr>
            <p:cNvPr id="22" name="obj_13750"/>
            <p:cNvSpPr txBox="1"/>
            <p:nvPr/>
          </p:nvSpPr>
          <p:spPr>
            <a:xfrm>
              <a:off x="2032000" y="4546600"/>
              <a:ext cx="7874000" cy="787400"/>
            </a:xfrm>
            <a:prstGeom prst="rect">
              <a:avLst/>
            </a:prstGeom>
            <a:noFill/>
            <a:effectLst/>
          </p:spPr>
          <p:txBody>
            <a:bodyPr wrap="square" lIns="0" tIns="0" rIns="0" bIns="0">
              <a:spAutoFit/>
            </a:bodyPr>
            <a:lstStyle/>
            <a:p>
              <a:pPr algn="ctr">
                <a:lnSpc>
                  <a:spcPct val="112000"/>
                </a:lnSpc>
                <a:spcBef>
                  <a:spcPts val="0"/>
                </a:spcBef>
                <a:spcAft>
                  <a:spcPts val="0"/>
                </a:spcAft>
              </a:pPr>
              <a:r>
                <a:rPr sz="3400" b="1">
                  <a:solidFill>
                    <a:srgbClr val="352379"/>
                  </a:solidFill>
                  <a:latin typeface="Montserrat"/>
                </a:rPr>
                <a:t>h(COLD) = 4</a:t>
              </a:r>
            </a:p>
          </p:txBody>
        </p:sp>
      </p:grpSp>
      <p:grpSp>
        <p:nvGrpSpPr>
          <p:cNvPr id="3" name="word_state_1"/>
          <p:cNvGrpSpPr/>
          <p:nvPr/>
        </p:nvGrpSpPr>
        <p:grpSpPr>
          <a:xfrm>
            <a:off x="698500" y="1816100"/>
            <a:ext cx="10985500" cy="3810000"/>
            <a:chOff x="698500" y="1816100"/>
            <a:chExt cx="10985500" cy="3810000"/>
          </a:xfrm>
        </p:grpSpPr>
        <p:sp>
          <p:nvSpPr>
            <p:cNvPr id="23" name="obj_13752"/>
            <p:cNvSpPr/>
            <p:nvPr/>
          </p:nvSpPr>
          <p:spPr>
            <a:xfrm>
              <a:off x="698500" y="1816100"/>
              <a:ext cx="10985500" cy="381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3753"/>
            <p:cNvSpPr/>
            <p:nvPr/>
          </p:nvSpPr>
          <p:spPr>
            <a:xfrm>
              <a:off x="2032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3754"/>
            <p:cNvSpPr txBox="1"/>
            <p:nvPr/>
          </p:nvSpPr>
          <p:spPr>
            <a:xfrm>
              <a:off x="2095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C</a:t>
              </a:r>
            </a:p>
          </p:txBody>
        </p:sp>
        <p:sp>
          <p:nvSpPr>
            <p:cNvPr id="26" name="obj_13755"/>
            <p:cNvSpPr/>
            <p:nvPr/>
          </p:nvSpPr>
          <p:spPr>
            <a:xfrm>
              <a:off x="4064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3756"/>
            <p:cNvSpPr txBox="1"/>
            <p:nvPr/>
          </p:nvSpPr>
          <p:spPr>
            <a:xfrm>
              <a:off x="4127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O</a:t>
              </a:r>
            </a:p>
          </p:txBody>
        </p:sp>
        <p:sp>
          <p:nvSpPr>
            <p:cNvPr id="28" name="obj_13757"/>
            <p:cNvSpPr/>
            <p:nvPr/>
          </p:nvSpPr>
          <p:spPr>
            <a:xfrm>
              <a:off x="6096000" y="2425700"/>
              <a:ext cx="1651000" cy="1587500"/>
            </a:xfrm>
            <a:prstGeom prst="rect">
              <a:avLst/>
            </a:prstGeom>
            <a:solidFill>
              <a:srgbClr val="FFE6BC"/>
            </a:solidFill>
            <a:ln w="127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3758"/>
            <p:cNvSpPr txBox="1"/>
            <p:nvPr/>
          </p:nvSpPr>
          <p:spPr>
            <a:xfrm>
              <a:off x="6159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R</a:t>
              </a:r>
            </a:p>
          </p:txBody>
        </p:sp>
        <p:sp>
          <p:nvSpPr>
            <p:cNvPr id="30" name="obj_13759"/>
            <p:cNvSpPr/>
            <p:nvPr/>
          </p:nvSpPr>
          <p:spPr>
            <a:xfrm>
              <a:off x="8128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3760"/>
            <p:cNvSpPr txBox="1"/>
            <p:nvPr/>
          </p:nvSpPr>
          <p:spPr>
            <a:xfrm>
              <a:off x="8191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D</a:t>
              </a:r>
            </a:p>
          </p:txBody>
        </p:sp>
        <p:sp>
          <p:nvSpPr>
            <p:cNvPr id="32" name="obj_13761"/>
            <p:cNvSpPr txBox="1"/>
            <p:nvPr/>
          </p:nvSpPr>
          <p:spPr>
            <a:xfrm>
              <a:off x="2032000" y="4546600"/>
              <a:ext cx="7874000" cy="787400"/>
            </a:xfrm>
            <a:prstGeom prst="rect">
              <a:avLst/>
            </a:prstGeom>
            <a:noFill/>
            <a:effectLst/>
          </p:spPr>
          <p:txBody>
            <a:bodyPr wrap="square" lIns="0" tIns="0" rIns="0" bIns="0">
              <a:spAutoFit/>
            </a:bodyPr>
            <a:lstStyle/>
            <a:p>
              <a:pPr algn="ctr">
                <a:lnSpc>
                  <a:spcPct val="112000"/>
                </a:lnSpc>
                <a:spcBef>
                  <a:spcPts val="0"/>
                </a:spcBef>
                <a:spcAft>
                  <a:spcPts val="0"/>
                </a:spcAft>
              </a:pPr>
              <a:r>
                <a:rPr sz="3400" b="1">
                  <a:solidFill>
                    <a:srgbClr val="352379"/>
                  </a:solidFill>
                  <a:latin typeface="Montserrat"/>
                </a:rPr>
                <a:t>h(CORD) = 3</a:t>
              </a:r>
            </a:p>
          </p:txBody>
        </p:sp>
      </p:grpSp>
      <p:grpSp>
        <p:nvGrpSpPr>
          <p:cNvPr id="4" name="word_state_2"/>
          <p:cNvGrpSpPr/>
          <p:nvPr/>
        </p:nvGrpSpPr>
        <p:grpSpPr>
          <a:xfrm>
            <a:off x="698500" y="1816100"/>
            <a:ext cx="10985500" cy="3810000"/>
            <a:chOff x="698500" y="1816100"/>
            <a:chExt cx="10985500" cy="3810000"/>
          </a:xfrm>
        </p:grpSpPr>
        <p:sp>
          <p:nvSpPr>
            <p:cNvPr id="33" name="obj_13763"/>
            <p:cNvSpPr/>
            <p:nvPr/>
          </p:nvSpPr>
          <p:spPr>
            <a:xfrm>
              <a:off x="698500" y="1816100"/>
              <a:ext cx="10985500" cy="381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3764"/>
            <p:cNvSpPr/>
            <p:nvPr/>
          </p:nvSpPr>
          <p:spPr>
            <a:xfrm>
              <a:off x="2032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3765"/>
            <p:cNvSpPr txBox="1"/>
            <p:nvPr/>
          </p:nvSpPr>
          <p:spPr>
            <a:xfrm>
              <a:off x="2095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C</a:t>
              </a:r>
            </a:p>
          </p:txBody>
        </p:sp>
        <p:sp>
          <p:nvSpPr>
            <p:cNvPr id="36" name="obj_13766"/>
            <p:cNvSpPr/>
            <p:nvPr/>
          </p:nvSpPr>
          <p:spPr>
            <a:xfrm>
              <a:off x="4064000" y="2425700"/>
              <a:ext cx="1651000" cy="1587500"/>
            </a:xfrm>
            <a:prstGeom prst="rect">
              <a:avLst/>
            </a:prstGeom>
            <a:solidFill>
              <a:srgbClr val="FFE6BC"/>
            </a:solidFill>
            <a:ln w="127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3767"/>
            <p:cNvSpPr txBox="1"/>
            <p:nvPr/>
          </p:nvSpPr>
          <p:spPr>
            <a:xfrm>
              <a:off x="4127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A</a:t>
              </a:r>
            </a:p>
          </p:txBody>
        </p:sp>
        <p:sp>
          <p:nvSpPr>
            <p:cNvPr id="38" name="obj_13768"/>
            <p:cNvSpPr/>
            <p:nvPr/>
          </p:nvSpPr>
          <p:spPr>
            <a:xfrm>
              <a:off x="6096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3769"/>
            <p:cNvSpPr txBox="1"/>
            <p:nvPr/>
          </p:nvSpPr>
          <p:spPr>
            <a:xfrm>
              <a:off x="6159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R</a:t>
              </a:r>
            </a:p>
          </p:txBody>
        </p:sp>
        <p:sp>
          <p:nvSpPr>
            <p:cNvPr id="40" name="obj_13770"/>
            <p:cNvSpPr/>
            <p:nvPr/>
          </p:nvSpPr>
          <p:spPr>
            <a:xfrm>
              <a:off x="8128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3771"/>
            <p:cNvSpPr txBox="1"/>
            <p:nvPr/>
          </p:nvSpPr>
          <p:spPr>
            <a:xfrm>
              <a:off x="8191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D</a:t>
              </a:r>
            </a:p>
          </p:txBody>
        </p:sp>
        <p:sp>
          <p:nvSpPr>
            <p:cNvPr id="42" name="obj_13772"/>
            <p:cNvSpPr txBox="1"/>
            <p:nvPr/>
          </p:nvSpPr>
          <p:spPr>
            <a:xfrm>
              <a:off x="2032000" y="4546600"/>
              <a:ext cx="7874000" cy="787400"/>
            </a:xfrm>
            <a:prstGeom prst="rect">
              <a:avLst/>
            </a:prstGeom>
            <a:noFill/>
            <a:effectLst/>
          </p:spPr>
          <p:txBody>
            <a:bodyPr wrap="square" lIns="0" tIns="0" rIns="0" bIns="0">
              <a:spAutoFit/>
            </a:bodyPr>
            <a:lstStyle/>
            <a:p>
              <a:pPr algn="ctr">
                <a:lnSpc>
                  <a:spcPct val="112000"/>
                </a:lnSpc>
                <a:spcBef>
                  <a:spcPts val="0"/>
                </a:spcBef>
                <a:spcAft>
                  <a:spcPts val="0"/>
                </a:spcAft>
              </a:pPr>
              <a:r>
                <a:rPr sz="3400" b="1">
                  <a:solidFill>
                    <a:srgbClr val="352379"/>
                  </a:solidFill>
                  <a:latin typeface="Montserrat"/>
                </a:rPr>
                <a:t>h(CARD) = 2</a:t>
              </a:r>
            </a:p>
          </p:txBody>
        </p:sp>
      </p:grpSp>
      <p:grpSp>
        <p:nvGrpSpPr>
          <p:cNvPr id="5" name="word_state_3"/>
          <p:cNvGrpSpPr/>
          <p:nvPr/>
        </p:nvGrpSpPr>
        <p:grpSpPr>
          <a:xfrm>
            <a:off x="698500" y="1816100"/>
            <a:ext cx="10985500" cy="3810000"/>
            <a:chOff x="698500" y="1816100"/>
            <a:chExt cx="10985500" cy="3810000"/>
          </a:xfrm>
        </p:grpSpPr>
        <p:sp>
          <p:nvSpPr>
            <p:cNvPr id="43" name="obj_13774"/>
            <p:cNvSpPr/>
            <p:nvPr/>
          </p:nvSpPr>
          <p:spPr>
            <a:xfrm>
              <a:off x="698500" y="1816100"/>
              <a:ext cx="10985500" cy="381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3775"/>
            <p:cNvSpPr/>
            <p:nvPr/>
          </p:nvSpPr>
          <p:spPr>
            <a:xfrm>
              <a:off x="2032000" y="2425700"/>
              <a:ext cx="1651000" cy="1587500"/>
            </a:xfrm>
            <a:prstGeom prst="rect">
              <a:avLst/>
            </a:prstGeom>
            <a:solidFill>
              <a:srgbClr val="FFE6BC"/>
            </a:solidFill>
            <a:ln w="127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3776"/>
            <p:cNvSpPr txBox="1"/>
            <p:nvPr/>
          </p:nvSpPr>
          <p:spPr>
            <a:xfrm>
              <a:off x="2095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W</a:t>
              </a:r>
            </a:p>
          </p:txBody>
        </p:sp>
        <p:sp>
          <p:nvSpPr>
            <p:cNvPr id="46" name="obj_13777"/>
            <p:cNvSpPr/>
            <p:nvPr/>
          </p:nvSpPr>
          <p:spPr>
            <a:xfrm>
              <a:off x="4064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3778"/>
            <p:cNvSpPr txBox="1"/>
            <p:nvPr/>
          </p:nvSpPr>
          <p:spPr>
            <a:xfrm>
              <a:off x="4127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A</a:t>
              </a:r>
            </a:p>
          </p:txBody>
        </p:sp>
        <p:sp>
          <p:nvSpPr>
            <p:cNvPr id="48" name="obj_13779"/>
            <p:cNvSpPr/>
            <p:nvPr/>
          </p:nvSpPr>
          <p:spPr>
            <a:xfrm>
              <a:off x="6096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3780"/>
            <p:cNvSpPr txBox="1"/>
            <p:nvPr/>
          </p:nvSpPr>
          <p:spPr>
            <a:xfrm>
              <a:off x="6159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R</a:t>
              </a:r>
            </a:p>
          </p:txBody>
        </p:sp>
        <p:sp>
          <p:nvSpPr>
            <p:cNvPr id="50" name="obj_13781"/>
            <p:cNvSpPr/>
            <p:nvPr/>
          </p:nvSpPr>
          <p:spPr>
            <a:xfrm>
              <a:off x="8128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3782"/>
            <p:cNvSpPr txBox="1"/>
            <p:nvPr/>
          </p:nvSpPr>
          <p:spPr>
            <a:xfrm>
              <a:off x="8191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D</a:t>
              </a:r>
            </a:p>
          </p:txBody>
        </p:sp>
        <p:sp>
          <p:nvSpPr>
            <p:cNvPr id="52" name="obj_13783"/>
            <p:cNvSpPr txBox="1"/>
            <p:nvPr/>
          </p:nvSpPr>
          <p:spPr>
            <a:xfrm>
              <a:off x="2032000" y="4546600"/>
              <a:ext cx="7874000" cy="787400"/>
            </a:xfrm>
            <a:prstGeom prst="rect">
              <a:avLst/>
            </a:prstGeom>
            <a:noFill/>
            <a:effectLst/>
          </p:spPr>
          <p:txBody>
            <a:bodyPr wrap="square" lIns="0" tIns="0" rIns="0" bIns="0">
              <a:spAutoFit/>
            </a:bodyPr>
            <a:lstStyle/>
            <a:p>
              <a:pPr algn="ctr">
                <a:lnSpc>
                  <a:spcPct val="112000"/>
                </a:lnSpc>
                <a:spcBef>
                  <a:spcPts val="0"/>
                </a:spcBef>
                <a:spcAft>
                  <a:spcPts val="0"/>
                </a:spcAft>
              </a:pPr>
              <a:r>
                <a:rPr sz="3400" b="1">
                  <a:solidFill>
                    <a:srgbClr val="352379"/>
                  </a:solidFill>
                  <a:latin typeface="Montserrat"/>
                </a:rPr>
                <a:t>h(WARD) = 1</a:t>
              </a:r>
            </a:p>
          </p:txBody>
        </p:sp>
      </p:grpSp>
      <p:grpSp>
        <p:nvGrpSpPr>
          <p:cNvPr id="6" name="word_state_4"/>
          <p:cNvGrpSpPr/>
          <p:nvPr/>
        </p:nvGrpSpPr>
        <p:grpSpPr>
          <a:xfrm>
            <a:off x="698500" y="1816100"/>
            <a:ext cx="10985500" cy="3975100"/>
            <a:chOff x="698500" y="1816100"/>
            <a:chExt cx="10985500" cy="3975100"/>
          </a:xfrm>
        </p:grpSpPr>
        <p:sp>
          <p:nvSpPr>
            <p:cNvPr id="53" name="obj_13785"/>
            <p:cNvSpPr/>
            <p:nvPr/>
          </p:nvSpPr>
          <p:spPr>
            <a:xfrm>
              <a:off x="698500" y="1816100"/>
              <a:ext cx="10985500" cy="381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3786"/>
            <p:cNvSpPr/>
            <p:nvPr/>
          </p:nvSpPr>
          <p:spPr>
            <a:xfrm>
              <a:off x="2032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3787"/>
            <p:cNvSpPr txBox="1"/>
            <p:nvPr/>
          </p:nvSpPr>
          <p:spPr>
            <a:xfrm>
              <a:off x="2095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W</a:t>
              </a:r>
            </a:p>
          </p:txBody>
        </p:sp>
        <p:sp>
          <p:nvSpPr>
            <p:cNvPr id="56" name="obj_13788"/>
            <p:cNvSpPr/>
            <p:nvPr/>
          </p:nvSpPr>
          <p:spPr>
            <a:xfrm>
              <a:off x="4064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3789"/>
            <p:cNvSpPr txBox="1"/>
            <p:nvPr/>
          </p:nvSpPr>
          <p:spPr>
            <a:xfrm>
              <a:off x="4127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A</a:t>
              </a:r>
            </a:p>
          </p:txBody>
        </p:sp>
        <p:sp>
          <p:nvSpPr>
            <p:cNvPr id="58" name="obj_13790"/>
            <p:cNvSpPr/>
            <p:nvPr/>
          </p:nvSpPr>
          <p:spPr>
            <a:xfrm>
              <a:off x="6096000" y="2425700"/>
              <a:ext cx="1651000" cy="1587500"/>
            </a:xfrm>
            <a:prstGeom prst="rect">
              <a:avLst/>
            </a:prstGeom>
            <a:solidFill>
              <a:srgbClr val="F2EFF8"/>
            </a:solidFill>
            <a:ln w="12700">
              <a:solidFill>
                <a:srgbClr val="3523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3791"/>
            <p:cNvSpPr txBox="1"/>
            <p:nvPr/>
          </p:nvSpPr>
          <p:spPr>
            <a:xfrm>
              <a:off x="6159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R</a:t>
              </a:r>
            </a:p>
          </p:txBody>
        </p:sp>
        <p:sp>
          <p:nvSpPr>
            <p:cNvPr id="60" name="obj_13792"/>
            <p:cNvSpPr/>
            <p:nvPr/>
          </p:nvSpPr>
          <p:spPr>
            <a:xfrm>
              <a:off x="8128000" y="2425700"/>
              <a:ext cx="1651000" cy="1587500"/>
            </a:xfrm>
            <a:prstGeom prst="rect">
              <a:avLst/>
            </a:prstGeom>
            <a:solidFill>
              <a:srgbClr val="FFE6BC"/>
            </a:solidFill>
            <a:ln w="12700">
              <a:solidFill>
                <a:srgbClr val="BB570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3793"/>
            <p:cNvSpPr txBox="1"/>
            <p:nvPr/>
          </p:nvSpPr>
          <p:spPr>
            <a:xfrm>
              <a:off x="8191500" y="2603500"/>
              <a:ext cx="1524000" cy="1270000"/>
            </a:xfrm>
            <a:prstGeom prst="rect">
              <a:avLst/>
            </a:prstGeom>
            <a:noFill/>
            <a:effectLst/>
          </p:spPr>
          <p:txBody>
            <a:bodyPr wrap="square" lIns="0" tIns="0" rIns="0" bIns="0">
              <a:spAutoFit/>
            </a:bodyPr>
            <a:lstStyle/>
            <a:p>
              <a:pPr algn="ctr">
                <a:lnSpc>
                  <a:spcPct val="112000"/>
                </a:lnSpc>
                <a:spcBef>
                  <a:spcPts val="0"/>
                </a:spcBef>
                <a:spcAft>
                  <a:spcPts val="0"/>
                </a:spcAft>
              </a:pPr>
              <a:r>
                <a:rPr sz="7000" b="1">
                  <a:solidFill>
                    <a:srgbClr val="352379"/>
                  </a:solidFill>
                  <a:latin typeface="Montserrat"/>
                </a:rPr>
                <a:t>M</a:t>
              </a:r>
            </a:p>
          </p:txBody>
        </p:sp>
        <p:sp>
          <p:nvSpPr>
            <p:cNvPr id="62" name="obj_13794"/>
            <p:cNvSpPr txBox="1"/>
            <p:nvPr/>
          </p:nvSpPr>
          <p:spPr>
            <a:xfrm>
              <a:off x="2032000" y="4546600"/>
              <a:ext cx="7874000" cy="787400"/>
            </a:xfrm>
            <a:prstGeom prst="rect">
              <a:avLst/>
            </a:prstGeom>
            <a:noFill/>
            <a:effectLst/>
          </p:spPr>
          <p:txBody>
            <a:bodyPr wrap="square" lIns="0" tIns="0" rIns="0" bIns="0">
              <a:spAutoFit/>
            </a:bodyPr>
            <a:lstStyle/>
            <a:p>
              <a:pPr algn="ctr">
                <a:lnSpc>
                  <a:spcPct val="112000"/>
                </a:lnSpc>
                <a:spcBef>
                  <a:spcPts val="0"/>
                </a:spcBef>
                <a:spcAft>
                  <a:spcPts val="0"/>
                </a:spcAft>
              </a:pPr>
              <a:r>
                <a:rPr sz="3400" b="1">
                  <a:solidFill>
                    <a:srgbClr val="352379"/>
                  </a:solidFill>
                  <a:latin typeface="Montserrat"/>
                </a:rPr>
                <a:t>h(WARM) = 0</a:t>
              </a:r>
            </a:p>
          </p:txBody>
        </p:sp>
        <p:sp>
          <p:nvSpPr>
            <p:cNvPr id="63" name="obj_13795"/>
            <p:cNvSpPr txBox="1"/>
            <p:nvPr/>
          </p:nvSpPr>
          <p:spPr>
            <a:xfrm>
              <a:off x="698500" y="5397500"/>
              <a:ext cx="109855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Далее: лекция 8 — строковые алгоритмы; лекция 9 — Trie и Ахо–Корасик.</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19"/>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119"/>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19"/>
                                          </p:stCondLst>
                                        </p:cTn>
                                        <p:tgtEl>
                                          <p:spTgt spid="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11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11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119"/>
                                          </p:stCondLst>
                                        </p:cTn>
                                        <p:tgtEl>
                                          <p:spTgt spid="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11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56</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96"/>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Четыре способа выбрать следующую вершину</a:t>
            </a:r>
          </a:p>
        </p:txBody>
      </p:sp>
      <p:sp>
        <p:nvSpPr>
          <p:cNvPr id="12" name="obj_13797"/>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Ключ приоритета определяет поведение фронта поиска</a:t>
            </a:r>
          </a:p>
        </p:txBody>
      </p:sp>
      <p:graphicFrame>
        <p:nvGraphicFramePr>
          <p:cNvPr id="13" name="obj_13798"/>
          <p:cNvGraphicFramePr>
            <a:graphicFrameLocks noGrp="1"/>
          </p:cNvGraphicFramePr>
          <p:nvPr/>
        </p:nvGraphicFramePr>
        <p:xfrm>
          <a:off x="698500" y="1955800"/>
          <a:ext cx="10985500" cy="33020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gridCol w="31115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660400">
                <a:tc>
                  <a:txBody>
                    <a:bodyPr/>
                    <a:lstStyle/>
                    <a:p>
                      <a:pPr>
                        <a:spcAft>
                          <a:spcPts val="0"/>
                        </a:spcAft>
                      </a:pPr>
                      <a:r>
                        <a:rPr sz="2300" b="1">
                          <a:solidFill>
                            <a:srgbClr val="FFFFFF"/>
                          </a:solidFill>
                          <a:latin typeface="Montserrat"/>
                        </a:rPr>
                        <a:t>Алгоритм</a:t>
                      </a:r>
                    </a:p>
                  </a:txBody>
                  <a:tcPr marL="88900" marR="63500" marT="50800" marB="38100" anchor="ctr">
                    <a:solidFill>
                      <a:srgbClr val="352379"/>
                    </a:solidFill>
                  </a:tcPr>
                </a:tc>
                <a:tc>
                  <a:txBody>
                    <a:bodyPr/>
                    <a:lstStyle/>
                    <a:p>
                      <a:pPr>
                        <a:spcAft>
                          <a:spcPts val="0"/>
                        </a:spcAft>
                      </a:pPr>
                      <a:r>
                        <a:rPr sz="2300" b="1">
                          <a:solidFill>
                            <a:srgbClr val="FFFFFF"/>
                          </a:solidFill>
                          <a:latin typeface="Montserrat"/>
                        </a:rPr>
                        <a:t>Выбор</a:t>
                      </a:r>
                    </a:p>
                  </a:txBody>
                  <a:tcPr marL="88900" marR="63500" marT="50800" marB="38100" anchor="ctr">
                    <a:solidFill>
                      <a:srgbClr val="352379"/>
                    </a:solidFill>
                  </a:tcPr>
                </a:tc>
                <a:tc>
                  <a:txBody>
                    <a:bodyPr/>
                    <a:lstStyle/>
                    <a:p>
                      <a:pPr>
                        <a:spcAft>
                          <a:spcPts val="0"/>
                        </a:spcAft>
                      </a:pPr>
                      <a:r>
                        <a:rPr sz="2300" b="1">
                          <a:solidFill>
                            <a:srgbClr val="FFFFFF"/>
                          </a:solidFill>
                          <a:latin typeface="Montserrat"/>
                        </a:rPr>
                        <a:t>Гарантия</a:t>
                      </a:r>
                    </a:p>
                  </a:txBody>
                  <a:tcPr marL="88900" marR="63500" marT="50800" marB="38100" anchor="ctr">
                    <a:solidFill>
                      <a:srgbClr val="352379"/>
                    </a:solidFill>
                  </a:tcPr>
                </a:tc>
                <a:extLst>
                  <a:ext uri="{0D108BD9-81ED-4DB2-BD59-A6C34878D82A}">
                    <a16:rowId xmlns:a16="http://schemas.microsoft.com/office/drawing/2014/main" val="10000"/>
                  </a:ext>
                </a:extLst>
              </a:tr>
              <a:tr h="660400">
                <a:tc>
                  <a:txBody>
                    <a:bodyPr/>
                    <a:lstStyle/>
                    <a:p>
                      <a:pPr>
                        <a:spcAft>
                          <a:spcPts val="0"/>
                        </a:spcAft>
                      </a:pPr>
                      <a:r>
                        <a:rPr sz="2300" b="0">
                          <a:solidFill>
                            <a:srgbClr val="352379"/>
                          </a:solidFill>
                          <a:latin typeface="Montserrat"/>
                        </a:rPr>
                        <a:t>BFS</a:t>
                      </a:r>
                    </a:p>
                  </a:txBody>
                  <a:tcPr marL="88900" marR="63500" marT="50800" marB="38100" anchor="ctr">
                    <a:solidFill>
                      <a:srgbClr val="F6F3FA"/>
                    </a:solidFill>
                  </a:tcPr>
                </a:tc>
                <a:tc>
                  <a:txBody>
                    <a:bodyPr/>
                    <a:lstStyle/>
                    <a:p>
                      <a:pPr>
                        <a:spcAft>
                          <a:spcPts val="0"/>
                        </a:spcAft>
                      </a:pPr>
                      <a:r>
                        <a:rPr sz="2300" b="0">
                          <a:solidFill>
                            <a:srgbClr val="352379"/>
                          </a:solidFill>
                          <a:latin typeface="Montserrat"/>
                        </a:rPr>
                        <a:t>FIFO, слои</a:t>
                      </a:r>
                    </a:p>
                  </a:txBody>
                  <a:tcPr marL="88900" marR="63500" marT="50800" marB="38100" anchor="ctr">
                    <a:solidFill>
                      <a:srgbClr val="F6F3FA"/>
                    </a:solidFill>
                  </a:tcPr>
                </a:tc>
                <a:tc>
                  <a:txBody>
                    <a:bodyPr/>
                    <a:lstStyle/>
                    <a:p>
                      <a:pPr>
                        <a:spcAft>
                          <a:spcPts val="0"/>
                        </a:spcAft>
                      </a:pPr>
                      <a:r>
                        <a:rPr sz="2300" b="0">
                          <a:solidFill>
                            <a:srgbClr val="352379"/>
                          </a:solidFill>
                          <a:latin typeface="Montserrat"/>
                        </a:rPr>
                        <a:t>Минимум шагов</a:t>
                      </a:r>
                    </a:p>
                  </a:txBody>
                  <a:tcPr marL="88900" marR="63500" marT="50800" marB="38100" anchor="ctr">
                    <a:solidFill>
                      <a:srgbClr val="F6F3FA"/>
                    </a:solidFill>
                  </a:tcPr>
                </a:tc>
                <a:extLst>
                  <a:ext uri="{0D108BD9-81ED-4DB2-BD59-A6C34878D82A}">
                    <a16:rowId xmlns:a16="http://schemas.microsoft.com/office/drawing/2014/main" val="10001"/>
                  </a:ext>
                </a:extLst>
              </a:tr>
              <a:tr h="660400">
                <a:tc>
                  <a:txBody>
                    <a:bodyPr/>
                    <a:lstStyle/>
                    <a:p>
                      <a:pPr>
                        <a:spcAft>
                          <a:spcPts val="0"/>
                        </a:spcAft>
                      </a:pPr>
                      <a:r>
                        <a:rPr sz="2300" b="0">
                          <a:solidFill>
                            <a:srgbClr val="352379"/>
                          </a:solidFill>
                          <a:latin typeface="Montserrat"/>
                        </a:rPr>
                        <a:t>Дейкстра</a:t>
                      </a:r>
                    </a:p>
                  </a:txBody>
                  <a:tcPr marL="88900" marR="63500" marT="50800" marB="38100" anchor="ctr">
                    <a:solidFill>
                      <a:srgbClr val="FFFFFF"/>
                    </a:solidFill>
                  </a:tcPr>
                </a:tc>
                <a:tc>
                  <a:txBody>
                    <a:bodyPr/>
                    <a:lstStyle/>
                    <a:p>
                      <a:pPr>
                        <a:spcAft>
                          <a:spcPts val="0"/>
                        </a:spcAft>
                      </a:pPr>
                      <a:r>
                        <a:rPr sz="2300" b="0">
                          <a:solidFill>
                            <a:srgbClr val="352379"/>
                          </a:solidFill>
                          <a:latin typeface="Montserrat"/>
                        </a:rPr>
                        <a:t>Минимум g</a:t>
                      </a:r>
                    </a:p>
                  </a:txBody>
                  <a:tcPr marL="88900" marR="63500" marT="50800" marB="38100" anchor="ctr">
                    <a:solidFill>
                      <a:srgbClr val="FFFFFF"/>
                    </a:solidFill>
                  </a:tcPr>
                </a:tc>
                <a:tc>
                  <a:txBody>
                    <a:bodyPr/>
                    <a:lstStyle/>
                    <a:p>
                      <a:pPr>
                        <a:spcAft>
                          <a:spcPts val="0"/>
                        </a:spcAft>
                      </a:pPr>
                      <a:r>
                        <a:rPr sz="2300" b="0">
                          <a:solidFill>
                            <a:srgbClr val="352379"/>
                          </a:solidFill>
                          <a:latin typeface="Montserrat"/>
                        </a:rPr>
                        <a:t>Минимум стоимости при w≥0</a:t>
                      </a:r>
                    </a:p>
                  </a:txBody>
                  <a:tcPr marL="88900" marR="63500" marT="50800" marB="38100" anchor="ctr">
                    <a:solidFill>
                      <a:srgbClr val="FFFFFF"/>
                    </a:solidFill>
                  </a:tcPr>
                </a:tc>
                <a:extLst>
                  <a:ext uri="{0D108BD9-81ED-4DB2-BD59-A6C34878D82A}">
                    <a16:rowId xmlns:a16="http://schemas.microsoft.com/office/drawing/2014/main" val="10002"/>
                  </a:ext>
                </a:extLst>
              </a:tr>
              <a:tr h="660400">
                <a:tc>
                  <a:txBody>
                    <a:bodyPr/>
                    <a:lstStyle/>
                    <a:p>
                      <a:pPr>
                        <a:spcAft>
                          <a:spcPts val="0"/>
                        </a:spcAft>
                      </a:pPr>
                      <a:r>
                        <a:rPr sz="2300" b="0">
                          <a:solidFill>
                            <a:srgbClr val="352379"/>
                          </a:solidFill>
                          <a:latin typeface="Montserrat"/>
                        </a:rPr>
                        <a:t>Greedy</a:t>
                      </a:r>
                    </a:p>
                  </a:txBody>
                  <a:tcPr marL="88900" marR="63500" marT="50800" marB="38100" anchor="ctr">
                    <a:solidFill>
                      <a:srgbClr val="F6F3FA"/>
                    </a:solidFill>
                  </a:tcPr>
                </a:tc>
                <a:tc>
                  <a:txBody>
                    <a:bodyPr/>
                    <a:lstStyle/>
                    <a:p>
                      <a:pPr>
                        <a:spcAft>
                          <a:spcPts val="0"/>
                        </a:spcAft>
                      </a:pPr>
                      <a:r>
                        <a:rPr sz="2300" b="0">
                          <a:solidFill>
                            <a:srgbClr val="352379"/>
                          </a:solidFill>
                          <a:latin typeface="Montserrat"/>
                        </a:rPr>
                        <a:t>Минимум h</a:t>
                      </a:r>
                    </a:p>
                  </a:txBody>
                  <a:tcPr marL="88900" marR="63500" marT="50800" marB="38100" anchor="ctr">
                    <a:solidFill>
                      <a:srgbClr val="F6F3FA"/>
                    </a:solidFill>
                  </a:tcPr>
                </a:tc>
                <a:tc>
                  <a:txBody>
                    <a:bodyPr/>
                    <a:lstStyle/>
                    <a:p>
                      <a:pPr>
                        <a:spcAft>
                          <a:spcPts val="0"/>
                        </a:spcAft>
                      </a:pPr>
                      <a:r>
                        <a:rPr sz="2300" b="0">
                          <a:solidFill>
                            <a:srgbClr val="352379"/>
                          </a:solidFill>
                          <a:latin typeface="Montserrat"/>
                        </a:rPr>
                        <a:t>Оптимальность не гарантирует</a:t>
                      </a:r>
                    </a:p>
                  </a:txBody>
                  <a:tcPr marL="88900" marR="63500" marT="50800" marB="38100" anchor="ctr">
                    <a:solidFill>
                      <a:srgbClr val="F6F3FA"/>
                    </a:solidFill>
                  </a:tcPr>
                </a:tc>
                <a:extLst>
                  <a:ext uri="{0D108BD9-81ED-4DB2-BD59-A6C34878D82A}">
                    <a16:rowId xmlns:a16="http://schemas.microsoft.com/office/drawing/2014/main" val="10003"/>
                  </a:ext>
                </a:extLst>
              </a:tr>
              <a:tr h="660400">
                <a:tc>
                  <a:txBody>
                    <a:bodyPr/>
                    <a:lstStyle/>
                    <a:p>
                      <a:pPr>
                        <a:spcAft>
                          <a:spcPts val="0"/>
                        </a:spcAft>
                      </a:pPr>
                      <a:r>
                        <a:rPr sz="2300" b="0">
                          <a:solidFill>
                            <a:srgbClr val="352379"/>
                          </a:solidFill>
                          <a:latin typeface="Montserrat"/>
                        </a:rPr>
                        <a:t>A*</a:t>
                      </a:r>
                    </a:p>
                  </a:txBody>
                  <a:tcPr marL="88900" marR="63500" marT="50800" marB="38100" anchor="ctr">
                    <a:solidFill>
                      <a:srgbClr val="FFFFFF"/>
                    </a:solidFill>
                  </a:tcPr>
                </a:tc>
                <a:tc>
                  <a:txBody>
                    <a:bodyPr/>
                    <a:lstStyle/>
                    <a:p>
                      <a:pPr>
                        <a:spcAft>
                          <a:spcPts val="0"/>
                        </a:spcAft>
                      </a:pPr>
                      <a:r>
                        <a:rPr sz="2300" b="0">
                          <a:solidFill>
                            <a:srgbClr val="352379"/>
                          </a:solidFill>
                          <a:latin typeface="Montserrat"/>
                        </a:rPr>
                        <a:t>Минимум g+h</a:t>
                      </a:r>
                    </a:p>
                  </a:txBody>
                  <a:tcPr marL="88900" marR="63500" marT="50800" marB="38100" anchor="ctr">
                    <a:solidFill>
                      <a:srgbClr val="FFFFFF"/>
                    </a:solidFill>
                  </a:tcPr>
                </a:tc>
                <a:tc>
                  <a:txBody>
                    <a:bodyPr/>
                    <a:lstStyle/>
                    <a:p>
                      <a:pPr>
                        <a:spcAft>
                          <a:spcPts val="0"/>
                        </a:spcAft>
                      </a:pPr>
                      <a:r>
                        <a:rPr sz="2300" b="0">
                          <a:solidFill>
                            <a:srgbClr val="352379"/>
                          </a:solidFill>
                          <a:latin typeface="Montserrat"/>
                        </a:rPr>
                        <a:t>Оптимум с подходящей h</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57</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3799"/>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Четыре поиска: синхронные состояния</a:t>
            </a:r>
          </a:p>
        </p:txBody>
      </p:sp>
      <p:sp>
        <p:nvSpPr>
          <p:cNvPr id="12" name="obj_13800"/>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Все панели используют один набор клеток, весов, старт и цель</a:t>
            </a:r>
          </a:p>
        </p:txBody>
      </p:sp>
      <p:grpSp>
        <p:nvGrpSpPr>
          <p:cNvPr id="2" name="comparison_0"/>
          <p:cNvGrpSpPr/>
          <p:nvPr/>
        </p:nvGrpSpPr>
        <p:grpSpPr>
          <a:xfrm>
            <a:off x="368300" y="1625600"/>
            <a:ext cx="11341100" cy="4254500"/>
            <a:chOff x="368300" y="1625600"/>
            <a:chExt cx="11341100" cy="4254500"/>
          </a:xfrm>
        </p:grpSpPr>
        <p:sp>
          <p:nvSpPr>
            <p:cNvPr id="13" name="obj_13802"/>
            <p:cNvSpPr/>
            <p:nvPr/>
          </p:nvSpPr>
          <p:spPr>
            <a:xfrm>
              <a:off x="482600" y="16256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3803"/>
            <p:cNvSpPr txBox="1"/>
            <p:nvPr/>
          </p:nvSpPr>
          <p:spPr>
            <a:xfrm>
              <a:off x="609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BFS</a:t>
              </a:r>
            </a:p>
          </p:txBody>
        </p:sp>
        <p:sp>
          <p:nvSpPr>
            <p:cNvPr id="15" name="obj_13804"/>
            <p:cNvSpPr/>
            <p:nvPr/>
          </p:nvSpPr>
          <p:spPr>
            <a:xfrm>
              <a:off x="368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3805"/>
            <p:cNvSpPr/>
            <p:nvPr/>
          </p:nvSpPr>
          <p:spPr>
            <a:xfrm>
              <a:off x="685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3806"/>
            <p:cNvSpPr/>
            <p:nvPr/>
          </p:nvSpPr>
          <p:spPr>
            <a:xfrm>
              <a:off x="850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3807"/>
            <p:cNvSpPr/>
            <p:nvPr/>
          </p:nvSpPr>
          <p:spPr>
            <a:xfrm>
              <a:off x="1016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3808"/>
            <p:cNvSpPr/>
            <p:nvPr/>
          </p:nvSpPr>
          <p:spPr>
            <a:xfrm>
              <a:off x="1181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3809"/>
            <p:cNvSpPr/>
            <p:nvPr/>
          </p:nvSpPr>
          <p:spPr>
            <a:xfrm>
              <a:off x="1346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3810"/>
            <p:cNvSpPr/>
            <p:nvPr/>
          </p:nvSpPr>
          <p:spPr>
            <a:xfrm>
              <a:off x="1511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3811"/>
            <p:cNvSpPr/>
            <p:nvPr/>
          </p:nvSpPr>
          <p:spPr>
            <a:xfrm>
              <a:off x="1676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3812"/>
            <p:cNvSpPr/>
            <p:nvPr/>
          </p:nvSpPr>
          <p:spPr>
            <a:xfrm>
              <a:off x="1841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3813"/>
            <p:cNvSpPr/>
            <p:nvPr/>
          </p:nvSpPr>
          <p:spPr>
            <a:xfrm>
              <a:off x="2006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3814"/>
            <p:cNvSpPr/>
            <p:nvPr/>
          </p:nvSpPr>
          <p:spPr>
            <a:xfrm>
              <a:off x="2171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3815"/>
            <p:cNvSpPr/>
            <p:nvPr/>
          </p:nvSpPr>
          <p:spPr>
            <a:xfrm>
              <a:off x="2336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3816"/>
            <p:cNvSpPr/>
            <p:nvPr/>
          </p:nvSpPr>
          <p:spPr>
            <a:xfrm>
              <a:off x="2501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3817"/>
            <p:cNvSpPr/>
            <p:nvPr/>
          </p:nvSpPr>
          <p:spPr>
            <a:xfrm>
              <a:off x="2667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3818"/>
            <p:cNvSpPr/>
            <p:nvPr/>
          </p:nvSpPr>
          <p:spPr>
            <a:xfrm>
              <a:off x="2832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3819"/>
            <p:cNvSpPr/>
            <p:nvPr/>
          </p:nvSpPr>
          <p:spPr>
            <a:xfrm>
              <a:off x="2997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3820"/>
            <p:cNvSpPr/>
            <p:nvPr/>
          </p:nvSpPr>
          <p:spPr>
            <a:xfrm>
              <a:off x="685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3821"/>
            <p:cNvSpPr/>
            <p:nvPr/>
          </p:nvSpPr>
          <p:spPr>
            <a:xfrm>
              <a:off x="850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3822"/>
            <p:cNvSpPr/>
            <p:nvPr/>
          </p:nvSpPr>
          <p:spPr>
            <a:xfrm>
              <a:off x="1016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3823"/>
            <p:cNvSpPr/>
            <p:nvPr/>
          </p:nvSpPr>
          <p:spPr>
            <a:xfrm>
              <a:off x="1181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3824"/>
            <p:cNvSpPr/>
            <p:nvPr/>
          </p:nvSpPr>
          <p:spPr>
            <a:xfrm>
              <a:off x="1346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3825"/>
            <p:cNvSpPr/>
            <p:nvPr/>
          </p:nvSpPr>
          <p:spPr>
            <a:xfrm>
              <a:off x="1511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3826"/>
            <p:cNvSpPr/>
            <p:nvPr/>
          </p:nvSpPr>
          <p:spPr>
            <a:xfrm>
              <a:off x="1676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3827"/>
            <p:cNvSpPr/>
            <p:nvPr/>
          </p:nvSpPr>
          <p:spPr>
            <a:xfrm>
              <a:off x="1841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3828"/>
            <p:cNvSpPr/>
            <p:nvPr/>
          </p:nvSpPr>
          <p:spPr>
            <a:xfrm>
              <a:off x="2006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3829"/>
            <p:cNvSpPr/>
            <p:nvPr/>
          </p:nvSpPr>
          <p:spPr>
            <a:xfrm>
              <a:off x="2171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3830"/>
            <p:cNvSpPr/>
            <p:nvPr/>
          </p:nvSpPr>
          <p:spPr>
            <a:xfrm>
              <a:off x="2336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3831"/>
            <p:cNvSpPr/>
            <p:nvPr/>
          </p:nvSpPr>
          <p:spPr>
            <a:xfrm>
              <a:off x="2501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3832"/>
            <p:cNvSpPr/>
            <p:nvPr/>
          </p:nvSpPr>
          <p:spPr>
            <a:xfrm>
              <a:off x="2667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3833"/>
            <p:cNvSpPr/>
            <p:nvPr/>
          </p:nvSpPr>
          <p:spPr>
            <a:xfrm>
              <a:off x="2832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3834"/>
            <p:cNvSpPr/>
            <p:nvPr/>
          </p:nvSpPr>
          <p:spPr>
            <a:xfrm>
              <a:off x="2997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3835"/>
            <p:cNvSpPr/>
            <p:nvPr/>
          </p:nvSpPr>
          <p:spPr>
            <a:xfrm>
              <a:off x="685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3836"/>
            <p:cNvSpPr/>
            <p:nvPr/>
          </p:nvSpPr>
          <p:spPr>
            <a:xfrm>
              <a:off x="850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3837"/>
            <p:cNvSpPr/>
            <p:nvPr/>
          </p:nvSpPr>
          <p:spPr>
            <a:xfrm>
              <a:off x="1016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3838"/>
            <p:cNvSpPr/>
            <p:nvPr/>
          </p:nvSpPr>
          <p:spPr>
            <a:xfrm>
              <a:off x="1181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3839"/>
            <p:cNvSpPr/>
            <p:nvPr/>
          </p:nvSpPr>
          <p:spPr>
            <a:xfrm>
              <a:off x="1346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3840"/>
            <p:cNvSpPr/>
            <p:nvPr/>
          </p:nvSpPr>
          <p:spPr>
            <a:xfrm>
              <a:off x="1511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3841"/>
            <p:cNvSpPr/>
            <p:nvPr/>
          </p:nvSpPr>
          <p:spPr>
            <a:xfrm>
              <a:off x="1676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3842"/>
            <p:cNvSpPr/>
            <p:nvPr/>
          </p:nvSpPr>
          <p:spPr>
            <a:xfrm>
              <a:off x="1841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3843"/>
            <p:cNvSpPr/>
            <p:nvPr/>
          </p:nvSpPr>
          <p:spPr>
            <a:xfrm>
              <a:off x="2006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3844"/>
            <p:cNvSpPr/>
            <p:nvPr/>
          </p:nvSpPr>
          <p:spPr>
            <a:xfrm>
              <a:off x="2171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3845"/>
            <p:cNvSpPr/>
            <p:nvPr/>
          </p:nvSpPr>
          <p:spPr>
            <a:xfrm>
              <a:off x="2336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3846"/>
            <p:cNvSpPr/>
            <p:nvPr/>
          </p:nvSpPr>
          <p:spPr>
            <a:xfrm>
              <a:off x="2501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3847"/>
            <p:cNvSpPr/>
            <p:nvPr/>
          </p:nvSpPr>
          <p:spPr>
            <a:xfrm>
              <a:off x="2667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3848"/>
            <p:cNvSpPr/>
            <p:nvPr/>
          </p:nvSpPr>
          <p:spPr>
            <a:xfrm>
              <a:off x="2832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3849"/>
            <p:cNvSpPr/>
            <p:nvPr/>
          </p:nvSpPr>
          <p:spPr>
            <a:xfrm>
              <a:off x="2997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3850"/>
            <p:cNvSpPr/>
            <p:nvPr/>
          </p:nvSpPr>
          <p:spPr>
            <a:xfrm>
              <a:off x="685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3851"/>
            <p:cNvSpPr/>
            <p:nvPr/>
          </p:nvSpPr>
          <p:spPr>
            <a:xfrm>
              <a:off x="850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3852"/>
            <p:cNvSpPr/>
            <p:nvPr/>
          </p:nvSpPr>
          <p:spPr>
            <a:xfrm>
              <a:off x="1016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3853"/>
            <p:cNvSpPr/>
            <p:nvPr/>
          </p:nvSpPr>
          <p:spPr>
            <a:xfrm>
              <a:off x="1181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3854"/>
            <p:cNvSpPr/>
            <p:nvPr/>
          </p:nvSpPr>
          <p:spPr>
            <a:xfrm>
              <a:off x="1346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3855"/>
            <p:cNvSpPr/>
            <p:nvPr/>
          </p:nvSpPr>
          <p:spPr>
            <a:xfrm>
              <a:off x="1511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3856"/>
            <p:cNvSpPr/>
            <p:nvPr/>
          </p:nvSpPr>
          <p:spPr>
            <a:xfrm>
              <a:off x="1676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3857"/>
            <p:cNvSpPr/>
            <p:nvPr/>
          </p:nvSpPr>
          <p:spPr>
            <a:xfrm>
              <a:off x="1841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3858"/>
            <p:cNvSpPr/>
            <p:nvPr/>
          </p:nvSpPr>
          <p:spPr>
            <a:xfrm>
              <a:off x="2006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3859"/>
            <p:cNvSpPr/>
            <p:nvPr/>
          </p:nvSpPr>
          <p:spPr>
            <a:xfrm>
              <a:off x="2171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3860"/>
            <p:cNvSpPr/>
            <p:nvPr/>
          </p:nvSpPr>
          <p:spPr>
            <a:xfrm>
              <a:off x="2336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3861"/>
            <p:cNvSpPr/>
            <p:nvPr/>
          </p:nvSpPr>
          <p:spPr>
            <a:xfrm>
              <a:off x="2501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3862"/>
            <p:cNvSpPr/>
            <p:nvPr/>
          </p:nvSpPr>
          <p:spPr>
            <a:xfrm>
              <a:off x="2667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3863"/>
            <p:cNvSpPr/>
            <p:nvPr/>
          </p:nvSpPr>
          <p:spPr>
            <a:xfrm>
              <a:off x="2832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3864"/>
            <p:cNvSpPr/>
            <p:nvPr/>
          </p:nvSpPr>
          <p:spPr>
            <a:xfrm>
              <a:off x="2997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3865"/>
            <p:cNvSpPr/>
            <p:nvPr/>
          </p:nvSpPr>
          <p:spPr>
            <a:xfrm>
              <a:off x="685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3866"/>
            <p:cNvSpPr/>
            <p:nvPr/>
          </p:nvSpPr>
          <p:spPr>
            <a:xfrm>
              <a:off x="850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3867"/>
            <p:cNvSpPr/>
            <p:nvPr/>
          </p:nvSpPr>
          <p:spPr>
            <a:xfrm>
              <a:off x="1016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3868"/>
            <p:cNvSpPr/>
            <p:nvPr/>
          </p:nvSpPr>
          <p:spPr>
            <a:xfrm>
              <a:off x="1181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3869"/>
            <p:cNvSpPr/>
            <p:nvPr/>
          </p:nvSpPr>
          <p:spPr>
            <a:xfrm>
              <a:off x="1346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3870"/>
            <p:cNvSpPr/>
            <p:nvPr/>
          </p:nvSpPr>
          <p:spPr>
            <a:xfrm>
              <a:off x="1511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3871"/>
            <p:cNvSpPr/>
            <p:nvPr/>
          </p:nvSpPr>
          <p:spPr>
            <a:xfrm>
              <a:off x="1676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3872"/>
            <p:cNvSpPr/>
            <p:nvPr/>
          </p:nvSpPr>
          <p:spPr>
            <a:xfrm>
              <a:off x="1841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3873"/>
            <p:cNvSpPr/>
            <p:nvPr/>
          </p:nvSpPr>
          <p:spPr>
            <a:xfrm>
              <a:off x="2006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3874"/>
            <p:cNvSpPr/>
            <p:nvPr/>
          </p:nvSpPr>
          <p:spPr>
            <a:xfrm>
              <a:off x="2171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3875"/>
            <p:cNvSpPr/>
            <p:nvPr/>
          </p:nvSpPr>
          <p:spPr>
            <a:xfrm>
              <a:off x="2336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3876"/>
            <p:cNvSpPr/>
            <p:nvPr/>
          </p:nvSpPr>
          <p:spPr>
            <a:xfrm>
              <a:off x="2501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3877"/>
            <p:cNvSpPr/>
            <p:nvPr/>
          </p:nvSpPr>
          <p:spPr>
            <a:xfrm>
              <a:off x="2667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3878"/>
            <p:cNvSpPr/>
            <p:nvPr/>
          </p:nvSpPr>
          <p:spPr>
            <a:xfrm>
              <a:off x="2832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3879"/>
            <p:cNvSpPr/>
            <p:nvPr/>
          </p:nvSpPr>
          <p:spPr>
            <a:xfrm>
              <a:off x="2997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3880"/>
            <p:cNvSpPr/>
            <p:nvPr/>
          </p:nvSpPr>
          <p:spPr>
            <a:xfrm>
              <a:off x="685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3881"/>
            <p:cNvSpPr/>
            <p:nvPr/>
          </p:nvSpPr>
          <p:spPr>
            <a:xfrm>
              <a:off x="850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3882"/>
            <p:cNvSpPr/>
            <p:nvPr/>
          </p:nvSpPr>
          <p:spPr>
            <a:xfrm>
              <a:off x="876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3883"/>
            <p:cNvSpPr/>
            <p:nvPr/>
          </p:nvSpPr>
          <p:spPr>
            <a:xfrm>
              <a:off x="870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3884"/>
            <p:cNvSpPr txBox="1"/>
            <p:nvPr/>
          </p:nvSpPr>
          <p:spPr>
            <a:xfrm>
              <a:off x="870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96" name="obj_13885"/>
            <p:cNvSpPr/>
            <p:nvPr/>
          </p:nvSpPr>
          <p:spPr>
            <a:xfrm>
              <a:off x="1016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3886"/>
            <p:cNvSpPr/>
            <p:nvPr/>
          </p:nvSpPr>
          <p:spPr>
            <a:xfrm>
              <a:off x="1181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3887"/>
            <p:cNvSpPr/>
            <p:nvPr/>
          </p:nvSpPr>
          <p:spPr>
            <a:xfrm>
              <a:off x="1346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3888"/>
            <p:cNvSpPr/>
            <p:nvPr/>
          </p:nvSpPr>
          <p:spPr>
            <a:xfrm>
              <a:off x="1511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3889"/>
            <p:cNvSpPr/>
            <p:nvPr/>
          </p:nvSpPr>
          <p:spPr>
            <a:xfrm>
              <a:off x="1676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3890"/>
            <p:cNvSpPr/>
            <p:nvPr/>
          </p:nvSpPr>
          <p:spPr>
            <a:xfrm>
              <a:off x="1841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3891"/>
            <p:cNvSpPr/>
            <p:nvPr/>
          </p:nvSpPr>
          <p:spPr>
            <a:xfrm>
              <a:off x="2006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3892"/>
            <p:cNvSpPr/>
            <p:nvPr/>
          </p:nvSpPr>
          <p:spPr>
            <a:xfrm>
              <a:off x="2171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3893"/>
            <p:cNvSpPr/>
            <p:nvPr/>
          </p:nvSpPr>
          <p:spPr>
            <a:xfrm>
              <a:off x="2336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3894"/>
            <p:cNvSpPr/>
            <p:nvPr/>
          </p:nvSpPr>
          <p:spPr>
            <a:xfrm>
              <a:off x="2501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3895"/>
            <p:cNvSpPr/>
            <p:nvPr/>
          </p:nvSpPr>
          <p:spPr>
            <a:xfrm>
              <a:off x="2667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3896"/>
            <p:cNvSpPr/>
            <p:nvPr/>
          </p:nvSpPr>
          <p:spPr>
            <a:xfrm>
              <a:off x="2832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3897"/>
            <p:cNvSpPr/>
            <p:nvPr/>
          </p:nvSpPr>
          <p:spPr>
            <a:xfrm>
              <a:off x="2851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3898"/>
            <p:cNvSpPr txBox="1"/>
            <p:nvPr/>
          </p:nvSpPr>
          <p:spPr>
            <a:xfrm>
              <a:off x="2851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110" name="obj_13899"/>
            <p:cNvSpPr/>
            <p:nvPr/>
          </p:nvSpPr>
          <p:spPr>
            <a:xfrm>
              <a:off x="2997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3900"/>
            <p:cNvSpPr/>
            <p:nvPr/>
          </p:nvSpPr>
          <p:spPr>
            <a:xfrm>
              <a:off x="685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3901"/>
            <p:cNvSpPr/>
            <p:nvPr/>
          </p:nvSpPr>
          <p:spPr>
            <a:xfrm>
              <a:off x="850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3902"/>
            <p:cNvSpPr/>
            <p:nvPr/>
          </p:nvSpPr>
          <p:spPr>
            <a:xfrm>
              <a:off x="1016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3903"/>
            <p:cNvSpPr/>
            <p:nvPr/>
          </p:nvSpPr>
          <p:spPr>
            <a:xfrm>
              <a:off x="1181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3904"/>
            <p:cNvSpPr/>
            <p:nvPr/>
          </p:nvSpPr>
          <p:spPr>
            <a:xfrm>
              <a:off x="1346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3905"/>
            <p:cNvSpPr/>
            <p:nvPr/>
          </p:nvSpPr>
          <p:spPr>
            <a:xfrm>
              <a:off x="1511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3906"/>
            <p:cNvSpPr/>
            <p:nvPr/>
          </p:nvSpPr>
          <p:spPr>
            <a:xfrm>
              <a:off x="1676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3907"/>
            <p:cNvSpPr/>
            <p:nvPr/>
          </p:nvSpPr>
          <p:spPr>
            <a:xfrm>
              <a:off x="1841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3908"/>
            <p:cNvSpPr/>
            <p:nvPr/>
          </p:nvSpPr>
          <p:spPr>
            <a:xfrm>
              <a:off x="2006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3909"/>
            <p:cNvSpPr/>
            <p:nvPr/>
          </p:nvSpPr>
          <p:spPr>
            <a:xfrm>
              <a:off x="2171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3910"/>
            <p:cNvSpPr/>
            <p:nvPr/>
          </p:nvSpPr>
          <p:spPr>
            <a:xfrm>
              <a:off x="2336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3911"/>
            <p:cNvSpPr/>
            <p:nvPr/>
          </p:nvSpPr>
          <p:spPr>
            <a:xfrm>
              <a:off x="2501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13912"/>
            <p:cNvSpPr/>
            <p:nvPr/>
          </p:nvSpPr>
          <p:spPr>
            <a:xfrm>
              <a:off x="2667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3913"/>
            <p:cNvSpPr/>
            <p:nvPr/>
          </p:nvSpPr>
          <p:spPr>
            <a:xfrm>
              <a:off x="2832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3914"/>
            <p:cNvSpPr/>
            <p:nvPr/>
          </p:nvSpPr>
          <p:spPr>
            <a:xfrm>
              <a:off x="2997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3915"/>
            <p:cNvSpPr/>
            <p:nvPr/>
          </p:nvSpPr>
          <p:spPr>
            <a:xfrm>
              <a:off x="685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3916"/>
            <p:cNvSpPr/>
            <p:nvPr/>
          </p:nvSpPr>
          <p:spPr>
            <a:xfrm>
              <a:off x="850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3917"/>
            <p:cNvSpPr/>
            <p:nvPr/>
          </p:nvSpPr>
          <p:spPr>
            <a:xfrm>
              <a:off x="1016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13918"/>
            <p:cNvSpPr/>
            <p:nvPr/>
          </p:nvSpPr>
          <p:spPr>
            <a:xfrm>
              <a:off x="1181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3919"/>
            <p:cNvSpPr/>
            <p:nvPr/>
          </p:nvSpPr>
          <p:spPr>
            <a:xfrm>
              <a:off x="1346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3920"/>
            <p:cNvSpPr/>
            <p:nvPr/>
          </p:nvSpPr>
          <p:spPr>
            <a:xfrm>
              <a:off x="1511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13921"/>
            <p:cNvSpPr/>
            <p:nvPr/>
          </p:nvSpPr>
          <p:spPr>
            <a:xfrm>
              <a:off x="1676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3922"/>
            <p:cNvSpPr/>
            <p:nvPr/>
          </p:nvSpPr>
          <p:spPr>
            <a:xfrm>
              <a:off x="1841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3923"/>
            <p:cNvSpPr/>
            <p:nvPr/>
          </p:nvSpPr>
          <p:spPr>
            <a:xfrm>
              <a:off x="2006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13924"/>
            <p:cNvSpPr/>
            <p:nvPr/>
          </p:nvSpPr>
          <p:spPr>
            <a:xfrm>
              <a:off x="2171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3925"/>
            <p:cNvSpPr/>
            <p:nvPr/>
          </p:nvSpPr>
          <p:spPr>
            <a:xfrm>
              <a:off x="2336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3926"/>
            <p:cNvSpPr/>
            <p:nvPr/>
          </p:nvSpPr>
          <p:spPr>
            <a:xfrm>
              <a:off x="2501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13927"/>
            <p:cNvSpPr/>
            <p:nvPr/>
          </p:nvSpPr>
          <p:spPr>
            <a:xfrm>
              <a:off x="2667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13928"/>
            <p:cNvSpPr/>
            <p:nvPr/>
          </p:nvSpPr>
          <p:spPr>
            <a:xfrm>
              <a:off x="2832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13929"/>
            <p:cNvSpPr/>
            <p:nvPr/>
          </p:nvSpPr>
          <p:spPr>
            <a:xfrm>
              <a:off x="2997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13930"/>
            <p:cNvSpPr/>
            <p:nvPr/>
          </p:nvSpPr>
          <p:spPr>
            <a:xfrm>
              <a:off x="685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3931"/>
            <p:cNvSpPr/>
            <p:nvPr/>
          </p:nvSpPr>
          <p:spPr>
            <a:xfrm>
              <a:off x="850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13932"/>
            <p:cNvSpPr/>
            <p:nvPr/>
          </p:nvSpPr>
          <p:spPr>
            <a:xfrm>
              <a:off x="1016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3933"/>
            <p:cNvSpPr/>
            <p:nvPr/>
          </p:nvSpPr>
          <p:spPr>
            <a:xfrm>
              <a:off x="1181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3934"/>
            <p:cNvSpPr/>
            <p:nvPr/>
          </p:nvSpPr>
          <p:spPr>
            <a:xfrm>
              <a:off x="1346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13935"/>
            <p:cNvSpPr/>
            <p:nvPr/>
          </p:nvSpPr>
          <p:spPr>
            <a:xfrm>
              <a:off x="1511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3936"/>
            <p:cNvSpPr/>
            <p:nvPr/>
          </p:nvSpPr>
          <p:spPr>
            <a:xfrm>
              <a:off x="1676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13937"/>
            <p:cNvSpPr/>
            <p:nvPr/>
          </p:nvSpPr>
          <p:spPr>
            <a:xfrm>
              <a:off x="1841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3938"/>
            <p:cNvSpPr/>
            <p:nvPr/>
          </p:nvSpPr>
          <p:spPr>
            <a:xfrm>
              <a:off x="2006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13939"/>
            <p:cNvSpPr/>
            <p:nvPr/>
          </p:nvSpPr>
          <p:spPr>
            <a:xfrm>
              <a:off x="2171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13940"/>
            <p:cNvSpPr/>
            <p:nvPr/>
          </p:nvSpPr>
          <p:spPr>
            <a:xfrm>
              <a:off x="2336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13941"/>
            <p:cNvSpPr/>
            <p:nvPr/>
          </p:nvSpPr>
          <p:spPr>
            <a:xfrm>
              <a:off x="2501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3942"/>
            <p:cNvSpPr/>
            <p:nvPr/>
          </p:nvSpPr>
          <p:spPr>
            <a:xfrm>
              <a:off x="2667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3943"/>
            <p:cNvSpPr/>
            <p:nvPr/>
          </p:nvSpPr>
          <p:spPr>
            <a:xfrm>
              <a:off x="2832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3944"/>
            <p:cNvSpPr/>
            <p:nvPr/>
          </p:nvSpPr>
          <p:spPr>
            <a:xfrm>
              <a:off x="2997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13945"/>
            <p:cNvSpPr/>
            <p:nvPr/>
          </p:nvSpPr>
          <p:spPr>
            <a:xfrm>
              <a:off x="685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13946"/>
            <p:cNvSpPr/>
            <p:nvPr/>
          </p:nvSpPr>
          <p:spPr>
            <a:xfrm>
              <a:off x="850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13947"/>
            <p:cNvSpPr/>
            <p:nvPr/>
          </p:nvSpPr>
          <p:spPr>
            <a:xfrm>
              <a:off x="1016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13948"/>
            <p:cNvSpPr/>
            <p:nvPr/>
          </p:nvSpPr>
          <p:spPr>
            <a:xfrm>
              <a:off x="1181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13949"/>
            <p:cNvSpPr/>
            <p:nvPr/>
          </p:nvSpPr>
          <p:spPr>
            <a:xfrm>
              <a:off x="1346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13950"/>
            <p:cNvSpPr/>
            <p:nvPr/>
          </p:nvSpPr>
          <p:spPr>
            <a:xfrm>
              <a:off x="1511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13951"/>
            <p:cNvSpPr/>
            <p:nvPr/>
          </p:nvSpPr>
          <p:spPr>
            <a:xfrm>
              <a:off x="1676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13952"/>
            <p:cNvSpPr/>
            <p:nvPr/>
          </p:nvSpPr>
          <p:spPr>
            <a:xfrm>
              <a:off x="1841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13953"/>
            <p:cNvSpPr/>
            <p:nvPr/>
          </p:nvSpPr>
          <p:spPr>
            <a:xfrm>
              <a:off x="2006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13954"/>
            <p:cNvSpPr/>
            <p:nvPr/>
          </p:nvSpPr>
          <p:spPr>
            <a:xfrm>
              <a:off x="2171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13955"/>
            <p:cNvSpPr/>
            <p:nvPr/>
          </p:nvSpPr>
          <p:spPr>
            <a:xfrm>
              <a:off x="2336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13956"/>
            <p:cNvSpPr/>
            <p:nvPr/>
          </p:nvSpPr>
          <p:spPr>
            <a:xfrm>
              <a:off x="2501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13957"/>
            <p:cNvSpPr/>
            <p:nvPr/>
          </p:nvSpPr>
          <p:spPr>
            <a:xfrm>
              <a:off x="2667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13958"/>
            <p:cNvSpPr/>
            <p:nvPr/>
          </p:nvSpPr>
          <p:spPr>
            <a:xfrm>
              <a:off x="2832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13959"/>
            <p:cNvSpPr/>
            <p:nvPr/>
          </p:nvSpPr>
          <p:spPr>
            <a:xfrm>
              <a:off x="2997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13960"/>
            <p:cNvSpPr/>
            <p:nvPr/>
          </p:nvSpPr>
          <p:spPr>
            <a:xfrm>
              <a:off x="685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13961"/>
            <p:cNvSpPr/>
            <p:nvPr/>
          </p:nvSpPr>
          <p:spPr>
            <a:xfrm>
              <a:off x="850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13962"/>
            <p:cNvSpPr/>
            <p:nvPr/>
          </p:nvSpPr>
          <p:spPr>
            <a:xfrm>
              <a:off x="1016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13963"/>
            <p:cNvSpPr/>
            <p:nvPr/>
          </p:nvSpPr>
          <p:spPr>
            <a:xfrm>
              <a:off x="1181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13964"/>
            <p:cNvSpPr/>
            <p:nvPr/>
          </p:nvSpPr>
          <p:spPr>
            <a:xfrm>
              <a:off x="1346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13965"/>
            <p:cNvSpPr/>
            <p:nvPr/>
          </p:nvSpPr>
          <p:spPr>
            <a:xfrm>
              <a:off x="1511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13966"/>
            <p:cNvSpPr/>
            <p:nvPr/>
          </p:nvSpPr>
          <p:spPr>
            <a:xfrm>
              <a:off x="1676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13967"/>
            <p:cNvSpPr/>
            <p:nvPr/>
          </p:nvSpPr>
          <p:spPr>
            <a:xfrm>
              <a:off x="1841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13968"/>
            <p:cNvSpPr/>
            <p:nvPr/>
          </p:nvSpPr>
          <p:spPr>
            <a:xfrm>
              <a:off x="2006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13969"/>
            <p:cNvSpPr/>
            <p:nvPr/>
          </p:nvSpPr>
          <p:spPr>
            <a:xfrm>
              <a:off x="2171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13970"/>
            <p:cNvSpPr/>
            <p:nvPr/>
          </p:nvSpPr>
          <p:spPr>
            <a:xfrm>
              <a:off x="2336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3971"/>
            <p:cNvSpPr/>
            <p:nvPr/>
          </p:nvSpPr>
          <p:spPr>
            <a:xfrm>
              <a:off x="2501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13972"/>
            <p:cNvSpPr/>
            <p:nvPr/>
          </p:nvSpPr>
          <p:spPr>
            <a:xfrm>
              <a:off x="2667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13973"/>
            <p:cNvSpPr/>
            <p:nvPr/>
          </p:nvSpPr>
          <p:spPr>
            <a:xfrm>
              <a:off x="2832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3974"/>
            <p:cNvSpPr/>
            <p:nvPr/>
          </p:nvSpPr>
          <p:spPr>
            <a:xfrm>
              <a:off x="2997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3975"/>
            <p:cNvSpPr txBox="1"/>
            <p:nvPr/>
          </p:nvSpPr>
          <p:spPr>
            <a:xfrm>
              <a:off x="609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0</a:t>
              </a:r>
            </a:p>
          </p:txBody>
        </p:sp>
        <p:sp>
          <p:nvSpPr>
            <p:cNvPr id="187" name="obj_13976"/>
            <p:cNvSpPr txBox="1"/>
            <p:nvPr/>
          </p:nvSpPr>
          <p:spPr>
            <a:xfrm>
              <a:off x="609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188" name="obj_13977"/>
            <p:cNvSpPr txBox="1"/>
            <p:nvPr/>
          </p:nvSpPr>
          <p:spPr>
            <a:xfrm>
              <a:off x="3403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Дейкстра</a:t>
              </a:r>
            </a:p>
          </p:txBody>
        </p:sp>
        <p:sp>
          <p:nvSpPr>
            <p:cNvPr id="189" name="obj_13978"/>
            <p:cNvSpPr/>
            <p:nvPr/>
          </p:nvSpPr>
          <p:spPr>
            <a:xfrm>
              <a:off x="3162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3979"/>
            <p:cNvSpPr/>
            <p:nvPr/>
          </p:nvSpPr>
          <p:spPr>
            <a:xfrm>
              <a:off x="3479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3980"/>
            <p:cNvSpPr/>
            <p:nvPr/>
          </p:nvSpPr>
          <p:spPr>
            <a:xfrm>
              <a:off x="3644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3981"/>
            <p:cNvSpPr/>
            <p:nvPr/>
          </p:nvSpPr>
          <p:spPr>
            <a:xfrm>
              <a:off x="3810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3982"/>
            <p:cNvSpPr/>
            <p:nvPr/>
          </p:nvSpPr>
          <p:spPr>
            <a:xfrm>
              <a:off x="3975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3983"/>
            <p:cNvSpPr/>
            <p:nvPr/>
          </p:nvSpPr>
          <p:spPr>
            <a:xfrm>
              <a:off x="4140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3984"/>
            <p:cNvSpPr/>
            <p:nvPr/>
          </p:nvSpPr>
          <p:spPr>
            <a:xfrm>
              <a:off x="4305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13985"/>
            <p:cNvSpPr/>
            <p:nvPr/>
          </p:nvSpPr>
          <p:spPr>
            <a:xfrm>
              <a:off x="4470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3986"/>
            <p:cNvSpPr/>
            <p:nvPr/>
          </p:nvSpPr>
          <p:spPr>
            <a:xfrm>
              <a:off x="4635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3987"/>
            <p:cNvSpPr/>
            <p:nvPr/>
          </p:nvSpPr>
          <p:spPr>
            <a:xfrm>
              <a:off x="4800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13988"/>
            <p:cNvSpPr/>
            <p:nvPr/>
          </p:nvSpPr>
          <p:spPr>
            <a:xfrm>
              <a:off x="4965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3989"/>
            <p:cNvSpPr/>
            <p:nvPr/>
          </p:nvSpPr>
          <p:spPr>
            <a:xfrm>
              <a:off x="5130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3990"/>
            <p:cNvSpPr/>
            <p:nvPr/>
          </p:nvSpPr>
          <p:spPr>
            <a:xfrm>
              <a:off x="5295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13991"/>
            <p:cNvSpPr/>
            <p:nvPr/>
          </p:nvSpPr>
          <p:spPr>
            <a:xfrm>
              <a:off x="5461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3992"/>
            <p:cNvSpPr/>
            <p:nvPr/>
          </p:nvSpPr>
          <p:spPr>
            <a:xfrm>
              <a:off x="5626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3993"/>
            <p:cNvSpPr/>
            <p:nvPr/>
          </p:nvSpPr>
          <p:spPr>
            <a:xfrm>
              <a:off x="5791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13994"/>
            <p:cNvSpPr/>
            <p:nvPr/>
          </p:nvSpPr>
          <p:spPr>
            <a:xfrm>
              <a:off x="3479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3995"/>
            <p:cNvSpPr/>
            <p:nvPr/>
          </p:nvSpPr>
          <p:spPr>
            <a:xfrm>
              <a:off x="3644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3996"/>
            <p:cNvSpPr/>
            <p:nvPr/>
          </p:nvSpPr>
          <p:spPr>
            <a:xfrm>
              <a:off x="3810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13997"/>
            <p:cNvSpPr/>
            <p:nvPr/>
          </p:nvSpPr>
          <p:spPr>
            <a:xfrm>
              <a:off x="3975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3998"/>
            <p:cNvSpPr/>
            <p:nvPr/>
          </p:nvSpPr>
          <p:spPr>
            <a:xfrm>
              <a:off x="4140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3999"/>
            <p:cNvSpPr/>
            <p:nvPr/>
          </p:nvSpPr>
          <p:spPr>
            <a:xfrm>
              <a:off x="4305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14000"/>
            <p:cNvSpPr/>
            <p:nvPr/>
          </p:nvSpPr>
          <p:spPr>
            <a:xfrm>
              <a:off x="4470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4001"/>
            <p:cNvSpPr/>
            <p:nvPr/>
          </p:nvSpPr>
          <p:spPr>
            <a:xfrm>
              <a:off x="4635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4002"/>
            <p:cNvSpPr/>
            <p:nvPr/>
          </p:nvSpPr>
          <p:spPr>
            <a:xfrm>
              <a:off x="4800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14003"/>
            <p:cNvSpPr/>
            <p:nvPr/>
          </p:nvSpPr>
          <p:spPr>
            <a:xfrm>
              <a:off x="4965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4004"/>
            <p:cNvSpPr/>
            <p:nvPr/>
          </p:nvSpPr>
          <p:spPr>
            <a:xfrm>
              <a:off x="5130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4005"/>
            <p:cNvSpPr/>
            <p:nvPr/>
          </p:nvSpPr>
          <p:spPr>
            <a:xfrm>
              <a:off x="5295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14006"/>
            <p:cNvSpPr/>
            <p:nvPr/>
          </p:nvSpPr>
          <p:spPr>
            <a:xfrm>
              <a:off x="5461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4007"/>
            <p:cNvSpPr/>
            <p:nvPr/>
          </p:nvSpPr>
          <p:spPr>
            <a:xfrm>
              <a:off x="5626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4008"/>
            <p:cNvSpPr/>
            <p:nvPr/>
          </p:nvSpPr>
          <p:spPr>
            <a:xfrm>
              <a:off x="5791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4009"/>
            <p:cNvSpPr/>
            <p:nvPr/>
          </p:nvSpPr>
          <p:spPr>
            <a:xfrm>
              <a:off x="3479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4010"/>
            <p:cNvSpPr/>
            <p:nvPr/>
          </p:nvSpPr>
          <p:spPr>
            <a:xfrm>
              <a:off x="3644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4011"/>
            <p:cNvSpPr/>
            <p:nvPr/>
          </p:nvSpPr>
          <p:spPr>
            <a:xfrm>
              <a:off x="3810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4012"/>
            <p:cNvSpPr/>
            <p:nvPr/>
          </p:nvSpPr>
          <p:spPr>
            <a:xfrm>
              <a:off x="3975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14013"/>
            <p:cNvSpPr/>
            <p:nvPr/>
          </p:nvSpPr>
          <p:spPr>
            <a:xfrm>
              <a:off x="4140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14014"/>
            <p:cNvSpPr/>
            <p:nvPr/>
          </p:nvSpPr>
          <p:spPr>
            <a:xfrm>
              <a:off x="4305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14015"/>
            <p:cNvSpPr/>
            <p:nvPr/>
          </p:nvSpPr>
          <p:spPr>
            <a:xfrm>
              <a:off x="4470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14016"/>
            <p:cNvSpPr/>
            <p:nvPr/>
          </p:nvSpPr>
          <p:spPr>
            <a:xfrm>
              <a:off x="4635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14017"/>
            <p:cNvSpPr/>
            <p:nvPr/>
          </p:nvSpPr>
          <p:spPr>
            <a:xfrm>
              <a:off x="4800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14018"/>
            <p:cNvSpPr/>
            <p:nvPr/>
          </p:nvSpPr>
          <p:spPr>
            <a:xfrm>
              <a:off x="4965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14019"/>
            <p:cNvSpPr/>
            <p:nvPr/>
          </p:nvSpPr>
          <p:spPr>
            <a:xfrm>
              <a:off x="5130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14020"/>
            <p:cNvSpPr/>
            <p:nvPr/>
          </p:nvSpPr>
          <p:spPr>
            <a:xfrm>
              <a:off x="5295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14021"/>
            <p:cNvSpPr/>
            <p:nvPr/>
          </p:nvSpPr>
          <p:spPr>
            <a:xfrm>
              <a:off x="5461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14022"/>
            <p:cNvSpPr/>
            <p:nvPr/>
          </p:nvSpPr>
          <p:spPr>
            <a:xfrm>
              <a:off x="5626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14023"/>
            <p:cNvSpPr/>
            <p:nvPr/>
          </p:nvSpPr>
          <p:spPr>
            <a:xfrm>
              <a:off x="5791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14024"/>
            <p:cNvSpPr/>
            <p:nvPr/>
          </p:nvSpPr>
          <p:spPr>
            <a:xfrm>
              <a:off x="3479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14025"/>
            <p:cNvSpPr/>
            <p:nvPr/>
          </p:nvSpPr>
          <p:spPr>
            <a:xfrm>
              <a:off x="3644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14026"/>
            <p:cNvSpPr/>
            <p:nvPr/>
          </p:nvSpPr>
          <p:spPr>
            <a:xfrm>
              <a:off x="3810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14027"/>
            <p:cNvSpPr/>
            <p:nvPr/>
          </p:nvSpPr>
          <p:spPr>
            <a:xfrm>
              <a:off x="3975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14028"/>
            <p:cNvSpPr/>
            <p:nvPr/>
          </p:nvSpPr>
          <p:spPr>
            <a:xfrm>
              <a:off x="4140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14029"/>
            <p:cNvSpPr/>
            <p:nvPr/>
          </p:nvSpPr>
          <p:spPr>
            <a:xfrm>
              <a:off x="4305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14030"/>
            <p:cNvSpPr/>
            <p:nvPr/>
          </p:nvSpPr>
          <p:spPr>
            <a:xfrm>
              <a:off x="4470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14031"/>
            <p:cNvSpPr/>
            <p:nvPr/>
          </p:nvSpPr>
          <p:spPr>
            <a:xfrm>
              <a:off x="4635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14032"/>
            <p:cNvSpPr/>
            <p:nvPr/>
          </p:nvSpPr>
          <p:spPr>
            <a:xfrm>
              <a:off x="4800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14033"/>
            <p:cNvSpPr/>
            <p:nvPr/>
          </p:nvSpPr>
          <p:spPr>
            <a:xfrm>
              <a:off x="4965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14034"/>
            <p:cNvSpPr/>
            <p:nvPr/>
          </p:nvSpPr>
          <p:spPr>
            <a:xfrm>
              <a:off x="5130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14035"/>
            <p:cNvSpPr/>
            <p:nvPr/>
          </p:nvSpPr>
          <p:spPr>
            <a:xfrm>
              <a:off x="5295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bj_14036"/>
            <p:cNvSpPr/>
            <p:nvPr/>
          </p:nvSpPr>
          <p:spPr>
            <a:xfrm>
              <a:off x="5461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14037"/>
            <p:cNvSpPr/>
            <p:nvPr/>
          </p:nvSpPr>
          <p:spPr>
            <a:xfrm>
              <a:off x="5626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14038"/>
            <p:cNvSpPr/>
            <p:nvPr/>
          </p:nvSpPr>
          <p:spPr>
            <a:xfrm>
              <a:off x="5791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14039"/>
            <p:cNvSpPr/>
            <p:nvPr/>
          </p:nvSpPr>
          <p:spPr>
            <a:xfrm>
              <a:off x="3479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14040"/>
            <p:cNvSpPr/>
            <p:nvPr/>
          </p:nvSpPr>
          <p:spPr>
            <a:xfrm>
              <a:off x="3644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14041"/>
            <p:cNvSpPr/>
            <p:nvPr/>
          </p:nvSpPr>
          <p:spPr>
            <a:xfrm>
              <a:off x="3810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14042"/>
            <p:cNvSpPr/>
            <p:nvPr/>
          </p:nvSpPr>
          <p:spPr>
            <a:xfrm>
              <a:off x="3975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14043"/>
            <p:cNvSpPr/>
            <p:nvPr/>
          </p:nvSpPr>
          <p:spPr>
            <a:xfrm>
              <a:off x="4140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14044"/>
            <p:cNvSpPr/>
            <p:nvPr/>
          </p:nvSpPr>
          <p:spPr>
            <a:xfrm>
              <a:off x="4305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14045"/>
            <p:cNvSpPr/>
            <p:nvPr/>
          </p:nvSpPr>
          <p:spPr>
            <a:xfrm>
              <a:off x="4470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14046"/>
            <p:cNvSpPr/>
            <p:nvPr/>
          </p:nvSpPr>
          <p:spPr>
            <a:xfrm>
              <a:off x="4635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14047"/>
            <p:cNvSpPr/>
            <p:nvPr/>
          </p:nvSpPr>
          <p:spPr>
            <a:xfrm>
              <a:off x="4800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14048"/>
            <p:cNvSpPr/>
            <p:nvPr/>
          </p:nvSpPr>
          <p:spPr>
            <a:xfrm>
              <a:off x="4965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14049"/>
            <p:cNvSpPr/>
            <p:nvPr/>
          </p:nvSpPr>
          <p:spPr>
            <a:xfrm>
              <a:off x="5130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14050"/>
            <p:cNvSpPr/>
            <p:nvPr/>
          </p:nvSpPr>
          <p:spPr>
            <a:xfrm>
              <a:off x="5295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14051"/>
            <p:cNvSpPr/>
            <p:nvPr/>
          </p:nvSpPr>
          <p:spPr>
            <a:xfrm>
              <a:off x="5461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14052"/>
            <p:cNvSpPr/>
            <p:nvPr/>
          </p:nvSpPr>
          <p:spPr>
            <a:xfrm>
              <a:off x="5626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14053"/>
            <p:cNvSpPr/>
            <p:nvPr/>
          </p:nvSpPr>
          <p:spPr>
            <a:xfrm>
              <a:off x="5791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14054"/>
            <p:cNvSpPr/>
            <p:nvPr/>
          </p:nvSpPr>
          <p:spPr>
            <a:xfrm>
              <a:off x="3479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14055"/>
            <p:cNvSpPr/>
            <p:nvPr/>
          </p:nvSpPr>
          <p:spPr>
            <a:xfrm>
              <a:off x="3644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14056"/>
            <p:cNvSpPr/>
            <p:nvPr/>
          </p:nvSpPr>
          <p:spPr>
            <a:xfrm>
              <a:off x="3670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14057"/>
            <p:cNvSpPr/>
            <p:nvPr/>
          </p:nvSpPr>
          <p:spPr>
            <a:xfrm>
              <a:off x="3664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14058"/>
            <p:cNvSpPr txBox="1"/>
            <p:nvPr/>
          </p:nvSpPr>
          <p:spPr>
            <a:xfrm>
              <a:off x="3664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270" name="obj_14059"/>
            <p:cNvSpPr/>
            <p:nvPr/>
          </p:nvSpPr>
          <p:spPr>
            <a:xfrm>
              <a:off x="3810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14060"/>
            <p:cNvSpPr/>
            <p:nvPr/>
          </p:nvSpPr>
          <p:spPr>
            <a:xfrm>
              <a:off x="3975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14061"/>
            <p:cNvSpPr/>
            <p:nvPr/>
          </p:nvSpPr>
          <p:spPr>
            <a:xfrm>
              <a:off x="4140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14062"/>
            <p:cNvSpPr/>
            <p:nvPr/>
          </p:nvSpPr>
          <p:spPr>
            <a:xfrm>
              <a:off x="4305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14063"/>
            <p:cNvSpPr/>
            <p:nvPr/>
          </p:nvSpPr>
          <p:spPr>
            <a:xfrm>
              <a:off x="4470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14064"/>
            <p:cNvSpPr/>
            <p:nvPr/>
          </p:nvSpPr>
          <p:spPr>
            <a:xfrm>
              <a:off x="4635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14065"/>
            <p:cNvSpPr/>
            <p:nvPr/>
          </p:nvSpPr>
          <p:spPr>
            <a:xfrm>
              <a:off x="4800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14066"/>
            <p:cNvSpPr/>
            <p:nvPr/>
          </p:nvSpPr>
          <p:spPr>
            <a:xfrm>
              <a:off x="4965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14067"/>
            <p:cNvSpPr/>
            <p:nvPr/>
          </p:nvSpPr>
          <p:spPr>
            <a:xfrm>
              <a:off x="5130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14068"/>
            <p:cNvSpPr/>
            <p:nvPr/>
          </p:nvSpPr>
          <p:spPr>
            <a:xfrm>
              <a:off x="5295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14069"/>
            <p:cNvSpPr/>
            <p:nvPr/>
          </p:nvSpPr>
          <p:spPr>
            <a:xfrm>
              <a:off x="5461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14070"/>
            <p:cNvSpPr/>
            <p:nvPr/>
          </p:nvSpPr>
          <p:spPr>
            <a:xfrm>
              <a:off x="5626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14071"/>
            <p:cNvSpPr/>
            <p:nvPr/>
          </p:nvSpPr>
          <p:spPr>
            <a:xfrm>
              <a:off x="5645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14072"/>
            <p:cNvSpPr txBox="1"/>
            <p:nvPr/>
          </p:nvSpPr>
          <p:spPr>
            <a:xfrm>
              <a:off x="5645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284" name="obj_14073"/>
            <p:cNvSpPr/>
            <p:nvPr/>
          </p:nvSpPr>
          <p:spPr>
            <a:xfrm>
              <a:off x="5791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14074"/>
            <p:cNvSpPr/>
            <p:nvPr/>
          </p:nvSpPr>
          <p:spPr>
            <a:xfrm>
              <a:off x="3479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14075"/>
            <p:cNvSpPr/>
            <p:nvPr/>
          </p:nvSpPr>
          <p:spPr>
            <a:xfrm>
              <a:off x="3644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14076"/>
            <p:cNvSpPr/>
            <p:nvPr/>
          </p:nvSpPr>
          <p:spPr>
            <a:xfrm>
              <a:off x="3810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14077"/>
            <p:cNvSpPr/>
            <p:nvPr/>
          </p:nvSpPr>
          <p:spPr>
            <a:xfrm>
              <a:off x="3975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14078"/>
            <p:cNvSpPr/>
            <p:nvPr/>
          </p:nvSpPr>
          <p:spPr>
            <a:xfrm>
              <a:off x="4140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bj_14079"/>
            <p:cNvSpPr/>
            <p:nvPr/>
          </p:nvSpPr>
          <p:spPr>
            <a:xfrm>
              <a:off x="4305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14080"/>
            <p:cNvSpPr/>
            <p:nvPr/>
          </p:nvSpPr>
          <p:spPr>
            <a:xfrm>
              <a:off x="4470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14081"/>
            <p:cNvSpPr/>
            <p:nvPr/>
          </p:nvSpPr>
          <p:spPr>
            <a:xfrm>
              <a:off x="4635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14082"/>
            <p:cNvSpPr/>
            <p:nvPr/>
          </p:nvSpPr>
          <p:spPr>
            <a:xfrm>
              <a:off x="4800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14083"/>
            <p:cNvSpPr/>
            <p:nvPr/>
          </p:nvSpPr>
          <p:spPr>
            <a:xfrm>
              <a:off x="4965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14084"/>
            <p:cNvSpPr/>
            <p:nvPr/>
          </p:nvSpPr>
          <p:spPr>
            <a:xfrm>
              <a:off x="5130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14085"/>
            <p:cNvSpPr/>
            <p:nvPr/>
          </p:nvSpPr>
          <p:spPr>
            <a:xfrm>
              <a:off x="5295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bj_14086"/>
            <p:cNvSpPr/>
            <p:nvPr/>
          </p:nvSpPr>
          <p:spPr>
            <a:xfrm>
              <a:off x="5461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14087"/>
            <p:cNvSpPr/>
            <p:nvPr/>
          </p:nvSpPr>
          <p:spPr>
            <a:xfrm>
              <a:off x="5626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14088"/>
            <p:cNvSpPr/>
            <p:nvPr/>
          </p:nvSpPr>
          <p:spPr>
            <a:xfrm>
              <a:off x="5791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14089"/>
            <p:cNvSpPr/>
            <p:nvPr/>
          </p:nvSpPr>
          <p:spPr>
            <a:xfrm>
              <a:off x="3479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14090"/>
            <p:cNvSpPr/>
            <p:nvPr/>
          </p:nvSpPr>
          <p:spPr>
            <a:xfrm>
              <a:off x="3644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14091"/>
            <p:cNvSpPr/>
            <p:nvPr/>
          </p:nvSpPr>
          <p:spPr>
            <a:xfrm>
              <a:off x="3810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14092"/>
            <p:cNvSpPr/>
            <p:nvPr/>
          </p:nvSpPr>
          <p:spPr>
            <a:xfrm>
              <a:off x="3975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14093"/>
            <p:cNvSpPr/>
            <p:nvPr/>
          </p:nvSpPr>
          <p:spPr>
            <a:xfrm>
              <a:off x="4140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14094"/>
            <p:cNvSpPr/>
            <p:nvPr/>
          </p:nvSpPr>
          <p:spPr>
            <a:xfrm>
              <a:off x="4305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14095"/>
            <p:cNvSpPr/>
            <p:nvPr/>
          </p:nvSpPr>
          <p:spPr>
            <a:xfrm>
              <a:off x="4470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14096"/>
            <p:cNvSpPr/>
            <p:nvPr/>
          </p:nvSpPr>
          <p:spPr>
            <a:xfrm>
              <a:off x="4635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14097"/>
            <p:cNvSpPr/>
            <p:nvPr/>
          </p:nvSpPr>
          <p:spPr>
            <a:xfrm>
              <a:off x="4800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14098"/>
            <p:cNvSpPr/>
            <p:nvPr/>
          </p:nvSpPr>
          <p:spPr>
            <a:xfrm>
              <a:off x="4965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14099"/>
            <p:cNvSpPr/>
            <p:nvPr/>
          </p:nvSpPr>
          <p:spPr>
            <a:xfrm>
              <a:off x="5130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14100"/>
            <p:cNvSpPr/>
            <p:nvPr/>
          </p:nvSpPr>
          <p:spPr>
            <a:xfrm>
              <a:off x="5295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14101"/>
            <p:cNvSpPr/>
            <p:nvPr/>
          </p:nvSpPr>
          <p:spPr>
            <a:xfrm>
              <a:off x="5461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14102"/>
            <p:cNvSpPr/>
            <p:nvPr/>
          </p:nvSpPr>
          <p:spPr>
            <a:xfrm>
              <a:off x="5626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14103"/>
            <p:cNvSpPr/>
            <p:nvPr/>
          </p:nvSpPr>
          <p:spPr>
            <a:xfrm>
              <a:off x="5791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14104"/>
            <p:cNvSpPr/>
            <p:nvPr/>
          </p:nvSpPr>
          <p:spPr>
            <a:xfrm>
              <a:off x="3479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14105"/>
            <p:cNvSpPr/>
            <p:nvPr/>
          </p:nvSpPr>
          <p:spPr>
            <a:xfrm>
              <a:off x="3644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14106"/>
            <p:cNvSpPr/>
            <p:nvPr/>
          </p:nvSpPr>
          <p:spPr>
            <a:xfrm>
              <a:off x="3810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14107"/>
            <p:cNvSpPr/>
            <p:nvPr/>
          </p:nvSpPr>
          <p:spPr>
            <a:xfrm>
              <a:off x="3975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14108"/>
            <p:cNvSpPr/>
            <p:nvPr/>
          </p:nvSpPr>
          <p:spPr>
            <a:xfrm>
              <a:off x="4140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14109"/>
            <p:cNvSpPr/>
            <p:nvPr/>
          </p:nvSpPr>
          <p:spPr>
            <a:xfrm>
              <a:off x="4305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14110"/>
            <p:cNvSpPr/>
            <p:nvPr/>
          </p:nvSpPr>
          <p:spPr>
            <a:xfrm>
              <a:off x="4470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14111"/>
            <p:cNvSpPr/>
            <p:nvPr/>
          </p:nvSpPr>
          <p:spPr>
            <a:xfrm>
              <a:off x="4635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14112"/>
            <p:cNvSpPr/>
            <p:nvPr/>
          </p:nvSpPr>
          <p:spPr>
            <a:xfrm>
              <a:off x="4800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14113"/>
            <p:cNvSpPr/>
            <p:nvPr/>
          </p:nvSpPr>
          <p:spPr>
            <a:xfrm>
              <a:off x="4965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14114"/>
            <p:cNvSpPr/>
            <p:nvPr/>
          </p:nvSpPr>
          <p:spPr>
            <a:xfrm>
              <a:off x="5130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14115"/>
            <p:cNvSpPr/>
            <p:nvPr/>
          </p:nvSpPr>
          <p:spPr>
            <a:xfrm>
              <a:off x="5295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14116"/>
            <p:cNvSpPr/>
            <p:nvPr/>
          </p:nvSpPr>
          <p:spPr>
            <a:xfrm>
              <a:off x="5461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14117"/>
            <p:cNvSpPr/>
            <p:nvPr/>
          </p:nvSpPr>
          <p:spPr>
            <a:xfrm>
              <a:off x="5626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14118"/>
            <p:cNvSpPr/>
            <p:nvPr/>
          </p:nvSpPr>
          <p:spPr>
            <a:xfrm>
              <a:off x="5791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14119"/>
            <p:cNvSpPr/>
            <p:nvPr/>
          </p:nvSpPr>
          <p:spPr>
            <a:xfrm>
              <a:off x="3479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14120"/>
            <p:cNvSpPr/>
            <p:nvPr/>
          </p:nvSpPr>
          <p:spPr>
            <a:xfrm>
              <a:off x="3644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14121"/>
            <p:cNvSpPr/>
            <p:nvPr/>
          </p:nvSpPr>
          <p:spPr>
            <a:xfrm>
              <a:off x="3810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14122"/>
            <p:cNvSpPr/>
            <p:nvPr/>
          </p:nvSpPr>
          <p:spPr>
            <a:xfrm>
              <a:off x="3975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14123"/>
            <p:cNvSpPr/>
            <p:nvPr/>
          </p:nvSpPr>
          <p:spPr>
            <a:xfrm>
              <a:off x="4140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14124"/>
            <p:cNvSpPr/>
            <p:nvPr/>
          </p:nvSpPr>
          <p:spPr>
            <a:xfrm>
              <a:off x="4305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bj_14125"/>
            <p:cNvSpPr/>
            <p:nvPr/>
          </p:nvSpPr>
          <p:spPr>
            <a:xfrm>
              <a:off x="4470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bj_14126"/>
            <p:cNvSpPr/>
            <p:nvPr/>
          </p:nvSpPr>
          <p:spPr>
            <a:xfrm>
              <a:off x="4635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bj_14127"/>
            <p:cNvSpPr/>
            <p:nvPr/>
          </p:nvSpPr>
          <p:spPr>
            <a:xfrm>
              <a:off x="4800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bj_14128"/>
            <p:cNvSpPr/>
            <p:nvPr/>
          </p:nvSpPr>
          <p:spPr>
            <a:xfrm>
              <a:off x="4965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bj_14129"/>
            <p:cNvSpPr/>
            <p:nvPr/>
          </p:nvSpPr>
          <p:spPr>
            <a:xfrm>
              <a:off x="5130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bj_14130"/>
            <p:cNvSpPr/>
            <p:nvPr/>
          </p:nvSpPr>
          <p:spPr>
            <a:xfrm>
              <a:off x="5295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bj_14131"/>
            <p:cNvSpPr/>
            <p:nvPr/>
          </p:nvSpPr>
          <p:spPr>
            <a:xfrm>
              <a:off x="5461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bj_14132"/>
            <p:cNvSpPr/>
            <p:nvPr/>
          </p:nvSpPr>
          <p:spPr>
            <a:xfrm>
              <a:off x="5626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bj_14133"/>
            <p:cNvSpPr/>
            <p:nvPr/>
          </p:nvSpPr>
          <p:spPr>
            <a:xfrm>
              <a:off x="5791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bj_14134"/>
            <p:cNvSpPr/>
            <p:nvPr/>
          </p:nvSpPr>
          <p:spPr>
            <a:xfrm>
              <a:off x="3479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bj_14135"/>
            <p:cNvSpPr/>
            <p:nvPr/>
          </p:nvSpPr>
          <p:spPr>
            <a:xfrm>
              <a:off x="3644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bj_14136"/>
            <p:cNvSpPr/>
            <p:nvPr/>
          </p:nvSpPr>
          <p:spPr>
            <a:xfrm>
              <a:off x="3810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bj_14137"/>
            <p:cNvSpPr/>
            <p:nvPr/>
          </p:nvSpPr>
          <p:spPr>
            <a:xfrm>
              <a:off x="3975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bj_14138"/>
            <p:cNvSpPr/>
            <p:nvPr/>
          </p:nvSpPr>
          <p:spPr>
            <a:xfrm>
              <a:off x="4140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bj_14139"/>
            <p:cNvSpPr/>
            <p:nvPr/>
          </p:nvSpPr>
          <p:spPr>
            <a:xfrm>
              <a:off x="4305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bj_14140"/>
            <p:cNvSpPr/>
            <p:nvPr/>
          </p:nvSpPr>
          <p:spPr>
            <a:xfrm>
              <a:off x="4470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bj_14141"/>
            <p:cNvSpPr/>
            <p:nvPr/>
          </p:nvSpPr>
          <p:spPr>
            <a:xfrm>
              <a:off x="4635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bj_14142"/>
            <p:cNvSpPr/>
            <p:nvPr/>
          </p:nvSpPr>
          <p:spPr>
            <a:xfrm>
              <a:off x="4800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bj_14143"/>
            <p:cNvSpPr/>
            <p:nvPr/>
          </p:nvSpPr>
          <p:spPr>
            <a:xfrm>
              <a:off x="4965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bj_14144"/>
            <p:cNvSpPr/>
            <p:nvPr/>
          </p:nvSpPr>
          <p:spPr>
            <a:xfrm>
              <a:off x="5130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bj_14145"/>
            <p:cNvSpPr/>
            <p:nvPr/>
          </p:nvSpPr>
          <p:spPr>
            <a:xfrm>
              <a:off x="5295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bj_14146"/>
            <p:cNvSpPr/>
            <p:nvPr/>
          </p:nvSpPr>
          <p:spPr>
            <a:xfrm>
              <a:off x="5461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bj_14147"/>
            <p:cNvSpPr/>
            <p:nvPr/>
          </p:nvSpPr>
          <p:spPr>
            <a:xfrm>
              <a:off x="5626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bj_14148"/>
            <p:cNvSpPr/>
            <p:nvPr/>
          </p:nvSpPr>
          <p:spPr>
            <a:xfrm>
              <a:off x="5791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bj_14149"/>
            <p:cNvSpPr txBox="1"/>
            <p:nvPr/>
          </p:nvSpPr>
          <p:spPr>
            <a:xfrm>
              <a:off x="3403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0</a:t>
              </a:r>
            </a:p>
          </p:txBody>
        </p:sp>
        <p:sp>
          <p:nvSpPr>
            <p:cNvPr id="361" name="obj_14150"/>
            <p:cNvSpPr txBox="1"/>
            <p:nvPr/>
          </p:nvSpPr>
          <p:spPr>
            <a:xfrm>
              <a:off x="3403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362" name="obj_14151"/>
            <p:cNvSpPr txBox="1"/>
            <p:nvPr/>
          </p:nvSpPr>
          <p:spPr>
            <a:xfrm>
              <a:off x="6197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Greedy</a:t>
              </a:r>
            </a:p>
          </p:txBody>
        </p:sp>
        <p:sp>
          <p:nvSpPr>
            <p:cNvPr id="363" name="obj_14152"/>
            <p:cNvSpPr/>
            <p:nvPr/>
          </p:nvSpPr>
          <p:spPr>
            <a:xfrm>
              <a:off x="5956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bj_14153"/>
            <p:cNvSpPr/>
            <p:nvPr/>
          </p:nvSpPr>
          <p:spPr>
            <a:xfrm>
              <a:off x="6273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bj_14154"/>
            <p:cNvSpPr/>
            <p:nvPr/>
          </p:nvSpPr>
          <p:spPr>
            <a:xfrm>
              <a:off x="6438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bj_14155"/>
            <p:cNvSpPr/>
            <p:nvPr/>
          </p:nvSpPr>
          <p:spPr>
            <a:xfrm>
              <a:off x="6604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bj_14156"/>
            <p:cNvSpPr/>
            <p:nvPr/>
          </p:nvSpPr>
          <p:spPr>
            <a:xfrm>
              <a:off x="6769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bj_14157"/>
            <p:cNvSpPr/>
            <p:nvPr/>
          </p:nvSpPr>
          <p:spPr>
            <a:xfrm>
              <a:off x="6934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bj_14158"/>
            <p:cNvSpPr/>
            <p:nvPr/>
          </p:nvSpPr>
          <p:spPr>
            <a:xfrm>
              <a:off x="7099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bj_14159"/>
            <p:cNvSpPr/>
            <p:nvPr/>
          </p:nvSpPr>
          <p:spPr>
            <a:xfrm>
              <a:off x="7264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bj_14160"/>
            <p:cNvSpPr/>
            <p:nvPr/>
          </p:nvSpPr>
          <p:spPr>
            <a:xfrm>
              <a:off x="7429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bj_14161"/>
            <p:cNvSpPr/>
            <p:nvPr/>
          </p:nvSpPr>
          <p:spPr>
            <a:xfrm>
              <a:off x="7594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bj_14162"/>
            <p:cNvSpPr/>
            <p:nvPr/>
          </p:nvSpPr>
          <p:spPr>
            <a:xfrm>
              <a:off x="7759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bj_14163"/>
            <p:cNvSpPr/>
            <p:nvPr/>
          </p:nvSpPr>
          <p:spPr>
            <a:xfrm>
              <a:off x="7924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bj_14164"/>
            <p:cNvSpPr/>
            <p:nvPr/>
          </p:nvSpPr>
          <p:spPr>
            <a:xfrm>
              <a:off x="8089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bj_14165"/>
            <p:cNvSpPr/>
            <p:nvPr/>
          </p:nvSpPr>
          <p:spPr>
            <a:xfrm>
              <a:off x="8255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bj_14166"/>
            <p:cNvSpPr/>
            <p:nvPr/>
          </p:nvSpPr>
          <p:spPr>
            <a:xfrm>
              <a:off x="8420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bj_14167"/>
            <p:cNvSpPr/>
            <p:nvPr/>
          </p:nvSpPr>
          <p:spPr>
            <a:xfrm>
              <a:off x="8585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bj_14168"/>
            <p:cNvSpPr/>
            <p:nvPr/>
          </p:nvSpPr>
          <p:spPr>
            <a:xfrm>
              <a:off x="6273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bj_14169"/>
            <p:cNvSpPr/>
            <p:nvPr/>
          </p:nvSpPr>
          <p:spPr>
            <a:xfrm>
              <a:off x="6438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bj_14170"/>
            <p:cNvSpPr/>
            <p:nvPr/>
          </p:nvSpPr>
          <p:spPr>
            <a:xfrm>
              <a:off x="6604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bj_14171"/>
            <p:cNvSpPr/>
            <p:nvPr/>
          </p:nvSpPr>
          <p:spPr>
            <a:xfrm>
              <a:off x="6769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bj_14172"/>
            <p:cNvSpPr/>
            <p:nvPr/>
          </p:nvSpPr>
          <p:spPr>
            <a:xfrm>
              <a:off x="6934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bj_14173"/>
            <p:cNvSpPr/>
            <p:nvPr/>
          </p:nvSpPr>
          <p:spPr>
            <a:xfrm>
              <a:off x="7099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bj_14174"/>
            <p:cNvSpPr/>
            <p:nvPr/>
          </p:nvSpPr>
          <p:spPr>
            <a:xfrm>
              <a:off x="7264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bj_14175"/>
            <p:cNvSpPr/>
            <p:nvPr/>
          </p:nvSpPr>
          <p:spPr>
            <a:xfrm>
              <a:off x="7429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bj_14176"/>
            <p:cNvSpPr/>
            <p:nvPr/>
          </p:nvSpPr>
          <p:spPr>
            <a:xfrm>
              <a:off x="7594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bj_14177"/>
            <p:cNvSpPr/>
            <p:nvPr/>
          </p:nvSpPr>
          <p:spPr>
            <a:xfrm>
              <a:off x="7759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bj_14178"/>
            <p:cNvSpPr/>
            <p:nvPr/>
          </p:nvSpPr>
          <p:spPr>
            <a:xfrm>
              <a:off x="7924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bj_14179"/>
            <p:cNvSpPr/>
            <p:nvPr/>
          </p:nvSpPr>
          <p:spPr>
            <a:xfrm>
              <a:off x="8089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bj_14180"/>
            <p:cNvSpPr/>
            <p:nvPr/>
          </p:nvSpPr>
          <p:spPr>
            <a:xfrm>
              <a:off x="8255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bj_14181"/>
            <p:cNvSpPr/>
            <p:nvPr/>
          </p:nvSpPr>
          <p:spPr>
            <a:xfrm>
              <a:off x="8420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bj_14182"/>
            <p:cNvSpPr/>
            <p:nvPr/>
          </p:nvSpPr>
          <p:spPr>
            <a:xfrm>
              <a:off x="8585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bj_14183"/>
            <p:cNvSpPr/>
            <p:nvPr/>
          </p:nvSpPr>
          <p:spPr>
            <a:xfrm>
              <a:off x="6273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bj_14184"/>
            <p:cNvSpPr/>
            <p:nvPr/>
          </p:nvSpPr>
          <p:spPr>
            <a:xfrm>
              <a:off x="6438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bj_14185"/>
            <p:cNvSpPr/>
            <p:nvPr/>
          </p:nvSpPr>
          <p:spPr>
            <a:xfrm>
              <a:off x="6604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bj_14186"/>
            <p:cNvSpPr/>
            <p:nvPr/>
          </p:nvSpPr>
          <p:spPr>
            <a:xfrm>
              <a:off x="6769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bj_14187"/>
            <p:cNvSpPr/>
            <p:nvPr/>
          </p:nvSpPr>
          <p:spPr>
            <a:xfrm>
              <a:off x="6934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bj_14188"/>
            <p:cNvSpPr/>
            <p:nvPr/>
          </p:nvSpPr>
          <p:spPr>
            <a:xfrm>
              <a:off x="7099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bj_14189"/>
            <p:cNvSpPr/>
            <p:nvPr/>
          </p:nvSpPr>
          <p:spPr>
            <a:xfrm>
              <a:off x="7264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bj_14190"/>
            <p:cNvSpPr/>
            <p:nvPr/>
          </p:nvSpPr>
          <p:spPr>
            <a:xfrm>
              <a:off x="7429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bj_14191"/>
            <p:cNvSpPr/>
            <p:nvPr/>
          </p:nvSpPr>
          <p:spPr>
            <a:xfrm>
              <a:off x="7594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bj_14192"/>
            <p:cNvSpPr/>
            <p:nvPr/>
          </p:nvSpPr>
          <p:spPr>
            <a:xfrm>
              <a:off x="7759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bj_14193"/>
            <p:cNvSpPr/>
            <p:nvPr/>
          </p:nvSpPr>
          <p:spPr>
            <a:xfrm>
              <a:off x="7924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bj_14194"/>
            <p:cNvSpPr/>
            <p:nvPr/>
          </p:nvSpPr>
          <p:spPr>
            <a:xfrm>
              <a:off x="8089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bj_14195"/>
            <p:cNvSpPr/>
            <p:nvPr/>
          </p:nvSpPr>
          <p:spPr>
            <a:xfrm>
              <a:off x="8255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bj_14196"/>
            <p:cNvSpPr/>
            <p:nvPr/>
          </p:nvSpPr>
          <p:spPr>
            <a:xfrm>
              <a:off x="8420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bj_14197"/>
            <p:cNvSpPr/>
            <p:nvPr/>
          </p:nvSpPr>
          <p:spPr>
            <a:xfrm>
              <a:off x="8585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bj_14198"/>
            <p:cNvSpPr/>
            <p:nvPr/>
          </p:nvSpPr>
          <p:spPr>
            <a:xfrm>
              <a:off x="6273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bj_14199"/>
            <p:cNvSpPr/>
            <p:nvPr/>
          </p:nvSpPr>
          <p:spPr>
            <a:xfrm>
              <a:off x="6438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bj_14200"/>
            <p:cNvSpPr/>
            <p:nvPr/>
          </p:nvSpPr>
          <p:spPr>
            <a:xfrm>
              <a:off x="6604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bj_14201"/>
            <p:cNvSpPr/>
            <p:nvPr/>
          </p:nvSpPr>
          <p:spPr>
            <a:xfrm>
              <a:off x="6769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bj_14202"/>
            <p:cNvSpPr/>
            <p:nvPr/>
          </p:nvSpPr>
          <p:spPr>
            <a:xfrm>
              <a:off x="6934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bj_14203"/>
            <p:cNvSpPr/>
            <p:nvPr/>
          </p:nvSpPr>
          <p:spPr>
            <a:xfrm>
              <a:off x="7099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bj_14204"/>
            <p:cNvSpPr/>
            <p:nvPr/>
          </p:nvSpPr>
          <p:spPr>
            <a:xfrm>
              <a:off x="7264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bj_14205"/>
            <p:cNvSpPr/>
            <p:nvPr/>
          </p:nvSpPr>
          <p:spPr>
            <a:xfrm>
              <a:off x="7429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bj_14206"/>
            <p:cNvSpPr/>
            <p:nvPr/>
          </p:nvSpPr>
          <p:spPr>
            <a:xfrm>
              <a:off x="7594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bj_14207"/>
            <p:cNvSpPr/>
            <p:nvPr/>
          </p:nvSpPr>
          <p:spPr>
            <a:xfrm>
              <a:off x="7759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bj_14208"/>
            <p:cNvSpPr/>
            <p:nvPr/>
          </p:nvSpPr>
          <p:spPr>
            <a:xfrm>
              <a:off x="7924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bj_14209"/>
            <p:cNvSpPr/>
            <p:nvPr/>
          </p:nvSpPr>
          <p:spPr>
            <a:xfrm>
              <a:off x="8089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bj_14210"/>
            <p:cNvSpPr/>
            <p:nvPr/>
          </p:nvSpPr>
          <p:spPr>
            <a:xfrm>
              <a:off x="8255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bj_14211"/>
            <p:cNvSpPr/>
            <p:nvPr/>
          </p:nvSpPr>
          <p:spPr>
            <a:xfrm>
              <a:off x="8420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bj_14212"/>
            <p:cNvSpPr/>
            <p:nvPr/>
          </p:nvSpPr>
          <p:spPr>
            <a:xfrm>
              <a:off x="8585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bj_14213"/>
            <p:cNvSpPr/>
            <p:nvPr/>
          </p:nvSpPr>
          <p:spPr>
            <a:xfrm>
              <a:off x="6273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bj_14214"/>
            <p:cNvSpPr/>
            <p:nvPr/>
          </p:nvSpPr>
          <p:spPr>
            <a:xfrm>
              <a:off x="6438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bj_14215"/>
            <p:cNvSpPr/>
            <p:nvPr/>
          </p:nvSpPr>
          <p:spPr>
            <a:xfrm>
              <a:off x="6604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bj_14216"/>
            <p:cNvSpPr/>
            <p:nvPr/>
          </p:nvSpPr>
          <p:spPr>
            <a:xfrm>
              <a:off x="6769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bj_14217"/>
            <p:cNvSpPr/>
            <p:nvPr/>
          </p:nvSpPr>
          <p:spPr>
            <a:xfrm>
              <a:off x="6934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bj_14218"/>
            <p:cNvSpPr/>
            <p:nvPr/>
          </p:nvSpPr>
          <p:spPr>
            <a:xfrm>
              <a:off x="7099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bj_14219"/>
            <p:cNvSpPr/>
            <p:nvPr/>
          </p:nvSpPr>
          <p:spPr>
            <a:xfrm>
              <a:off x="7264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bj_14220"/>
            <p:cNvSpPr/>
            <p:nvPr/>
          </p:nvSpPr>
          <p:spPr>
            <a:xfrm>
              <a:off x="7429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bj_14221"/>
            <p:cNvSpPr/>
            <p:nvPr/>
          </p:nvSpPr>
          <p:spPr>
            <a:xfrm>
              <a:off x="7594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bj_14222"/>
            <p:cNvSpPr/>
            <p:nvPr/>
          </p:nvSpPr>
          <p:spPr>
            <a:xfrm>
              <a:off x="7759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bj_14223"/>
            <p:cNvSpPr/>
            <p:nvPr/>
          </p:nvSpPr>
          <p:spPr>
            <a:xfrm>
              <a:off x="7924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bj_14224"/>
            <p:cNvSpPr/>
            <p:nvPr/>
          </p:nvSpPr>
          <p:spPr>
            <a:xfrm>
              <a:off x="8089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bj_14225"/>
            <p:cNvSpPr/>
            <p:nvPr/>
          </p:nvSpPr>
          <p:spPr>
            <a:xfrm>
              <a:off x="8255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bj_14226"/>
            <p:cNvSpPr/>
            <p:nvPr/>
          </p:nvSpPr>
          <p:spPr>
            <a:xfrm>
              <a:off x="8420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bj_14227"/>
            <p:cNvSpPr/>
            <p:nvPr/>
          </p:nvSpPr>
          <p:spPr>
            <a:xfrm>
              <a:off x="8585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bj_14228"/>
            <p:cNvSpPr/>
            <p:nvPr/>
          </p:nvSpPr>
          <p:spPr>
            <a:xfrm>
              <a:off x="6273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bj_14229"/>
            <p:cNvSpPr/>
            <p:nvPr/>
          </p:nvSpPr>
          <p:spPr>
            <a:xfrm>
              <a:off x="6438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bj_14230"/>
            <p:cNvSpPr/>
            <p:nvPr/>
          </p:nvSpPr>
          <p:spPr>
            <a:xfrm>
              <a:off x="6464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bj_14231"/>
            <p:cNvSpPr/>
            <p:nvPr/>
          </p:nvSpPr>
          <p:spPr>
            <a:xfrm>
              <a:off x="6458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bj_14232"/>
            <p:cNvSpPr txBox="1"/>
            <p:nvPr/>
          </p:nvSpPr>
          <p:spPr>
            <a:xfrm>
              <a:off x="6458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444" name="obj_14233"/>
            <p:cNvSpPr/>
            <p:nvPr/>
          </p:nvSpPr>
          <p:spPr>
            <a:xfrm>
              <a:off x="6604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bj_14234"/>
            <p:cNvSpPr/>
            <p:nvPr/>
          </p:nvSpPr>
          <p:spPr>
            <a:xfrm>
              <a:off x="6769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bj_14235"/>
            <p:cNvSpPr/>
            <p:nvPr/>
          </p:nvSpPr>
          <p:spPr>
            <a:xfrm>
              <a:off x="6934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bj_14236"/>
            <p:cNvSpPr/>
            <p:nvPr/>
          </p:nvSpPr>
          <p:spPr>
            <a:xfrm>
              <a:off x="7099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bj_14237"/>
            <p:cNvSpPr/>
            <p:nvPr/>
          </p:nvSpPr>
          <p:spPr>
            <a:xfrm>
              <a:off x="7264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bj_14238"/>
            <p:cNvSpPr/>
            <p:nvPr/>
          </p:nvSpPr>
          <p:spPr>
            <a:xfrm>
              <a:off x="7429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bj_14239"/>
            <p:cNvSpPr/>
            <p:nvPr/>
          </p:nvSpPr>
          <p:spPr>
            <a:xfrm>
              <a:off x="7594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bj_14240"/>
            <p:cNvSpPr/>
            <p:nvPr/>
          </p:nvSpPr>
          <p:spPr>
            <a:xfrm>
              <a:off x="7759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bj_14241"/>
            <p:cNvSpPr/>
            <p:nvPr/>
          </p:nvSpPr>
          <p:spPr>
            <a:xfrm>
              <a:off x="7924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bj_14242"/>
            <p:cNvSpPr/>
            <p:nvPr/>
          </p:nvSpPr>
          <p:spPr>
            <a:xfrm>
              <a:off x="8089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bj_14243"/>
            <p:cNvSpPr/>
            <p:nvPr/>
          </p:nvSpPr>
          <p:spPr>
            <a:xfrm>
              <a:off x="8255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bj_14244"/>
            <p:cNvSpPr/>
            <p:nvPr/>
          </p:nvSpPr>
          <p:spPr>
            <a:xfrm>
              <a:off x="8420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bj_14245"/>
            <p:cNvSpPr/>
            <p:nvPr/>
          </p:nvSpPr>
          <p:spPr>
            <a:xfrm>
              <a:off x="8439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bj_14246"/>
            <p:cNvSpPr txBox="1"/>
            <p:nvPr/>
          </p:nvSpPr>
          <p:spPr>
            <a:xfrm>
              <a:off x="8439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458" name="obj_14247"/>
            <p:cNvSpPr/>
            <p:nvPr/>
          </p:nvSpPr>
          <p:spPr>
            <a:xfrm>
              <a:off x="8585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bj_14248"/>
            <p:cNvSpPr/>
            <p:nvPr/>
          </p:nvSpPr>
          <p:spPr>
            <a:xfrm>
              <a:off x="6273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bj_14249"/>
            <p:cNvSpPr/>
            <p:nvPr/>
          </p:nvSpPr>
          <p:spPr>
            <a:xfrm>
              <a:off x="6438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bj_14250"/>
            <p:cNvSpPr/>
            <p:nvPr/>
          </p:nvSpPr>
          <p:spPr>
            <a:xfrm>
              <a:off x="6604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bj_14251"/>
            <p:cNvSpPr/>
            <p:nvPr/>
          </p:nvSpPr>
          <p:spPr>
            <a:xfrm>
              <a:off x="6769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bj_14252"/>
            <p:cNvSpPr/>
            <p:nvPr/>
          </p:nvSpPr>
          <p:spPr>
            <a:xfrm>
              <a:off x="6934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bj_14253"/>
            <p:cNvSpPr/>
            <p:nvPr/>
          </p:nvSpPr>
          <p:spPr>
            <a:xfrm>
              <a:off x="7099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bj_14254"/>
            <p:cNvSpPr/>
            <p:nvPr/>
          </p:nvSpPr>
          <p:spPr>
            <a:xfrm>
              <a:off x="7264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bj_14255"/>
            <p:cNvSpPr/>
            <p:nvPr/>
          </p:nvSpPr>
          <p:spPr>
            <a:xfrm>
              <a:off x="7429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bj_14256"/>
            <p:cNvSpPr/>
            <p:nvPr/>
          </p:nvSpPr>
          <p:spPr>
            <a:xfrm>
              <a:off x="7594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bj_14257"/>
            <p:cNvSpPr/>
            <p:nvPr/>
          </p:nvSpPr>
          <p:spPr>
            <a:xfrm>
              <a:off x="7759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bj_14258"/>
            <p:cNvSpPr/>
            <p:nvPr/>
          </p:nvSpPr>
          <p:spPr>
            <a:xfrm>
              <a:off x="7924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bj_14259"/>
            <p:cNvSpPr/>
            <p:nvPr/>
          </p:nvSpPr>
          <p:spPr>
            <a:xfrm>
              <a:off x="8089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bj_14260"/>
            <p:cNvSpPr/>
            <p:nvPr/>
          </p:nvSpPr>
          <p:spPr>
            <a:xfrm>
              <a:off x="8255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bj_14261"/>
            <p:cNvSpPr/>
            <p:nvPr/>
          </p:nvSpPr>
          <p:spPr>
            <a:xfrm>
              <a:off x="8420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bj_14262"/>
            <p:cNvSpPr/>
            <p:nvPr/>
          </p:nvSpPr>
          <p:spPr>
            <a:xfrm>
              <a:off x="8585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bj_14263"/>
            <p:cNvSpPr/>
            <p:nvPr/>
          </p:nvSpPr>
          <p:spPr>
            <a:xfrm>
              <a:off x="6273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bj_14264"/>
            <p:cNvSpPr/>
            <p:nvPr/>
          </p:nvSpPr>
          <p:spPr>
            <a:xfrm>
              <a:off x="6438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bj_14265"/>
            <p:cNvSpPr/>
            <p:nvPr/>
          </p:nvSpPr>
          <p:spPr>
            <a:xfrm>
              <a:off x="6604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bj_14266"/>
            <p:cNvSpPr/>
            <p:nvPr/>
          </p:nvSpPr>
          <p:spPr>
            <a:xfrm>
              <a:off x="6769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bj_14267"/>
            <p:cNvSpPr/>
            <p:nvPr/>
          </p:nvSpPr>
          <p:spPr>
            <a:xfrm>
              <a:off x="6934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bj_14268"/>
            <p:cNvSpPr/>
            <p:nvPr/>
          </p:nvSpPr>
          <p:spPr>
            <a:xfrm>
              <a:off x="7099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bj_14269"/>
            <p:cNvSpPr/>
            <p:nvPr/>
          </p:nvSpPr>
          <p:spPr>
            <a:xfrm>
              <a:off x="7264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bj_14270"/>
            <p:cNvSpPr/>
            <p:nvPr/>
          </p:nvSpPr>
          <p:spPr>
            <a:xfrm>
              <a:off x="7429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bj_14271"/>
            <p:cNvSpPr/>
            <p:nvPr/>
          </p:nvSpPr>
          <p:spPr>
            <a:xfrm>
              <a:off x="7594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bj_14272"/>
            <p:cNvSpPr/>
            <p:nvPr/>
          </p:nvSpPr>
          <p:spPr>
            <a:xfrm>
              <a:off x="7759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obj_14273"/>
            <p:cNvSpPr/>
            <p:nvPr/>
          </p:nvSpPr>
          <p:spPr>
            <a:xfrm>
              <a:off x="7924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5" name="obj_14274"/>
            <p:cNvSpPr/>
            <p:nvPr/>
          </p:nvSpPr>
          <p:spPr>
            <a:xfrm>
              <a:off x="8089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bj_14275"/>
            <p:cNvSpPr/>
            <p:nvPr/>
          </p:nvSpPr>
          <p:spPr>
            <a:xfrm>
              <a:off x="8255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bj_14276"/>
            <p:cNvSpPr/>
            <p:nvPr/>
          </p:nvSpPr>
          <p:spPr>
            <a:xfrm>
              <a:off x="8420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bj_14277"/>
            <p:cNvSpPr/>
            <p:nvPr/>
          </p:nvSpPr>
          <p:spPr>
            <a:xfrm>
              <a:off x="8585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bj_14278"/>
            <p:cNvSpPr/>
            <p:nvPr/>
          </p:nvSpPr>
          <p:spPr>
            <a:xfrm>
              <a:off x="6273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bj_14279"/>
            <p:cNvSpPr/>
            <p:nvPr/>
          </p:nvSpPr>
          <p:spPr>
            <a:xfrm>
              <a:off x="6438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bj_14280"/>
            <p:cNvSpPr/>
            <p:nvPr/>
          </p:nvSpPr>
          <p:spPr>
            <a:xfrm>
              <a:off x="6604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bj_14281"/>
            <p:cNvSpPr/>
            <p:nvPr/>
          </p:nvSpPr>
          <p:spPr>
            <a:xfrm>
              <a:off x="6769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bj_14282"/>
            <p:cNvSpPr/>
            <p:nvPr/>
          </p:nvSpPr>
          <p:spPr>
            <a:xfrm>
              <a:off x="6934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obj_14283"/>
            <p:cNvSpPr/>
            <p:nvPr/>
          </p:nvSpPr>
          <p:spPr>
            <a:xfrm>
              <a:off x="7099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5" name="obj_14284"/>
            <p:cNvSpPr/>
            <p:nvPr/>
          </p:nvSpPr>
          <p:spPr>
            <a:xfrm>
              <a:off x="7264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bj_14285"/>
            <p:cNvSpPr/>
            <p:nvPr/>
          </p:nvSpPr>
          <p:spPr>
            <a:xfrm>
              <a:off x="7429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bj_14286"/>
            <p:cNvSpPr/>
            <p:nvPr/>
          </p:nvSpPr>
          <p:spPr>
            <a:xfrm>
              <a:off x="7594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bj_14287"/>
            <p:cNvSpPr/>
            <p:nvPr/>
          </p:nvSpPr>
          <p:spPr>
            <a:xfrm>
              <a:off x="7759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bj_14288"/>
            <p:cNvSpPr/>
            <p:nvPr/>
          </p:nvSpPr>
          <p:spPr>
            <a:xfrm>
              <a:off x="7924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bj_14289"/>
            <p:cNvSpPr/>
            <p:nvPr/>
          </p:nvSpPr>
          <p:spPr>
            <a:xfrm>
              <a:off x="8089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bj_14290"/>
            <p:cNvSpPr/>
            <p:nvPr/>
          </p:nvSpPr>
          <p:spPr>
            <a:xfrm>
              <a:off x="8255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bj_14291"/>
            <p:cNvSpPr/>
            <p:nvPr/>
          </p:nvSpPr>
          <p:spPr>
            <a:xfrm>
              <a:off x="8420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bj_14292"/>
            <p:cNvSpPr/>
            <p:nvPr/>
          </p:nvSpPr>
          <p:spPr>
            <a:xfrm>
              <a:off x="8585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obj_14293"/>
            <p:cNvSpPr/>
            <p:nvPr/>
          </p:nvSpPr>
          <p:spPr>
            <a:xfrm>
              <a:off x="6273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5" name="obj_14294"/>
            <p:cNvSpPr/>
            <p:nvPr/>
          </p:nvSpPr>
          <p:spPr>
            <a:xfrm>
              <a:off x="6438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bj_14295"/>
            <p:cNvSpPr/>
            <p:nvPr/>
          </p:nvSpPr>
          <p:spPr>
            <a:xfrm>
              <a:off x="6604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bj_14296"/>
            <p:cNvSpPr/>
            <p:nvPr/>
          </p:nvSpPr>
          <p:spPr>
            <a:xfrm>
              <a:off x="6769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bj_14297"/>
            <p:cNvSpPr/>
            <p:nvPr/>
          </p:nvSpPr>
          <p:spPr>
            <a:xfrm>
              <a:off x="6934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bj_14298"/>
            <p:cNvSpPr/>
            <p:nvPr/>
          </p:nvSpPr>
          <p:spPr>
            <a:xfrm>
              <a:off x="7099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bj_14299"/>
            <p:cNvSpPr/>
            <p:nvPr/>
          </p:nvSpPr>
          <p:spPr>
            <a:xfrm>
              <a:off x="7264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bj_14300"/>
            <p:cNvSpPr/>
            <p:nvPr/>
          </p:nvSpPr>
          <p:spPr>
            <a:xfrm>
              <a:off x="7429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bj_14301"/>
            <p:cNvSpPr/>
            <p:nvPr/>
          </p:nvSpPr>
          <p:spPr>
            <a:xfrm>
              <a:off x="7594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bj_14302"/>
            <p:cNvSpPr/>
            <p:nvPr/>
          </p:nvSpPr>
          <p:spPr>
            <a:xfrm>
              <a:off x="7759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obj_14303"/>
            <p:cNvSpPr/>
            <p:nvPr/>
          </p:nvSpPr>
          <p:spPr>
            <a:xfrm>
              <a:off x="7924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5" name="obj_14304"/>
            <p:cNvSpPr/>
            <p:nvPr/>
          </p:nvSpPr>
          <p:spPr>
            <a:xfrm>
              <a:off x="8089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bj_14305"/>
            <p:cNvSpPr/>
            <p:nvPr/>
          </p:nvSpPr>
          <p:spPr>
            <a:xfrm>
              <a:off x="8255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bj_14306"/>
            <p:cNvSpPr/>
            <p:nvPr/>
          </p:nvSpPr>
          <p:spPr>
            <a:xfrm>
              <a:off x="8420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bj_14307"/>
            <p:cNvSpPr/>
            <p:nvPr/>
          </p:nvSpPr>
          <p:spPr>
            <a:xfrm>
              <a:off x="8585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bj_14308"/>
            <p:cNvSpPr/>
            <p:nvPr/>
          </p:nvSpPr>
          <p:spPr>
            <a:xfrm>
              <a:off x="6273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bj_14309"/>
            <p:cNvSpPr/>
            <p:nvPr/>
          </p:nvSpPr>
          <p:spPr>
            <a:xfrm>
              <a:off x="6438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bj_14310"/>
            <p:cNvSpPr/>
            <p:nvPr/>
          </p:nvSpPr>
          <p:spPr>
            <a:xfrm>
              <a:off x="6604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bj_14311"/>
            <p:cNvSpPr/>
            <p:nvPr/>
          </p:nvSpPr>
          <p:spPr>
            <a:xfrm>
              <a:off x="6769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bj_14312"/>
            <p:cNvSpPr/>
            <p:nvPr/>
          </p:nvSpPr>
          <p:spPr>
            <a:xfrm>
              <a:off x="6934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obj_14313"/>
            <p:cNvSpPr/>
            <p:nvPr/>
          </p:nvSpPr>
          <p:spPr>
            <a:xfrm>
              <a:off x="7099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5" name="obj_14314"/>
            <p:cNvSpPr/>
            <p:nvPr/>
          </p:nvSpPr>
          <p:spPr>
            <a:xfrm>
              <a:off x="7264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bj_14315"/>
            <p:cNvSpPr/>
            <p:nvPr/>
          </p:nvSpPr>
          <p:spPr>
            <a:xfrm>
              <a:off x="7429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bj_14316"/>
            <p:cNvSpPr/>
            <p:nvPr/>
          </p:nvSpPr>
          <p:spPr>
            <a:xfrm>
              <a:off x="7594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bj_14317"/>
            <p:cNvSpPr/>
            <p:nvPr/>
          </p:nvSpPr>
          <p:spPr>
            <a:xfrm>
              <a:off x="7759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bj_14318"/>
            <p:cNvSpPr/>
            <p:nvPr/>
          </p:nvSpPr>
          <p:spPr>
            <a:xfrm>
              <a:off x="7924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bj_14319"/>
            <p:cNvSpPr/>
            <p:nvPr/>
          </p:nvSpPr>
          <p:spPr>
            <a:xfrm>
              <a:off x="8089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bj_14320"/>
            <p:cNvSpPr/>
            <p:nvPr/>
          </p:nvSpPr>
          <p:spPr>
            <a:xfrm>
              <a:off x="8255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bj_14321"/>
            <p:cNvSpPr/>
            <p:nvPr/>
          </p:nvSpPr>
          <p:spPr>
            <a:xfrm>
              <a:off x="8420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bj_14322"/>
            <p:cNvSpPr/>
            <p:nvPr/>
          </p:nvSpPr>
          <p:spPr>
            <a:xfrm>
              <a:off x="8585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obj_14323"/>
            <p:cNvSpPr txBox="1"/>
            <p:nvPr/>
          </p:nvSpPr>
          <p:spPr>
            <a:xfrm>
              <a:off x="6197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0</a:t>
              </a:r>
            </a:p>
          </p:txBody>
        </p:sp>
        <p:sp>
          <p:nvSpPr>
            <p:cNvPr id="535" name="obj_14324"/>
            <p:cNvSpPr txBox="1"/>
            <p:nvPr/>
          </p:nvSpPr>
          <p:spPr>
            <a:xfrm>
              <a:off x="6197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536" name="obj_14325"/>
            <p:cNvSpPr txBox="1"/>
            <p:nvPr/>
          </p:nvSpPr>
          <p:spPr>
            <a:xfrm>
              <a:off x="8991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A*</a:t>
              </a:r>
            </a:p>
          </p:txBody>
        </p:sp>
        <p:sp>
          <p:nvSpPr>
            <p:cNvPr id="537" name="obj_14326"/>
            <p:cNvSpPr/>
            <p:nvPr/>
          </p:nvSpPr>
          <p:spPr>
            <a:xfrm>
              <a:off x="8750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bj_14327"/>
            <p:cNvSpPr/>
            <p:nvPr/>
          </p:nvSpPr>
          <p:spPr>
            <a:xfrm>
              <a:off x="9067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bj_14328"/>
            <p:cNvSpPr/>
            <p:nvPr/>
          </p:nvSpPr>
          <p:spPr>
            <a:xfrm>
              <a:off x="9232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bj_14329"/>
            <p:cNvSpPr/>
            <p:nvPr/>
          </p:nvSpPr>
          <p:spPr>
            <a:xfrm>
              <a:off x="9398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bj_14330"/>
            <p:cNvSpPr/>
            <p:nvPr/>
          </p:nvSpPr>
          <p:spPr>
            <a:xfrm>
              <a:off x="9563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bj_14331"/>
            <p:cNvSpPr/>
            <p:nvPr/>
          </p:nvSpPr>
          <p:spPr>
            <a:xfrm>
              <a:off x="9728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bj_14332"/>
            <p:cNvSpPr/>
            <p:nvPr/>
          </p:nvSpPr>
          <p:spPr>
            <a:xfrm>
              <a:off x="9893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obj_14333"/>
            <p:cNvSpPr/>
            <p:nvPr/>
          </p:nvSpPr>
          <p:spPr>
            <a:xfrm>
              <a:off x="10058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5" name="obj_14334"/>
            <p:cNvSpPr/>
            <p:nvPr/>
          </p:nvSpPr>
          <p:spPr>
            <a:xfrm>
              <a:off x="10223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bj_14335"/>
            <p:cNvSpPr/>
            <p:nvPr/>
          </p:nvSpPr>
          <p:spPr>
            <a:xfrm>
              <a:off x="10388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bj_14336"/>
            <p:cNvSpPr/>
            <p:nvPr/>
          </p:nvSpPr>
          <p:spPr>
            <a:xfrm>
              <a:off x="10553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bj_14337"/>
            <p:cNvSpPr/>
            <p:nvPr/>
          </p:nvSpPr>
          <p:spPr>
            <a:xfrm>
              <a:off x="10718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bj_14338"/>
            <p:cNvSpPr/>
            <p:nvPr/>
          </p:nvSpPr>
          <p:spPr>
            <a:xfrm>
              <a:off x="10883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bj_14339"/>
            <p:cNvSpPr/>
            <p:nvPr/>
          </p:nvSpPr>
          <p:spPr>
            <a:xfrm>
              <a:off x="11049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bj_14340"/>
            <p:cNvSpPr/>
            <p:nvPr/>
          </p:nvSpPr>
          <p:spPr>
            <a:xfrm>
              <a:off x="11214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bj_14341"/>
            <p:cNvSpPr/>
            <p:nvPr/>
          </p:nvSpPr>
          <p:spPr>
            <a:xfrm>
              <a:off x="11379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bj_14342"/>
            <p:cNvSpPr/>
            <p:nvPr/>
          </p:nvSpPr>
          <p:spPr>
            <a:xfrm>
              <a:off x="9067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bj_14343"/>
            <p:cNvSpPr/>
            <p:nvPr/>
          </p:nvSpPr>
          <p:spPr>
            <a:xfrm>
              <a:off x="9232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bj_14344"/>
            <p:cNvSpPr/>
            <p:nvPr/>
          </p:nvSpPr>
          <p:spPr>
            <a:xfrm>
              <a:off x="9398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bj_14345"/>
            <p:cNvSpPr/>
            <p:nvPr/>
          </p:nvSpPr>
          <p:spPr>
            <a:xfrm>
              <a:off x="9563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bj_14346"/>
            <p:cNvSpPr/>
            <p:nvPr/>
          </p:nvSpPr>
          <p:spPr>
            <a:xfrm>
              <a:off x="9728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bj_14347"/>
            <p:cNvSpPr/>
            <p:nvPr/>
          </p:nvSpPr>
          <p:spPr>
            <a:xfrm>
              <a:off x="9893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bj_14348"/>
            <p:cNvSpPr/>
            <p:nvPr/>
          </p:nvSpPr>
          <p:spPr>
            <a:xfrm>
              <a:off x="10058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bj_14349"/>
            <p:cNvSpPr/>
            <p:nvPr/>
          </p:nvSpPr>
          <p:spPr>
            <a:xfrm>
              <a:off x="10223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bj_14350"/>
            <p:cNvSpPr/>
            <p:nvPr/>
          </p:nvSpPr>
          <p:spPr>
            <a:xfrm>
              <a:off x="10388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bj_14351"/>
            <p:cNvSpPr/>
            <p:nvPr/>
          </p:nvSpPr>
          <p:spPr>
            <a:xfrm>
              <a:off x="10553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bj_14352"/>
            <p:cNvSpPr/>
            <p:nvPr/>
          </p:nvSpPr>
          <p:spPr>
            <a:xfrm>
              <a:off x="10718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bj_14353"/>
            <p:cNvSpPr/>
            <p:nvPr/>
          </p:nvSpPr>
          <p:spPr>
            <a:xfrm>
              <a:off x="10883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bj_14354"/>
            <p:cNvSpPr/>
            <p:nvPr/>
          </p:nvSpPr>
          <p:spPr>
            <a:xfrm>
              <a:off x="11049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bj_14355"/>
            <p:cNvSpPr/>
            <p:nvPr/>
          </p:nvSpPr>
          <p:spPr>
            <a:xfrm>
              <a:off x="11214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bj_14356"/>
            <p:cNvSpPr/>
            <p:nvPr/>
          </p:nvSpPr>
          <p:spPr>
            <a:xfrm>
              <a:off x="11379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bj_14357"/>
            <p:cNvSpPr/>
            <p:nvPr/>
          </p:nvSpPr>
          <p:spPr>
            <a:xfrm>
              <a:off x="9067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bj_14358"/>
            <p:cNvSpPr/>
            <p:nvPr/>
          </p:nvSpPr>
          <p:spPr>
            <a:xfrm>
              <a:off x="9232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bj_14359"/>
            <p:cNvSpPr/>
            <p:nvPr/>
          </p:nvSpPr>
          <p:spPr>
            <a:xfrm>
              <a:off x="9398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bj_14360"/>
            <p:cNvSpPr/>
            <p:nvPr/>
          </p:nvSpPr>
          <p:spPr>
            <a:xfrm>
              <a:off x="9563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bj_14361"/>
            <p:cNvSpPr/>
            <p:nvPr/>
          </p:nvSpPr>
          <p:spPr>
            <a:xfrm>
              <a:off x="9728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bj_14362"/>
            <p:cNvSpPr/>
            <p:nvPr/>
          </p:nvSpPr>
          <p:spPr>
            <a:xfrm>
              <a:off x="9893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bj_14363"/>
            <p:cNvSpPr/>
            <p:nvPr/>
          </p:nvSpPr>
          <p:spPr>
            <a:xfrm>
              <a:off x="10058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bj_14364"/>
            <p:cNvSpPr/>
            <p:nvPr/>
          </p:nvSpPr>
          <p:spPr>
            <a:xfrm>
              <a:off x="10223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bj_14365"/>
            <p:cNvSpPr/>
            <p:nvPr/>
          </p:nvSpPr>
          <p:spPr>
            <a:xfrm>
              <a:off x="10388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bj_14366"/>
            <p:cNvSpPr/>
            <p:nvPr/>
          </p:nvSpPr>
          <p:spPr>
            <a:xfrm>
              <a:off x="10553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bj_14367"/>
            <p:cNvSpPr/>
            <p:nvPr/>
          </p:nvSpPr>
          <p:spPr>
            <a:xfrm>
              <a:off x="10718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bj_14368"/>
            <p:cNvSpPr/>
            <p:nvPr/>
          </p:nvSpPr>
          <p:spPr>
            <a:xfrm>
              <a:off x="10883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bj_14369"/>
            <p:cNvSpPr/>
            <p:nvPr/>
          </p:nvSpPr>
          <p:spPr>
            <a:xfrm>
              <a:off x="11049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bj_14370"/>
            <p:cNvSpPr/>
            <p:nvPr/>
          </p:nvSpPr>
          <p:spPr>
            <a:xfrm>
              <a:off x="11214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bj_14371"/>
            <p:cNvSpPr/>
            <p:nvPr/>
          </p:nvSpPr>
          <p:spPr>
            <a:xfrm>
              <a:off x="11379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bj_14372"/>
            <p:cNvSpPr/>
            <p:nvPr/>
          </p:nvSpPr>
          <p:spPr>
            <a:xfrm>
              <a:off x="9067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bj_14373"/>
            <p:cNvSpPr/>
            <p:nvPr/>
          </p:nvSpPr>
          <p:spPr>
            <a:xfrm>
              <a:off x="9232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bj_14374"/>
            <p:cNvSpPr/>
            <p:nvPr/>
          </p:nvSpPr>
          <p:spPr>
            <a:xfrm>
              <a:off x="9398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bj_14375"/>
            <p:cNvSpPr/>
            <p:nvPr/>
          </p:nvSpPr>
          <p:spPr>
            <a:xfrm>
              <a:off x="9563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bj_14376"/>
            <p:cNvSpPr/>
            <p:nvPr/>
          </p:nvSpPr>
          <p:spPr>
            <a:xfrm>
              <a:off x="9728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bj_14377"/>
            <p:cNvSpPr/>
            <p:nvPr/>
          </p:nvSpPr>
          <p:spPr>
            <a:xfrm>
              <a:off x="9893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9" name="obj_14378"/>
            <p:cNvSpPr/>
            <p:nvPr/>
          </p:nvSpPr>
          <p:spPr>
            <a:xfrm>
              <a:off x="10058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0" name="obj_14379"/>
            <p:cNvSpPr/>
            <p:nvPr/>
          </p:nvSpPr>
          <p:spPr>
            <a:xfrm>
              <a:off x="10223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1" name="obj_14380"/>
            <p:cNvSpPr/>
            <p:nvPr/>
          </p:nvSpPr>
          <p:spPr>
            <a:xfrm>
              <a:off x="10388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2" name="obj_14381"/>
            <p:cNvSpPr/>
            <p:nvPr/>
          </p:nvSpPr>
          <p:spPr>
            <a:xfrm>
              <a:off x="10553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obj_14382"/>
            <p:cNvSpPr/>
            <p:nvPr/>
          </p:nvSpPr>
          <p:spPr>
            <a:xfrm>
              <a:off x="10718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4" name="obj_14383"/>
            <p:cNvSpPr/>
            <p:nvPr/>
          </p:nvSpPr>
          <p:spPr>
            <a:xfrm>
              <a:off x="10883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5" name="obj_14384"/>
            <p:cNvSpPr/>
            <p:nvPr/>
          </p:nvSpPr>
          <p:spPr>
            <a:xfrm>
              <a:off x="11049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6" name="obj_14385"/>
            <p:cNvSpPr/>
            <p:nvPr/>
          </p:nvSpPr>
          <p:spPr>
            <a:xfrm>
              <a:off x="11214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7" name="obj_14386"/>
            <p:cNvSpPr/>
            <p:nvPr/>
          </p:nvSpPr>
          <p:spPr>
            <a:xfrm>
              <a:off x="11379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8" name="obj_14387"/>
            <p:cNvSpPr/>
            <p:nvPr/>
          </p:nvSpPr>
          <p:spPr>
            <a:xfrm>
              <a:off x="9067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9" name="obj_14388"/>
            <p:cNvSpPr/>
            <p:nvPr/>
          </p:nvSpPr>
          <p:spPr>
            <a:xfrm>
              <a:off x="9232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0" name="obj_14389"/>
            <p:cNvSpPr/>
            <p:nvPr/>
          </p:nvSpPr>
          <p:spPr>
            <a:xfrm>
              <a:off x="9398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1" name="obj_14390"/>
            <p:cNvSpPr/>
            <p:nvPr/>
          </p:nvSpPr>
          <p:spPr>
            <a:xfrm>
              <a:off x="9563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2" name="obj_14391"/>
            <p:cNvSpPr/>
            <p:nvPr/>
          </p:nvSpPr>
          <p:spPr>
            <a:xfrm>
              <a:off x="9728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3" name="obj_14392"/>
            <p:cNvSpPr/>
            <p:nvPr/>
          </p:nvSpPr>
          <p:spPr>
            <a:xfrm>
              <a:off x="9893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4" name="obj_14393"/>
            <p:cNvSpPr/>
            <p:nvPr/>
          </p:nvSpPr>
          <p:spPr>
            <a:xfrm>
              <a:off x="10058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5" name="obj_14394"/>
            <p:cNvSpPr/>
            <p:nvPr/>
          </p:nvSpPr>
          <p:spPr>
            <a:xfrm>
              <a:off x="10223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6" name="obj_14395"/>
            <p:cNvSpPr/>
            <p:nvPr/>
          </p:nvSpPr>
          <p:spPr>
            <a:xfrm>
              <a:off x="10388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7" name="obj_14396"/>
            <p:cNvSpPr/>
            <p:nvPr/>
          </p:nvSpPr>
          <p:spPr>
            <a:xfrm>
              <a:off x="10553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8" name="obj_14397"/>
            <p:cNvSpPr/>
            <p:nvPr/>
          </p:nvSpPr>
          <p:spPr>
            <a:xfrm>
              <a:off x="10718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9" name="obj_14398"/>
            <p:cNvSpPr/>
            <p:nvPr/>
          </p:nvSpPr>
          <p:spPr>
            <a:xfrm>
              <a:off x="10883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0" name="obj_14399"/>
            <p:cNvSpPr/>
            <p:nvPr/>
          </p:nvSpPr>
          <p:spPr>
            <a:xfrm>
              <a:off x="11049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1" name="obj_14400"/>
            <p:cNvSpPr/>
            <p:nvPr/>
          </p:nvSpPr>
          <p:spPr>
            <a:xfrm>
              <a:off x="11214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2" name="obj_14401"/>
            <p:cNvSpPr/>
            <p:nvPr/>
          </p:nvSpPr>
          <p:spPr>
            <a:xfrm>
              <a:off x="11379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3" name="obj_14402"/>
            <p:cNvSpPr/>
            <p:nvPr/>
          </p:nvSpPr>
          <p:spPr>
            <a:xfrm>
              <a:off x="9067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4" name="obj_14403"/>
            <p:cNvSpPr/>
            <p:nvPr/>
          </p:nvSpPr>
          <p:spPr>
            <a:xfrm>
              <a:off x="9232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5" name="obj_14404"/>
            <p:cNvSpPr/>
            <p:nvPr/>
          </p:nvSpPr>
          <p:spPr>
            <a:xfrm>
              <a:off x="9258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6" name="obj_14405"/>
            <p:cNvSpPr/>
            <p:nvPr/>
          </p:nvSpPr>
          <p:spPr>
            <a:xfrm>
              <a:off x="9252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7" name="obj_14406"/>
            <p:cNvSpPr txBox="1"/>
            <p:nvPr/>
          </p:nvSpPr>
          <p:spPr>
            <a:xfrm>
              <a:off x="9252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618" name="obj_14407"/>
            <p:cNvSpPr/>
            <p:nvPr/>
          </p:nvSpPr>
          <p:spPr>
            <a:xfrm>
              <a:off x="9398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9" name="obj_14408"/>
            <p:cNvSpPr/>
            <p:nvPr/>
          </p:nvSpPr>
          <p:spPr>
            <a:xfrm>
              <a:off x="9563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0" name="obj_14409"/>
            <p:cNvSpPr/>
            <p:nvPr/>
          </p:nvSpPr>
          <p:spPr>
            <a:xfrm>
              <a:off x="9728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1" name="obj_14410"/>
            <p:cNvSpPr/>
            <p:nvPr/>
          </p:nvSpPr>
          <p:spPr>
            <a:xfrm>
              <a:off x="9893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2" name="obj_14411"/>
            <p:cNvSpPr/>
            <p:nvPr/>
          </p:nvSpPr>
          <p:spPr>
            <a:xfrm>
              <a:off x="10058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3" name="obj_14412"/>
            <p:cNvSpPr/>
            <p:nvPr/>
          </p:nvSpPr>
          <p:spPr>
            <a:xfrm>
              <a:off x="10223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 name="obj_14413"/>
            <p:cNvSpPr/>
            <p:nvPr/>
          </p:nvSpPr>
          <p:spPr>
            <a:xfrm>
              <a:off x="10388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5" name="obj_14414"/>
            <p:cNvSpPr/>
            <p:nvPr/>
          </p:nvSpPr>
          <p:spPr>
            <a:xfrm>
              <a:off x="10553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6" name="obj_14415"/>
            <p:cNvSpPr/>
            <p:nvPr/>
          </p:nvSpPr>
          <p:spPr>
            <a:xfrm>
              <a:off x="10718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7" name="obj_14416"/>
            <p:cNvSpPr/>
            <p:nvPr/>
          </p:nvSpPr>
          <p:spPr>
            <a:xfrm>
              <a:off x="10883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8" name="obj_14417"/>
            <p:cNvSpPr/>
            <p:nvPr/>
          </p:nvSpPr>
          <p:spPr>
            <a:xfrm>
              <a:off x="11049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9" name="obj_14418"/>
            <p:cNvSpPr/>
            <p:nvPr/>
          </p:nvSpPr>
          <p:spPr>
            <a:xfrm>
              <a:off x="11214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0" name="obj_14419"/>
            <p:cNvSpPr/>
            <p:nvPr/>
          </p:nvSpPr>
          <p:spPr>
            <a:xfrm>
              <a:off x="11233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1" name="obj_14420"/>
            <p:cNvSpPr txBox="1"/>
            <p:nvPr/>
          </p:nvSpPr>
          <p:spPr>
            <a:xfrm>
              <a:off x="11233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632" name="obj_14421"/>
            <p:cNvSpPr/>
            <p:nvPr/>
          </p:nvSpPr>
          <p:spPr>
            <a:xfrm>
              <a:off x="11379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3" name="obj_14422"/>
            <p:cNvSpPr/>
            <p:nvPr/>
          </p:nvSpPr>
          <p:spPr>
            <a:xfrm>
              <a:off x="9067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4" name="obj_14423"/>
            <p:cNvSpPr/>
            <p:nvPr/>
          </p:nvSpPr>
          <p:spPr>
            <a:xfrm>
              <a:off x="9232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5" name="obj_14424"/>
            <p:cNvSpPr/>
            <p:nvPr/>
          </p:nvSpPr>
          <p:spPr>
            <a:xfrm>
              <a:off x="9398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6" name="obj_14425"/>
            <p:cNvSpPr/>
            <p:nvPr/>
          </p:nvSpPr>
          <p:spPr>
            <a:xfrm>
              <a:off x="9563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7" name="obj_14426"/>
            <p:cNvSpPr/>
            <p:nvPr/>
          </p:nvSpPr>
          <p:spPr>
            <a:xfrm>
              <a:off x="9728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8" name="obj_14427"/>
            <p:cNvSpPr/>
            <p:nvPr/>
          </p:nvSpPr>
          <p:spPr>
            <a:xfrm>
              <a:off x="9893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9" name="obj_14428"/>
            <p:cNvSpPr/>
            <p:nvPr/>
          </p:nvSpPr>
          <p:spPr>
            <a:xfrm>
              <a:off x="10058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0" name="obj_14429"/>
            <p:cNvSpPr/>
            <p:nvPr/>
          </p:nvSpPr>
          <p:spPr>
            <a:xfrm>
              <a:off x="10223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1" name="obj_14430"/>
            <p:cNvSpPr/>
            <p:nvPr/>
          </p:nvSpPr>
          <p:spPr>
            <a:xfrm>
              <a:off x="10388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2" name="obj_14431"/>
            <p:cNvSpPr/>
            <p:nvPr/>
          </p:nvSpPr>
          <p:spPr>
            <a:xfrm>
              <a:off x="10553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3" name="obj_14432"/>
            <p:cNvSpPr/>
            <p:nvPr/>
          </p:nvSpPr>
          <p:spPr>
            <a:xfrm>
              <a:off x="10718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4" name="obj_14433"/>
            <p:cNvSpPr/>
            <p:nvPr/>
          </p:nvSpPr>
          <p:spPr>
            <a:xfrm>
              <a:off x="10883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5" name="obj_14434"/>
            <p:cNvSpPr/>
            <p:nvPr/>
          </p:nvSpPr>
          <p:spPr>
            <a:xfrm>
              <a:off x="11049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6" name="obj_14435"/>
            <p:cNvSpPr/>
            <p:nvPr/>
          </p:nvSpPr>
          <p:spPr>
            <a:xfrm>
              <a:off x="11214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7" name="obj_14436"/>
            <p:cNvSpPr/>
            <p:nvPr/>
          </p:nvSpPr>
          <p:spPr>
            <a:xfrm>
              <a:off x="11379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8" name="obj_14437"/>
            <p:cNvSpPr/>
            <p:nvPr/>
          </p:nvSpPr>
          <p:spPr>
            <a:xfrm>
              <a:off x="9067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9" name="obj_14438"/>
            <p:cNvSpPr/>
            <p:nvPr/>
          </p:nvSpPr>
          <p:spPr>
            <a:xfrm>
              <a:off x="9232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0" name="obj_14439"/>
            <p:cNvSpPr/>
            <p:nvPr/>
          </p:nvSpPr>
          <p:spPr>
            <a:xfrm>
              <a:off x="9398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1" name="obj_14440"/>
            <p:cNvSpPr/>
            <p:nvPr/>
          </p:nvSpPr>
          <p:spPr>
            <a:xfrm>
              <a:off x="9563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2" name="obj_14441"/>
            <p:cNvSpPr/>
            <p:nvPr/>
          </p:nvSpPr>
          <p:spPr>
            <a:xfrm>
              <a:off x="9728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3" name="obj_14442"/>
            <p:cNvSpPr/>
            <p:nvPr/>
          </p:nvSpPr>
          <p:spPr>
            <a:xfrm>
              <a:off x="9893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4" name="obj_14443"/>
            <p:cNvSpPr/>
            <p:nvPr/>
          </p:nvSpPr>
          <p:spPr>
            <a:xfrm>
              <a:off x="10058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5" name="obj_14444"/>
            <p:cNvSpPr/>
            <p:nvPr/>
          </p:nvSpPr>
          <p:spPr>
            <a:xfrm>
              <a:off x="10223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6" name="obj_14445"/>
            <p:cNvSpPr/>
            <p:nvPr/>
          </p:nvSpPr>
          <p:spPr>
            <a:xfrm>
              <a:off x="10388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7" name="obj_14446"/>
            <p:cNvSpPr/>
            <p:nvPr/>
          </p:nvSpPr>
          <p:spPr>
            <a:xfrm>
              <a:off x="10553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8" name="obj_14447"/>
            <p:cNvSpPr/>
            <p:nvPr/>
          </p:nvSpPr>
          <p:spPr>
            <a:xfrm>
              <a:off x="10718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9" name="obj_14448"/>
            <p:cNvSpPr/>
            <p:nvPr/>
          </p:nvSpPr>
          <p:spPr>
            <a:xfrm>
              <a:off x="10883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0" name="obj_14449"/>
            <p:cNvSpPr/>
            <p:nvPr/>
          </p:nvSpPr>
          <p:spPr>
            <a:xfrm>
              <a:off x="11049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1" name="obj_14450"/>
            <p:cNvSpPr/>
            <p:nvPr/>
          </p:nvSpPr>
          <p:spPr>
            <a:xfrm>
              <a:off x="11214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2" name="obj_14451"/>
            <p:cNvSpPr/>
            <p:nvPr/>
          </p:nvSpPr>
          <p:spPr>
            <a:xfrm>
              <a:off x="11379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3" name="obj_14452"/>
            <p:cNvSpPr/>
            <p:nvPr/>
          </p:nvSpPr>
          <p:spPr>
            <a:xfrm>
              <a:off x="9067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4" name="obj_14453"/>
            <p:cNvSpPr/>
            <p:nvPr/>
          </p:nvSpPr>
          <p:spPr>
            <a:xfrm>
              <a:off x="9232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5" name="obj_14454"/>
            <p:cNvSpPr/>
            <p:nvPr/>
          </p:nvSpPr>
          <p:spPr>
            <a:xfrm>
              <a:off x="9398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6" name="obj_14455"/>
            <p:cNvSpPr/>
            <p:nvPr/>
          </p:nvSpPr>
          <p:spPr>
            <a:xfrm>
              <a:off x="9563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7" name="obj_14456"/>
            <p:cNvSpPr/>
            <p:nvPr/>
          </p:nvSpPr>
          <p:spPr>
            <a:xfrm>
              <a:off x="9728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8" name="obj_14457"/>
            <p:cNvSpPr/>
            <p:nvPr/>
          </p:nvSpPr>
          <p:spPr>
            <a:xfrm>
              <a:off x="9893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9" name="obj_14458"/>
            <p:cNvSpPr/>
            <p:nvPr/>
          </p:nvSpPr>
          <p:spPr>
            <a:xfrm>
              <a:off x="10058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0" name="obj_14459"/>
            <p:cNvSpPr/>
            <p:nvPr/>
          </p:nvSpPr>
          <p:spPr>
            <a:xfrm>
              <a:off x="10223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1" name="obj_14460"/>
            <p:cNvSpPr/>
            <p:nvPr/>
          </p:nvSpPr>
          <p:spPr>
            <a:xfrm>
              <a:off x="10388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2" name="obj_14461"/>
            <p:cNvSpPr/>
            <p:nvPr/>
          </p:nvSpPr>
          <p:spPr>
            <a:xfrm>
              <a:off x="10553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3" name="obj_14462"/>
            <p:cNvSpPr/>
            <p:nvPr/>
          </p:nvSpPr>
          <p:spPr>
            <a:xfrm>
              <a:off x="10718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4" name="obj_14463"/>
            <p:cNvSpPr/>
            <p:nvPr/>
          </p:nvSpPr>
          <p:spPr>
            <a:xfrm>
              <a:off x="10883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5" name="obj_14464"/>
            <p:cNvSpPr/>
            <p:nvPr/>
          </p:nvSpPr>
          <p:spPr>
            <a:xfrm>
              <a:off x="11049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6" name="obj_14465"/>
            <p:cNvSpPr/>
            <p:nvPr/>
          </p:nvSpPr>
          <p:spPr>
            <a:xfrm>
              <a:off x="11214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7" name="obj_14466"/>
            <p:cNvSpPr/>
            <p:nvPr/>
          </p:nvSpPr>
          <p:spPr>
            <a:xfrm>
              <a:off x="11379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8" name="obj_14467"/>
            <p:cNvSpPr/>
            <p:nvPr/>
          </p:nvSpPr>
          <p:spPr>
            <a:xfrm>
              <a:off x="9067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9" name="obj_14468"/>
            <p:cNvSpPr/>
            <p:nvPr/>
          </p:nvSpPr>
          <p:spPr>
            <a:xfrm>
              <a:off x="9232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0" name="obj_14469"/>
            <p:cNvSpPr/>
            <p:nvPr/>
          </p:nvSpPr>
          <p:spPr>
            <a:xfrm>
              <a:off x="9398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1" name="obj_14470"/>
            <p:cNvSpPr/>
            <p:nvPr/>
          </p:nvSpPr>
          <p:spPr>
            <a:xfrm>
              <a:off x="9563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2" name="obj_14471"/>
            <p:cNvSpPr/>
            <p:nvPr/>
          </p:nvSpPr>
          <p:spPr>
            <a:xfrm>
              <a:off x="9728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3" name="obj_14472"/>
            <p:cNvSpPr/>
            <p:nvPr/>
          </p:nvSpPr>
          <p:spPr>
            <a:xfrm>
              <a:off x="9893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4" name="obj_14473"/>
            <p:cNvSpPr/>
            <p:nvPr/>
          </p:nvSpPr>
          <p:spPr>
            <a:xfrm>
              <a:off x="10058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5" name="obj_14474"/>
            <p:cNvSpPr/>
            <p:nvPr/>
          </p:nvSpPr>
          <p:spPr>
            <a:xfrm>
              <a:off x="10223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6" name="obj_14475"/>
            <p:cNvSpPr/>
            <p:nvPr/>
          </p:nvSpPr>
          <p:spPr>
            <a:xfrm>
              <a:off x="10388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7" name="obj_14476"/>
            <p:cNvSpPr/>
            <p:nvPr/>
          </p:nvSpPr>
          <p:spPr>
            <a:xfrm>
              <a:off x="10553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8" name="obj_14477"/>
            <p:cNvSpPr/>
            <p:nvPr/>
          </p:nvSpPr>
          <p:spPr>
            <a:xfrm>
              <a:off x="10718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9" name="obj_14478"/>
            <p:cNvSpPr/>
            <p:nvPr/>
          </p:nvSpPr>
          <p:spPr>
            <a:xfrm>
              <a:off x="10883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0" name="obj_14479"/>
            <p:cNvSpPr/>
            <p:nvPr/>
          </p:nvSpPr>
          <p:spPr>
            <a:xfrm>
              <a:off x="11049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1" name="obj_14480"/>
            <p:cNvSpPr/>
            <p:nvPr/>
          </p:nvSpPr>
          <p:spPr>
            <a:xfrm>
              <a:off x="11214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2" name="obj_14481"/>
            <p:cNvSpPr/>
            <p:nvPr/>
          </p:nvSpPr>
          <p:spPr>
            <a:xfrm>
              <a:off x="11379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3" name="obj_14482"/>
            <p:cNvSpPr/>
            <p:nvPr/>
          </p:nvSpPr>
          <p:spPr>
            <a:xfrm>
              <a:off x="9067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4" name="obj_14483"/>
            <p:cNvSpPr/>
            <p:nvPr/>
          </p:nvSpPr>
          <p:spPr>
            <a:xfrm>
              <a:off x="9232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5" name="obj_14484"/>
            <p:cNvSpPr/>
            <p:nvPr/>
          </p:nvSpPr>
          <p:spPr>
            <a:xfrm>
              <a:off x="9398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6" name="obj_14485"/>
            <p:cNvSpPr/>
            <p:nvPr/>
          </p:nvSpPr>
          <p:spPr>
            <a:xfrm>
              <a:off x="9563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7" name="obj_14486"/>
            <p:cNvSpPr/>
            <p:nvPr/>
          </p:nvSpPr>
          <p:spPr>
            <a:xfrm>
              <a:off x="9728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8" name="obj_14487"/>
            <p:cNvSpPr/>
            <p:nvPr/>
          </p:nvSpPr>
          <p:spPr>
            <a:xfrm>
              <a:off x="9893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9" name="obj_14488"/>
            <p:cNvSpPr/>
            <p:nvPr/>
          </p:nvSpPr>
          <p:spPr>
            <a:xfrm>
              <a:off x="10058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0" name="obj_14489"/>
            <p:cNvSpPr/>
            <p:nvPr/>
          </p:nvSpPr>
          <p:spPr>
            <a:xfrm>
              <a:off x="10223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1" name="obj_14490"/>
            <p:cNvSpPr/>
            <p:nvPr/>
          </p:nvSpPr>
          <p:spPr>
            <a:xfrm>
              <a:off x="10388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2" name="obj_14491"/>
            <p:cNvSpPr/>
            <p:nvPr/>
          </p:nvSpPr>
          <p:spPr>
            <a:xfrm>
              <a:off x="10553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3" name="obj_14492"/>
            <p:cNvSpPr/>
            <p:nvPr/>
          </p:nvSpPr>
          <p:spPr>
            <a:xfrm>
              <a:off x="10718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4" name="obj_14493"/>
            <p:cNvSpPr/>
            <p:nvPr/>
          </p:nvSpPr>
          <p:spPr>
            <a:xfrm>
              <a:off x="10883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5" name="obj_14494"/>
            <p:cNvSpPr/>
            <p:nvPr/>
          </p:nvSpPr>
          <p:spPr>
            <a:xfrm>
              <a:off x="11049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6" name="obj_14495"/>
            <p:cNvSpPr/>
            <p:nvPr/>
          </p:nvSpPr>
          <p:spPr>
            <a:xfrm>
              <a:off x="11214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7" name="obj_14496"/>
            <p:cNvSpPr/>
            <p:nvPr/>
          </p:nvSpPr>
          <p:spPr>
            <a:xfrm>
              <a:off x="11379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8" name="obj_14497"/>
            <p:cNvSpPr txBox="1"/>
            <p:nvPr/>
          </p:nvSpPr>
          <p:spPr>
            <a:xfrm>
              <a:off x="8991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0</a:t>
              </a:r>
            </a:p>
          </p:txBody>
        </p:sp>
        <p:sp>
          <p:nvSpPr>
            <p:cNvPr id="709" name="obj_14498"/>
            <p:cNvSpPr txBox="1"/>
            <p:nvPr/>
          </p:nvSpPr>
          <p:spPr>
            <a:xfrm>
              <a:off x="8991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710" name="obj_14499"/>
            <p:cNvSpPr txBox="1"/>
            <p:nvPr/>
          </p:nvSpPr>
          <p:spPr>
            <a:xfrm>
              <a:off x="609600" y="5499100"/>
              <a:ext cx="10985500" cy="3175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Начальные очереди</a:t>
              </a:r>
            </a:p>
          </p:txBody>
        </p:sp>
      </p:grpSp>
      <p:grpSp>
        <p:nvGrpSpPr>
          <p:cNvPr id="3" name="comparison_20"/>
          <p:cNvGrpSpPr/>
          <p:nvPr/>
        </p:nvGrpSpPr>
        <p:grpSpPr>
          <a:xfrm>
            <a:off x="368300" y="1625600"/>
            <a:ext cx="11341100" cy="4254500"/>
            <a:chOff x="368300" y="1625600"/>
            <a:chExt cx="11341100" cy="4254500"/>
          </a:xfrm>
        </p:grpSpPr>
        <p:sp>
          <p:nvSpPr>
            <p:cNvPr id="711" name="obj_14501"/>
            <p:cNvSpPr/>
            <p:nvPr/>
          </p:nvSpPr>
          <p:spPr>
            <a:xfrm>
              <a:off x="482600" y="16256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2" name="obj_14502"/>
            <p:cNvSpPr txBox="1"/>
            <p:nvPr/>
          </p:nvSpPr>
          <p:spPr>
            <a:xfrm>
              <a:off x="609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BFS</a:t>
              </a:r>
            </a:p>
          </p:txBody>
        </p:sp>
        <p:sp>
          <p:nvSpPr>
            <p:cNvPr id="713" name="obj_14503"/>
            <p:cNvSpPr/>
            <p:nvPr/>
          </p:nvSpPr>
          <p:spPr>
            <a:xfrm>
              <a:off x="368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4" name="obj_14504"/>
            <p:cNvSpPr/>
            <p:nvPr/>
          </p:nvSpPr>
          <p:spPr>
            <a:xfrm>
              <a:off x="685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5" name="obj_14505"/>
            <p:cNvSpPr/>
            <p:nvPr/>
          </p:nvSpPr>
          <p:spPr>
            <a:xfrm>
              <a:off x="850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6" name="obj_14506"/>
            <p:cNvSpPr/>
            <p:nvPr/>
          </p:nvSpPr>
          <p:spPr>
            <a:xfrm>
              <a:off x="1016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7" name="obj_14507"/>
            <p:cNvSpPr/>
            <p:nvPr/>
          </p:nvSpPr>
          <p:spPr>
            <a:xfrm>
              <a:off x="1181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8" name="obj_14508"/>
            <p:cNvSpPr/>
            <p:nvPr/>
          </p:nvSpPr>
          <p:spPr>
            <a:xfrm>
              <a:off x="1346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9" name="obj_14509"/>
            <p:cNvSpPr/>
            <p:nvPr/>
          </p:nvSpPr>
          <p:spPr>
            <a:xfrm>
              <a:off x="1511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0" name="obj_14510"/>
            <p:cNvSpPr/>
            <p:nvPr/>
          </p:nvSpPr>
          <p:spPr>
            <a:xfrm>
              <a:off x="1676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1" name="obj_14511"/>
            <p:cNvSpPr/>
            <p:nvPr/>
          </p:nvSpPr>
          <p:spPr>
            <a:xfrm>
              <a:off x="1841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2" name="obj_14512"/>
            <p:cNvSpPr/>
            <p:nvPr/>
          </p:nvSpPr>
          <p:spPr>
            <a:xfrm>
              <a:off x="2006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3" name="obj_14513"/>
            <p:cNvSpPr/>
            <p:nvPr/>
          </p:nvSpPr>
          <p:spPr>
            <a:xfrm>
              <a:off x="2171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4" name="obj_14514"/>
            <p:cNvSpPr/>
            <p:nvPr/>
          </p:nvSpPr>
          <p:spPr>
            <a:xfrm>
              <a:off x="2336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5" name="obj_14515"/>
            <p:cNvSpPr/>
            <p:nvPr/>
          </p:nvSpPr>
          <p:spPr>
            <a:xfrm>
              <a:off x="2501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6" name="obj_14516"/>
            <p:cNvSpPr/>
            <p:nvPr/>
          </p:nvSpPr>
          <p:spPr>
            <a:xfrm>
              <a:off x="2667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7" name="obj_14517"/>
            <p:cNvSpPr/>
            <p:nvPr/>
          </p:nvSpPr>
          <p:spPr>
            <a:xfrm>
              <a:off x="2832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8" name="obj_14518"/>
            <p:cNvSpPr/>
            <p:nvPr/>
          </p:nvSpPr>
          <p:spPr>
            <a:xfrm>
              <a:off x="2997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9" name="obj_14519"/>
            <p:cNvSpPr/>
            <p:nvPr/>
          </p:nvSpPr>
          <p:spPr>
            <a:xfrm>
              <a:off x="685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0" name="obj_14520"/>
            <p:cNvSpPr/>
            <p:nvPr/>
          </p:nvSpPr>
          <p:spPr>
            <a:xfrm>
              <a:off x="850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1" name="obj_14521"/>
            <p:cNvSpPr/>
            <p:nvPr/>
          </p:nvSpPr>
          <p:spPr>
            <a:xfrm>
              <a:off x="1016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2" name="obj_14522"/>
            <p:cNvSpPr/>
            <p:nvPr/>
          </p:nvSpPr>
          <p:spPr>
            <a:xfrm>
              <a:off x="1181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3" name="obj_14523"/>
            <p:cNvSpPr/>
            <p:nvPr/>
          </p:nvSpPr>
          <p:spPr>
            <a:xfrm>
              <a:off x="1346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4" name="obj_14524"/>
            <p:cNvSpPr/>
            <p:nvPr/>
          </p:nvSpPr>
          <p:spPr>
            <a:xfrm>
              <a:off x="1511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5" name="obj_14525"/>
            <p:cNvSpPr/>
            <p:nvPr/>
          </p:nvSpPr>
          <p:spPr>
            <a:xfrm>
              <a:off x="1676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6" name="obj_14526"/>
            <p:cNvSpPr/>
            <p:nvPr/>
          </p:nvSpPr>
          <p:spPr>
            <a:xfrm>
              <a:off x="1841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7" name="obj_14527"/>
            <p:cNvSpPr/>
            <p:nvPr/>
          </p:nvSpPr>
          <p:spPr>
            <a:xfrm>
              <a:off x="2006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8" name="obj_14528"/>
            <p:cNvSpPr/>
            <p:nvPr/>
          </p:nvSpPr>
          <p:spPr>
            <a:xfrm>
              <a:off x="2171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9" name="obj_14529"/>
            <p:cNvSpPr/>
            <p:nvPr/>
          </p:nvSpPr>
          <p:spPr>
            <a:xfrm>
              <a:off x="2336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0" name="obj_14530"/>
            <p:cNvSpPr/>
            <p:nvPr/>
          </p:nvSpPr>
          <p:spPr>
            <a:xfrm>
              <a:off x="2501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1" name="obj_14531"/>
            <p:cNvSpPr/>
            <p:nvPr/>
          </p:nvSpPr>
          <p:spPr>
            <a:xfrm>
              <a:off x="2667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2" name="obj_14532"/>
            <p:cNvSpPr/>
            <p:nvPr/>
          </p:nvSpPr>
          <p:spPr>
            <a:xfrm>
              <a:off x="2832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3" name="obj_14533"/>
            <p:cNvSpPr/>
            <p:nvPr/>
          </p:nvSpPr>
          <p:spPr>
            <a:xfrm>
              <a:off x="2997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4" name="obj_14534"/>
            <p:cNvSpPr/>
            <p:nvPr/>
          </p:nvSpPr>
          <p:spPr>
            <a:xfrm>
              <a:off x="685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5" name="obj_14535"/>
            <p:cNvSpPr/>
            <p:nvPr/>
          </p:nvSpPr>
          <p:spPr>
            <a:xfrm>
              <a:off x="7112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6" name="obj_14536"/>
            <p:cNvSpPr/>
            <p:nvPr/>
          </p:nvSpPr>
          <p:spPr>
            <a:xfrm>
              <a:off x="850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7" name="obj_14537"/>
            <p:cNvSpPr/>
            <p:nvPr/>
          </p:nvSpPr>
          <p:spPr>
            <a:xfrm>
              <a:off x="8763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8" name="obj_14538"/>
            <p:cNvSpPr/>
            <p:nvPr/>
          </p:nvSpPr>
          <p:spPr>
            <a:xfrm>
              <a:off x="1016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9" name="obj_14539"/>
            <p:cNvSpPr/>
            <p:nvPr/>
          </p:nvSpPr>
          <p:spPr>
            <a:xfrm>
              <a:off x="1181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0" name="obj_14540"/>
            <p:cNvSpPr/>
            <p:nvPr/>
          </p:nvSpPr>
          <p:spPr>
            <a:xfrm>
              <a:off x="1346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1" name="obj_14541"/>
            <p:cNvSpPr/>
            <p:nvPr/>
          </p:nvSpPr>
          <p:spPr>
            <a:xfrm>
              <a:off x="1511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2" name="obj_14542"/>
            <p:cNvSpPr/>
            <p:nvPr/>
          </p:nvSpPr>
          <p:spPr>
            <a:xfrm>
              <a:off x="1676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3" name="obj_14543"/>
            <p:cNvSpPr/>
            <p:nvPr/>
          </p:nvSpPr>
          <p:spPr>
            <a:xfrm>
              <a:off x="1841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4" name="obj_14544"/>
            <p:cNvSpPr/>
            <p:nvPr/>
          </p:nvSpPr>
          <p:spPr>
            <a:xfrm>
              <a:off x="2006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5" name="obj_14545"/>
            <p:cNvSpPr/>
            <p:nvPr/>
          </p:nvSpPr>
          <p:spPr>
            <a:xfrm>
              <a:off x="2171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6" name="obj_14546"/>
            <p:cNvSpPr/>
            <p:nvPr/>
          </p:nvSpPr>
          <p:spPr>
            <a:xfrm>
              <a:off x="2336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7" name="obj_14547"/>
            <p:cNvSpPr/>
            <p:nvPr/>
          </p:nvSpPr>
          <p:spPr>
            <a:xfrm>
              <a:off x="2501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8" name="obj_14548"/>
            <p:cNvSpPr/>
            <p:nvPr/>
          </p:nvSpPr>
          <p:spPr>
            <a:xfrm>
              <a:off x="2667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9" name="obj_14549"/>
            <p:cNvSpPr/>
            <p:nvPr/>
          </p:nvSpPr>
          <p:spPr>
            <a:xfrm>
              <a:off x="2832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0" name="obj_14550"/>
            <p:cNvSpPr/>
            <p:nvPr/>
          </p:nvSpPr>
          <p:spPr>
            <a:xfrm>
              <a:off x="2997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1" name="obj_14551"/>
            <p:cNvSpPr/>
            <p:nvPr/>
          </p:nvSpPr>
          <p:spPr>
            <a:xfrm>
              <a:off x="685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2" name="obj_14552"/>
            <p:cNvSpPr/>
            <p:nvPr/>
          </p:nvSpPr>
          <p:spPr>
            <a:xfrm>
              <a:off x="725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3" name="obj_14553"/>
            <p:cNvSpPr/>
            <p:nvPr/>
          </p:nvSpPr>
          <p:spPr>
            <a:xfrm>
              <a:off x="850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4" name="obj_14554"/>
            <p:cNvSpPr/>
            <p:nvPr/>
          </p:nvSpPr>
          <p:spPr>
            <a:xfrm>
              <a:off x="890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5" name="obj_14555"/>
            <p:cNvSpPr/>
            <p:nvPr/>
          </p:nvSpPr>
          <p:spPr>
            <a:xfrm>
              <a:off x="1016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6" name="obj_14556"/>
            <p:cNvSpPr/>
            <p:nvPr/>
          </p:nvSpPr>
          <p:spPr>
            <a:xfrm>
              <a:off x="1055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7" name="obj_14557"/>
            <p:cNvSpPr/>
            <p:nvPr/>
          </p:nvSpPr>
          <p:spPr>
            <a:xfrm>
              <a:off x="1181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8" name="obj_14558"/>
            <p:cNvSpPr/>
            <p:nvPr/>
          </p:nvSpPr>
          <p:spPr>
            <a:xfrm>
              <a:off x="12065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9" name="obj_14559"/>
            <p:cNvSpPr/>
            <p:nvPr/>
          </p:nvSpPr>
          <p:spPr>
            <a:xfrm>
              <a:off x="1346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0" name="obj_14560"/>
            <p:cNvSpPr/>
            <p:nvPr/>
          </p:nvSpPr>
          <p:spPr>
            <a:xfrm>
              <a:off x="1511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1" name="obj_14561"/>
            <p:cNvSpPr/>
            <p:nvPr/>
          </p:nvSpPr>
          <p:spPr>
            <a:xfrm>
              <a:off x="1676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2" name="obj_14562"/>
            <p:cNvSpPr/>
            <p:nvPr/>
          </p:nvSpPr>
          <p:spPr>
            <a:xfrm>
              <a:off x="1841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3" name="obj_14563"/>
            <p:cNvSpPr/>
            <p:nvPr/>
          </p:nvSpPr>
          <p:spPr>
            <a:xfrm>
              <a:off x="2006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4" name="obj_14564"/>
            <p:cNvSpPr/>
            <p:nvPr/>
          </p:nvSpPr>
          <p:spPr>
            <a:xfrm>
              <a:off x="2171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5" name="obj_14565"/>
            <p:cNvSpPr/>
            <p:nvPr/>
          </p:nvSpPr>
          <p:spPr>
            <a:xfrm>
              <a:off x="2336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6" name="obj_14566"/>
            <p:cNvSpPr/>
            <p:nvPr/>
          </p:nvSpPr>
          <p:spPr>
            <a:xfrm>
              <a:off x="2501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7" name="obj_14567"/>
            <p:cNvSpPr/>
            <p:nvPr/>
          </p:nvSpPr>
          <p:spPr>
            <a:xfrm>
              <a:off x="2667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8" name="obj_14568"/>
            <p:cNvSpPr/>
            <p:nvPr/>
          </p:nvSpPr>
          <p:spPr>
            <a:xfrm>
              <a:off x="2832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9" name="obj_14569"/>
            <p:cNvSpPr/>
            <p:nvPr/>
          </p:nvSpPr>
          <p:spPr>
            <a:xfrm>
              <a:off x="2997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0" name="obj_14570"/>
            <p:cNvSpPr/>
            <p:nvPr/>
          </p:nvSpPr>
          <p:spPr>
            <a:xfrm>
              <a:off x="685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1" name="obj_14571"/>
            <p:cNvSpPr/>
            <p:nvPr/>
          </p:nvSpPr>
          <p:spPr>
            <a:xfrm>
              <a:off x="725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2" name="obj_14572"/>
            <p:cNvSpPr/>
            <p:nvPr/>
          </p:nvSpPr>
          <p:spPr>
            <a:xfrm>
              <a:off x="850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3" name="obj_14573"/>
            <p:cNvSpPr/>
            <p:nvPr/>
          </p:nvSpPr>
          <p:spPr>
            <a:xfrm>
              <a:off x="890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4" name="obj_14574"/>
            <p:cNvSpPr/>
            <p:nvPr/>
          </p:nvSpPr>
          <p:spPr>
            <a:xfrm>
              <a:off x="1016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5" name="obj_14575"/>
            <p:cNvSpPr/>
            <p:nvPr/>
          </p:nvSpPr>
          <p:spPr>
            <a:xfrm>
              <a:off x="1055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6" name="obj_14576"/>
            <p:cNvSpPr/>
            <p:nvPr/>
          </p:nvSpPr>
          <p:spPr>
            <a:xfrm>
              <a:off x="1181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7" name="obj_14577"/>
            <p:cNvSpPr/>
            <p:nvPr/>
          </p:nvSpPr>
          <p:spPr>
            <a:xfrm>
              <a:off x="1220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8" name="obj_14578"/>
            <p:cNvSpPr/>
            <p:nvPr/>
          </p:nvSpPr>
          <p:spPr>
            <a:xfrm>
              <a:off x="1346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9" name="obj_14579"/>
            <p:cNvSpPr/>
            <p:nvPr/>
          </p:nvSpPr>
          <p:spPr>
            <a:xfrm>
              <a:off x="13716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0" name="obj_14580"/>
            <p:cNvSpPr/>
            <p:nvPr/>
          </p:nvSpPr>
          <p:spPr>
            <a:xfrm>
              <a:off x="1511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1" name="obj_14581"/>
            <p:cNvSpPr/>
            <p:nvPr/>
          </p:nvSpPr>
          <p:spPr>
            <a:xfrm>
              <a:off x="1676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2" name="obj_14582"/>
            <p:cNvSpPr/>
            <p:nvPr/>
          </p:nvSpPr>
          <p:spPr>
            <a:xfrm>
              <a:off x="1841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3" name="obj_14583"/>
            <p:cNvSpPr/>
            <p:nvPr/>
          </p:nvSpPr>
          <p:spPr>
            <a:xfrm>
              <a:off x="2006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4" name="obj_14584"/>
            <p:cNvSpPr/>
            <p:nvPr/>
          </p:nvSpPr>
          <p:spPr>
            <a:xfrm>
              <a:off x="2171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5" name="obj_14585"/>
            <p:cNvSpPr/>
            <p:nvPr/>
          </p:nvSpPr>
          <p:spPr>
            <a:xfrm>
              <a:off x="2336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6" name="obj_14586"/>
            <p:cNvSpPr/>
            <p:nvPr/>
          </p:nvSpPr>
          <p:spPr>
            <a:xfrm>
              <a:off x="2501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7" name="obj_14587"/>
            <p:cNvSpPr/>
            <p:nvPr/>
          </p:nvSpPr>
          <p:spPr>
            <a:xfrm>
              <a:off x="2667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8" name="obj_14588"/>
            <p:cNvSpPr/>
            <p:nvPr/>
          </p:nvSpPr>
          <p:spPr>
            <a:xfrm>
              <a:off x="2832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9" name="obj_14589"/>
            <p:cNvSpPr/>
            <p:nvPr/>
          </p:nvSpPr>
          <p:spPr>
            <a:xfrm>
              <a:off x="2997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0" name="obj_14590"/>
            <p:cNvSpPr/>
            <p:nvPr/>
          </p:nvSpPr>
          <p:spPr>
            <a:xfrm>
              <a:off x="685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1" name="obj_14591"/>
            <p:cNvSpPr/>
            <p:nvPr/>
          </p:nvSpPr>
          <p:spPr>
            <a:xfrm>
              <a:off x="725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2" name="obj_14592"/>
            <p:cNvSpPr/>
            <p:nvPr/>
          </p:nvSpPr>
          <p:spPr>
            <a:xfrm>
              <a:off x="850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3" name="obj_14593"/>
            <p:cNvSpPr/>
            <p:nvPr/>
          </p:nvSpPr>
          <p:spPr>
            <a:xfrm>
              <a:off x="890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4" name="obj_14594"/>
            <p:cNvSpPr/>
            <p:nvPr/>
          </p:nvSpPr>
          <p:spPr>
            <a:xfrm>
              <a:off x="870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5" name="obj_14595"/>
            <p:cNvSpPr txBox="1"/>
            <p:nvPr/>
          </p:nvSpPr>
          <p:spPr>
            <a:xfrm>
              <a:off x="870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806" name="obj_14596"/>
            <p:cNvSpPr/>
            <p:nvPr/>
          </p:nvSpPr>
          <p:spPr>
            <a:xfrm>
              <a:off x="1016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7" name="obj_14597"/>
            <p:cNvSpPr/>
            <p:nvPr/>
          </p:nvSpPr>
          <p:spPr>
            <a:xfrm>
              <a:off x="1055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8" name="obj_14598"/>
            <p:cNvSpPr/>
            <p:nvPr/>
          </p:nvSpPr>
          <p:spPr>
            <a:xfrm>
              <a:off x="1181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9" name="obj_14599"/>
            <p:cNvSpPr/>
            <p:nvPr/>
          </p:nvSpPr>
          <p:spPr>
            <a:xfrm>
              <a:off x="1220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0" name="obj_14600"/>
            <p:cNvSpPr/>
            <p:nvPr/>
          </p:nvSpPr>
          <p:spPr>
            <a:xfrm>
              <a:off x="1346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1" name="obj_14601"/>
            <p:cNvSpPr/>
            <p:nvPr/>
          </p:nvSpPr>
          <p:spPr>
            <a:xfrm>
              <a:off x="1385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2" name="obj_14602"/>
            <p:cNvSpPr/>
            <p:nvPr/>
          </p:nvSpPr>
          <p:spPr>
            <a:xfrm>
              <a:off x="1511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3" name="obj_14603"/>
            <p:cNvSpPr/>
            <p:nvPr/>
          </p:nvSpPr>
          <p:spPr>
            <a:xfrm>
              <a:off x="15367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4" name="obj_14604"/>
            <p:cNvSpPr/>
            <p:nvPr/>
          </p:nvSpPr>
          <p:spPr>
            <a:xfrm>
              <a:off x="1676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obj_14605"/>
            <p:cNvSpPr/>
            <p:nvPr/>
          </p:nvSpPr>
          <p:spPr>
            <a:xfrm>
              <a:off x="1841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6" name="obj_14606"/>
            <p:cNvSpPr/>
            <p:nvPr/>
          </p:nvSpPr>
          <p:spPr>
            <a:xfrm>
              <a:off x="2006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7" name="obj_14607"/>
            <p:cNvSpPr/>
            <p:nvPr/>
          </p:nvSpPr>
          <p:spPr>
            <a:xfrm>
              <a:off x="2171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8" name="obj_14608"/>
            <p:cNvSpPr/>
            <p:nvPr/>
          </p:nvSpPr>
          <p:spPr>
            <a:xfrm>
              <a:off x="2336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9" name="obj_14609"/>
            <p:cNvSpPr/>
            <p:nvPr/>
          </p:nvSpPr>
          <p:spPr>
            <a:xfrm>
              <a:off x="2501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0" name="obj_14610"/>
            <p:cNvSpPr/>
            <p:nvPr/>
          </p:nvSpPr>
          <p:spPr>
            <a:xfrm>
              <a:off x="2667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1" name="obj_14611"/>
            <p:cNvSpPr/>
            <p:nvPr/>
          </p:nvSpPr>
          <p:spPr>
            <a:xfrm>
              <a:off x="2832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2" name="obj_14612"/>
            <p:cNvSpPr/>
            <p:nvPr/>
          </p:nvSpPr>
          <p:spPr>
            <a:xfrm>
              <a:off x="2851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3" name="obj_14613"/>
            <p:cNvSpPr txBox="1"/>
            <p:nvPr/>
          </p:nvSpPr>
          <p:spPr>
            <a:xfrm>
              <a:off x="2851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824" name="obj_14614"/>
            <p:cNvSpPr/>
            <p:nvPr/>
          </p:nvSpPr>
          <p:spPr>
            <a:xfrm>
              <a:off x="2997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5" name="obj_14615"/>
            <p:cNvSpPr/>
            <p:nvPr/>
          </p:nvSpPr>
          <p:spPr>
            <a:xfrm>
              <a:off x="685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6" name="obj_14616"/>
            <p:cNvSpPr/>
            <p:nvPr/>
          </p:nvSpPr>
          <p:spPr>
            <a:xfrm>
              <a:off x="725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7" name="obj_14617"/>
            <p:cNvSpPr/>
            <p:nvPr/>
          </p:nvSpPr>
          <p:spPr>
            <a:xfrm>
              <a:off x="850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8" name="obj_14618"/>
            <p:cNvSpPr/>
            <p:nvPr/>
          </p:nvSpPr>
          <p:spPr>
            <a:xfrm>
              <a:off x="890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9" name="obj_14619"/>
            <p:cNvSpPr/>
            <p:nvPr/>
          </p:nvSpPr>
          <p:spPr>
            <a:xfrm>
              <a:off x="1016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0" name="obj_14620"/>
            <p:cNvSpPr/>
            <p:nvPr/>
          </p:nvSpPr>
          <p:spPr>
            <a:xfrm>
              <a:off x="1055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1" name="obj_14621"/>
            <p:cNvSpPr/>
            <p:nvPr/>
          </p:nvSpPr>
          <p:spPr>
            <a:xfrm>
              <a:off x="1181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2" name="obj_14622"/>
            <p:cNvSpPr/>
            <p:nvPr/>
          </p:nvSpPr>
          <p:spPr>
            <a:xfrm>
              <a:off x="1220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3" name="obj_14623"/>
            <p:cNvSpPr/>
            <p:nvPr/>
          </p:nvSpPr>
          <p:spPr>
            <a:xfrm>
              <a:off x="1346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4" name="obj_14624"/>
            <p:cNvSpPr/>
            <p:nvPr/>
          </p:nvSpPr>
          <p:spPr>
            <a:xfrm>
              <a:off x="1371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5" name="obj_14625"/>
            <p:cNvSpPr/>
            <p:nvPr/>
          </p:nvSpPr>
          <p:spPr>
            <a:xfrm>
              <a:off x="1511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6" name="obj_14626"/>
            <p:cNvSpPr/>
            <p:nvPr/>
          </p:nvSpPr>
          <p:spPr>
            <a:xfrm>
              <a:off x="1676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7" name="obj_14627"/>
            <p:cNvSpPr/>
            <p:nvPr/>
          </p:nvSpPr>
          <p:spPr>
            <a:xfrm>
              <a:off x="1841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8" name="obj_14628"/>
            <p:cNvSpPr/>
            <p:nvPr/>
          </p:nvSpPr>
          <p:spPr>
            <a:xfrm>
              <a:off x="2006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9" name="obj_14629"/>
            <p:cNvSpPr/>
            <p:nvPr/>
          </p:nvSpPr>
          <p:spPr>
            <a:xfrm>
              <a:off x="2171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0" name="obj_14630"/>
            <p:cNvSpPr/>
            <p:nvPr/>
          </p:nvSpPr>
          <p:spPr>
            <a:xfrm>
              <a:off x="2336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1" name="obj_14631"/>
            <p:cNvSpPr/>
            <p:nvPr/>
          </p:nvSpPr>
          <p:spPr>
            <a:xfrm>
              <a:off x="2501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2" name="obj_14632"/>
            <p:cNvSpPr/>
            <p:nvPr/>
          </p:nvSpPr>
          <p:spPr>
            <a:xfrm>
              <a:off x="2667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3" name="obj_14633"/>
            <p:cNvSpPr/>
            <p:nvPr/>
          </p:nvSpPr>
          <p:spPr>
            <a:xfrm>
              <a:off x="2832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4" name="obj_14634"/>
            <p:cNvSpPr/>
            <p:nvPr/>
          </p:nvSpPr>
          <p:spPr>
            <a:xfrm>
              <a:off x="2997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5" name="obj_14635"/>
            <p:cNvSpPr/>
            <p:nvPr/>
          </p:nvSpPr>
          <p:spPr>
            <a:xfrm>
              <a:off x="685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6" name="obj_14636"/>
            <p:cNvSpPr/>
            <p:nvPr/>
          </p:nvSpPr>
          <p:spPr>
            <a:xfrm>
              <a:off x="725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7" name="obj_14637"/>
            <p:cNvSpPr/>
            <p:nvPr/>
          </p:nvSpPr>
          <p:spPr>
            <a:xfrm>
              <a:off x="850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8" name="obj_14638"/>
            <p:cNvSpPr/>
            <p:nvPr/>
          </p:nvSpPr>
          <p:spPr>
            <a:xfrm>
              <a:off x="890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9" name="obj_14639"/>
            <p:cNvSpPr/>
            <p:nvPr/>
          </p:nvSpPr>
          <p:spPr>
            <a:xfrm>
              <a:off x="1016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0" name="obj_14640"/>
            <p:cNvSpPr/>
            <p:nvPr/>
          </p:nvSpPr>
          <p:spPr>
            <a:xfrm>
              <a:off x="1055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1" name="obj_14641"/>
            <p:cNvSpPr/>
            <p:nvPr/>
          </p:nvSpPr>
          <p:spPr>
            <a:xfrm>
              <a:off x="1181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2" name="obj_14642"/>
            <p:cNvSpPr/>
            <p:nvPr/>
          </p:nvSpPr>
          <p:spPr>
            <a:xfrm>
              <a:off x="12065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3" name="obj_14643"/>
            <p:cNvSpPr/>
            <p:nvPr/>
          </p:nvSpPr>
          <p:spPr>
            <a:xfrm>
              <a:off x="1346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4" name="obj_14644"/>
            <p:cNvSpPr/>
            <p:nvPr/>
          </p:nvSpPr>
          <p:spPr>
            <a:xfrm>
              <a:off x="1511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5" name="obj_14645"/>
            <p:cNvSpPr/>
            <p:nvPr/>
          </p:nvSpPr>
          <p:spPr>
            <a:xfrm>
              <a:off x="1676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6" name="obj_14646"/>
            <p:cNvSpPr/>
            <p:nvPr/>
          </p:nvSpPr>
          <p:spPr>
            <a:xfrm>
              <a:off x="1841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7" name="obj_14647"/>
            <p:cNvSpPr/>
            <p:nvPr/>
          </p:nvSpPr>
          <p:spPr>
            <a:xfrm>
              <a:off x="2006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8" name="obj_14648"/>
            <p:cNvSpPr/>
            <p:nvPr/>
          </p:nvSpPr>
          <p:spPr>
            <a:xfrm>
              <a:off x="2171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9" name="obj_14649"/>
            <p:cNvSpPr/>
            <p:nvPr/>
          </p:nvSpPr>
          <p:spPr>
            <a:xfrm>
              <a:off x="2336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0" name="obj_14650"/>
            <p:cNvSpPr/>
            <p:nvPr/>
          </p:nvSpPr>
          <p:spPr>
            <a:xfrm>
              <a:off x="2501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1" name="obj_14651"/>
            <p:cNvSpPr/>
            <p:nvPr/>
          </p:nvSpPr>
          <p:spPr>
            <a:xfrm>
              <a:off x="2667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2" name="obj_14652"/>
            <p:cNvSpPr/>
            <p:nvPr/>
          </p:nvSpPr>
          <p:spPr>
            <a:xfrm>
              <a:off x="2832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3" name="obj_14653"/>
            <p:cNvSpPr/>
            <p:nvPr/>
          </p:nvSpPr>
          <p:spPr>
            <a:xfrm>
              <a:off x="2997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4" name="obj_14654"/>
            <p:cNvSpPr/>
            <p:nvPr/>
          </p:nvSpPr>
          <p:spPr>
            <a:xfrm>
              <a:off x="685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5" name="obj_14655"/>
            <p:cNvSpPr/>
            <p:nvPr/>
          </p:nvSpPr>
          <p:spPr>
            <a:xfrm>
              <a:off x="7112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6" name="obj_14656"/>
            <p:cNvSpPr/>
            <p:nvPr/>
          </p:nvSpPr>
          <p:spPr>
            <a:xfrm>
              <a:off x="850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7" name="obj_14657"/>
            <p:cNvSpPr/>
            <p:nvPr/>
          </p:nvSpPr>
          <p:spPr>
            <a:xfrm>
              <a:off x="890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8" name="obj_14658"/>
            <p:cNvSpPr/>
            <p:nvPr/>
          </p:nvSpPr>
          <p:spPr>
            <a:xfrm>
              <a:off x="1016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9" name="obj_14659"/>
            <p:cNvSpPr/>
            <p:nvPr/>
          </p:nvSpPr>
          <p:spPr>
            <a:xfrm>
              <a:off x="1181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0" name="obj_14660"/>
            <p:cNvSpPr/>
            <p:nvPr/>
          </p:nvSpPr>
          <p:spPr>
            <a:xfrm>
              <a:off x="1346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1" name="obj_14661"/>
            <p:cNvSpPr/>
            <p:nvPr/>
          </p:nvSpPr>
          <p:spPr>
            <a:xfrm>
              <a:off x="1511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2" name="obj_14662"/>
            <p:cNvSpPr/>
            <p:nvPr/>
          </p:nvSpPr>
          <p:spPr>
            <a:xfrm>
              <a:off x="1676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3" name="obj_14663"/>
            <p:cNvSpPr/>
            <p:nvPr/>
          </p:nvSpPr>
          <p:spPr>
            <a:xfrm>
              <a:off x="1841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4" name="obj_14664"/>
            <p:cNvSpPr/>
            <p:nvPr/>
          </p:nvSpPr>
          <p:spPr>
            <a:xfrm>
              <a:off x="2006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5" name="obj_14665"/>
            <p:cNvSpPr/>
            <p:nvPr/>
          </p:nvSpPr>
          <p:spPr>
            <a:xfrm>
              <a:off x="2171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6" name="obj_14666"/>
            <p:cNvSpPr/>
            <p:nvPr/>
          </p:nvSpPr>
          <p:spPr>
            <a:xfrm>
              <a:off x="2336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7" name="obj_14667"/>
            <p:cNvSpPr/>
            <p:nvPr/>
          </p:nvSpPr>
          <p:spPr>
            <a:xfrm>
              <a:off x="2501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8" name="obj_14668"/>
            <p:cNvSpPr/>
            <p:nvPr/>
          </p:nvSpPr>
          <p:spPr>
            <a:xfrm>
              <a:off x="2667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9" name="obj_14669"/>
            <p:cNvSpPr/>
            <p:nvPr/>
          </p:nvSpPr>
          <p:spPr>
            <a:xfrm>
              <a:off x="2832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0" name="obj_14670"/>
            <p:cNvSpPr/>
            <p:nvPr/>
          </p:nvSpPr>
          <p:spPr>
            <a:xfrm>
              <a:off x="2997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1" name="obj_14671"/>
            <p:cNvSpPr/>
            <p:nvPr/>
          </p:nvSpPr>
          <p:spPr>
            <a:xfrm>
              <a:off x="685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2" name="obj_14672"/>
            <p:cNvSpPr/>
            <p:nvPr/>
          </p:nvSpPr>
          <p:spPr>
            <a:xfrm>
              <a:off x="850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3" name="obj_14673"/>
            <p:cNvSpPr/>
            <p:nvPr/>
          </p:nvSpPr>
          <p:spPr>
            <a:xfrm>
              <a:off x="8763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4" name="obj_14674"/>
            <p:cNvSpPr/>
            <p:nvPr/>
          </p:nvSpPr>
          <p:spPr>
            <a:xfrm>
              <a:off x="1016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5" name="obj_14675"/>
            <p:cNvSpPr/>
            <p:nvPr/>
          </p:nvSpPr>
          <p:spPr>
            <a:xfrm>
              <a:off x="1181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6" name="obj_14676"/>
            <p:cNvSpPr/>
            <p:nvPr/>
          </p:nvSpPr>
          <p:spPr>
            <a:xfrm>
              <a:off x="1346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7" name="obj_14677"/>
            <p:cNvSpPr/>
            <p:nvPr/>
          </p:nvSpPr>
          <p:spPr>
            <a:xfrm>
              <a:off x="1511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8" name="obj_14678"/>
            <p:cNvSpPr/>
            <p:nvPr/>
          </p:nvSpPr>
          <p:spPr>
            <a:xfrm>
              <a:off x="1676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9" name="obj_14679"/>
            <p:cNvSpPr/>
            <p:nvPr/>
          </p:nvSpPr>
          <p:spPr>
            <a:xfrm>
              <a:off x="1841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0" name="obj_14680"/>
            <p:cNvSpPr/>
            <p:nvPr/>
          </p:nvSpPr>
          <p:spPr>
            <a:xfrm>
              <a:off x="2006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1" name="obj_14681"/>
            <p:cNvSpPr/>
            <p:nvPr/>
          </p:nvSpPr>
          <p:spPr>
            <a:xfrm>
              <a:off x="2171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2" name="obj_14682"/>
            <p:cNvSpPr/>
            <p:nvPr/>
          </p:nvSpPr>
          <p:spPr>
            <a:xfrm>
              <a:off x="2336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3" name="obj_14683"/>
            <p:cNvSpPr/>
            <p:nvPr/>
          </p:nvSpPr>
          <p:spPr>
            <a:xfrm>
              <a:off x="2501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4" name="obj_14684"/>
            <p:cNvSpPr/>
            <p:nvPr/>
          </p:nvSpPr>
          <p:spPr>
            <a:xfrm>
              <a:off x="2667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5" name="obj_14685"/>
            <p:cNvSpPr/>
            <p:nvPr/>
          </p:nvSpPr>
          <p:spPr>
            <a:xfrm>
              <a:off x="2832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6" name="obj_14686"/>
            <p:cNvSpPr/>
            <p:nvPr/>
          </p:nvSpPr>
          <p:spPr>
            <a:xfrm>
              <a:off x="2997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7" name="obj_14687"/>
            <p:cNvSpPr/>
            <p:nvPr/>
          </p:nvSpPr>
          <p:spPr>
            <a:xfrm>
              <a:off x="685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8" name="obj_14688"/>
            <p:cNvSpPr/>
            <p:nvPr/>
          </p:nvSpPr>
          <p:spPr>
            <a:xfrm>
              <a:off x="850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9" name="obj_14689"/>
            <p:cNvSpPr/>
            <p:nvPr/>
          </p:nvSpPr>
          <p:spPr>
            <a:xfrm>
              <a:off x="1016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0" name="obj_14690"/>
            <p:cNvSpPr/>
            <p:nvPr/>
          </p:nvSpPr>
          <p:spPr>
            <a:xfrm>
              <a:off x="1181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1" name="obj_14691"/>
            <p:cNvSpPr/>
            <p:nvPr/>
          </p:nvSpPr>
          <p:spPr>
            <a:xfrm>
              <a:off x="1346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2" name="obj_14692"/>
            <p:cNvSpPr/>
            <p:nvPr/>
          </p:nvSpPr>
          <p:spPr>
            <a:xfrm>
              <a:off x="1511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3" name="obj_14693"/>
            <p:cNvSpPr/>
            <p:nvPr/>
          </p:nvSpPr>
          <p:spPr>
            <a:xfrm>
              <a:off x="1676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4" name="obj_14694"/>
            <p:cNvSpPr/>
            <p:nvPr/>
          </p:nvSpPr>
          <p:spPr>
            <a:xfrm>
              <a:off x="1841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obj_14695"/>
            <p:cNvSpPr/>
            <p:nvPr/>
          </p:nvSpPr>
          <p:spPr>
            <a:xfrm>
              <a:off x="2006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6" name="obj_14696"/>
            <p:cNvSpPr/>
            <p:nvPr/>
          </p:nvSpPr>
          <p:spPr>
            <a:xfrm>
              <a:off x="2171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obj_14697"/>
            <p:cNvSpPr/>
            <p:nvPr/>
          </p:nvSpPr>
          <p:spPr>
            <a:xfrm>
              <a:off x="2336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8" name="obj_14698"/>
            <p:cNvSpPr/>
            <p:nvPr/>
          </p:nvSpPr>
          <p:spPr>
            <a:xfrm>
              <a:off x="2501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obj_14699"/>
            <p:cNvSpPr/>
            <p:nvPr/>
          </p:nvSpPr>
          <p:spPr>
            <a:xfrm>
              <a:off x="2667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obj_14700"/>
            <p:cNvSpPr/>
            <p:nvPr/>
          </p:nvSpPr>
          <p:spPr>
            <a:xfrm>
              <a:off x="2832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obj_14701"/>
            <p:cNvSpPr/>
            <p:nvPr/>
          </p:nvSpPr>
          <p:spPr>
            <a:xfrm>
              <a:off x="2997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2" name="obj_14702"/>
            <p:cNvSpPr txBox="1"/>
            <p:nvPr/>
          </p:nvSpPr>
          <p:spPr>
            <a:xfrm>
              <a:off x="609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20</a:t>
              </a:r>
            </a:p>
          </p:txBody>
        </p:sp>
        <p:sp>
          <p:nvSpPr>
            <p:cNvPr id="913" name="obj_14703"/>
            <p:cNvSpPr txBox="1"/>
            <p:nvPr/>
          </p:nvSpPr>
          <p:spPr>
            <a:xfrm>
              <a:off x="609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914" name="obj_14704"/>
            <p:cNvSpPr txBox="1"/>
            <p:nvPr/>
          </p:nvSpPr>
          <p:spPr>
            <a:xfrm>
              <a:off x="3403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Дейкстра</a:t>
              </a:r>
            </a:p>
          </p:txBody>
        </p:sp>
        <p:sp>
          <p:nvSpPr>
            <p:cNvPr id="915" name="obj_14705"/>
            <p:cNvSpPr/>
            <p:nvPr/>
          </p:nvSpPr>
          <p:spPr>
            <a:xfrm>
              <a:off x="3162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obj_14706"/>
            <p:cNvSpPr/>
            <p:nvPr/>
          </p:nvSpPr>
          <p:spPr>
            <a:xfrm>
              <a:off x="3479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obj_14707"/>
            <p:cNvSpPr/>
            <p:nvPr/>
          </p:nvSpPr>
          <p:spPr>
            <a:xfrm>
              <a:off x="3644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obj_14708"/>
            <p:cNvSpPr/>
            <p:nvPr/>
          </p:nvSpPr>
          <p:spPr>
            <a:xfrm>
              <a:off x="3810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9" name="obj_14709"/>
            <p:cNvSpPr/>
            <p:nvPr/>
          </p:nvSpPr>
          <p:spPr>
            <a:xfrm>
              <a:off x="3975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obj_14710"/>
            <p:cNvSpPr/>
            <p:nvPr/>
          </p:nvSpPr>
          <p:spPr>
            <a:xfrm>
              <a:off x="4140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obj_14711"/>
            <p:cNvSpPr/>
            <p:nvPr/>
          </p:nvSpPr>
          <p:spPr>
            <a:xfrm>
              <a:off x="4305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 name="obj_14712"/>
            <p:cNvSpPr/>
            <p:nvPr/>
          </p:nvSpPr>
          <p:spPr>
            <a:xfrm>
              <a:off x="4470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obj_14713"/>
            <p:cNvSpPr/>
            <p:nvPr/>
          </p:nvSpPr>
          <p:spPr>
            <a:xfrm>
              <a:off x="4635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obj_14714"/>
            <p:cNvSpPr/>
            <p:nvPr/>
          </p:nvSpPr>
          <p:spPr>
            <a:xfrm>
              <a:off x="4800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obj_14715"/>
            <p:cNvSpPr/>
            <p:nvPr/>
          </p:nvSpPr>
          <p:spPr>
            <a:xfrm>
              <a:off x="4965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obj_14716"/>
            <p:cNvSpPr/>
            <p:nvPr/>
          </p:nvSpPr>
          <p:spPr>
            <a:xfrm>
              <a:off x="5130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obj_14717"/>
            <p:cNvSpPr/>
            <p:nvPr/>
          </p:nvSpPr>
          <p:spPr>
            <a:xfrm>
              <a:off x="5295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obj_14718"/>
            <p:cNvSpPr/>
            <p:nvPr/>
          </p:nvSpPr>
          <p:spPr>
            <a:xfrm>
              <a:off x="5461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obj_14719"/>
            <p:cNvSpPr/>
            <p:nvPr/>
          </p:nvSpPr>
          <p:spPr>
            <a:xfrm>
              <a:off x="5626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obj_14720"/>
            <p:cNvSpPr/>
            <p:nvPr/>
          </p:nvSpPr>
          <p:spPr>
            <a:xfrm>
              <a:off x="5791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obj_14721"/>
            <p:cNvSpPr/>
            <p:nvPr/>
          </p:nvSpPr>
          <p:spPr>
            <a:xfrm>
              <a:off x="3479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obj_14722"/>
            <p:cNvSpPr/>
            <p:nvPr/>
          </p:nvSpPr>
          <p:spPr>
            <a:xfrm>
              <a:off x="3644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obj_14723"/>
            <p:cNvSpPr/>
            <p:nvPr/>
          </p:nvSpPr>
          <p:spPr>
            <a:xfrm>
              <a:off x="36703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4" name="obj_14724"/>
            <p:cNvSpPr/>
            <p:nvPr/>
          </p:nvSpPr>
          <p:spPr>
            <a:xfrm>
              <a:off x="3810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5" name="obj_14725"/>
            <p:cNvSpPr/>
            <p:nvPr/>
          </p:nvSpPr>
          <p:spPr>
            <a:xfrm>
              <a:off x="3975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6" name="obj_14726"/>
            <p:cNvSpPr/>
            <p:nvPr/>
          </p:nvSpPr>
          <p:spPr>
            <a:xfrm>
              <a:off x="4140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7" name="obj_14727"/>
            <p:cNvSpPr/>
            <p:nvPr/>
          </p:nvSpPr>
          <p:spPr>
            <a:xfrm>
              <a:off x="4305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8" name="obj_14728"/>
            <p:cNvSpPr/>
            <p:nvPr/>
          </p:nvSpPr>
          <p:spPr>
            <a:xfrm>
              <a:off x="4470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9" name="obj_14729"/>
            <p:cNvSpPr/>
            <p:nvPr/>
          </p:nvSpPr>
          <p:spPr>
            <a:xfrm>
              <a:off x="4635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0" name="obj_14730"/>
            <p:cNvSpPr/>
            <p:nvPr/>
          </p:nvSpPr>
          <p:spPr>
            <a:xfrm>
              <a:off x="4800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1" name="obj_14731"/>
            <p:cNvSpPr/>
            <p:nvPr/>
          </p:nvSpPr>
          <p:spPr>
            <a:xfrm>
              <a:off x="4965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2" name="obj_14732"/>
            <p:cNvSpPr/>
            <p:nvPr/>
          </p:nvSpPr>
          <p:spPr>
            <a:xfrm>
              <a:off x="5130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3" name="obj_14733"/>
            <p:cNvSpPr/>
            <p:nvPr/>
          </p:nvSpPr>
          <p:spPr>
            <a:xfrm>
              <a:off x="5295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4" name="obj_14734"/>
            <p:cNvSpPr/>
            <p:nvPr/>
          </p:nvSpPr>
          <p:spPr>
            <a:xfrm>
              <a:off x="5461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5" name="obj_14735"/>
            <p:cNvSpPr/>
            <p:nvPr/>
          </p:nvSpPr>
          <p:spPr>
            <a:xfrm>
              <a:off x="5626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obj_14736"/>
            <p:cNvSpPr/>
            <p:nvPr/>
          </p:nvSpPr>
          <p:spPr>
            <a:xfrm>
              <a:off x="5791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7" name="obj_14737"/>
            <p:cNvSpPr/>
            <p:nvPr/>
          </p:nvSpPr>
          <p:spPr>
            <a:xfrm>
              <a:off x="3479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8" name="obj_14738"/>
            <p:cNvSpPr/>
            <p:nvPr/>
          </p:nvSpPr>
          <p:spPr>
            <a:xfrm>
              <a:off x="35052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9" name="obj_14739"/>
            <p:cNvSpPr/>
            <p:nvPr/>
          </p:nvSpPr>
          <p:spPr>
            <a:xfrm>
              <a:off x="3644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0" name="obj_14740"/>
            <p:cNvSpPr/>
            <p:nvPr/>
          </p:nvSpPr>
          <p:spPr>
            <a:xfrm>
              <a:off x="3684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1" name="obj_14741"/>
            <p:cNvSpPr/>
            <p:nvPr/>
          </p:nvSpPr>
          <p:spPr>
            <a:xfrm>
              <a:off x="3810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2" name="obj_14742"/>
            <p:cNvSpPr/>
            <p:nvPr/>
          </p:nvSpPr>
          <p:spPr>
            <a:xfrm>
              <a:off x="3975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3" name="obj_14743"/>
            <p:cNvSpPr/>
            <p:nvPr/>
          </p:nvSpPr>
          <p:spPr>
            <a:xfrm>
              <a:off x="4140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4" name="obj_14744"/>
            <p:cNvSpPr/>
            <p:nvPr/>
          </p:nvSpPr>
          <p:spPr>
            <a:xfrm>
              <a:off x="4305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5" name="obj_14745"/>
            <p:cNvSpPr/>
            <p:nvPr/>
          </p:nvSpPr>
          <p:spPr>
            <a:xfrm>
              <a:off x="4470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6" name="obj_14746"/>
            <p:cNvSpPr/>
            <p:nvPr/>
          </p:nvSpPr>
          <p:spPr>
            <a:xfrm>
              <a:off x="4635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7" name="obj_14747"/>
            <p:cNvSpPr/>
            <p:nvPr/>
          </p:nvSpPr>
          <p:spPr>
            <a:xfrm>
              <a:off x="4800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8" name="obj_14748"/>
            <p:cNvSpPr/>
            <p:nvPr/>
          </p:nvSpPr>
          <p:spPr>
            <a:xfrm>
              <a:off x="4965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9" name="obj_14749"/>
            <p:cNvSpPr/>
            <p:nvPr/>
          </p:nvSpPr>
          <p:spPr>
            <a:xfrm>
              <a:off x="5130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 name="obj_14750"/>
            <p:cNvSpPr/>
            <p:nvPr/>
          </p:nvSpPr>
          <p:spPr>
            <a:xfrm>
              <a:off x="5295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1" name="obj_14751"/>
            <p:cNvSpPr/>
            <p:nvPr/>
          </p:nvSpPr>
          <p:spPr>
            <a:xfrm>
              <a:off x="5461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 name="obj_14752"/>
            <p:cNvSpPr/>
            <p:nvPr/>
          </p:nvSpPr>
          <p:spPr>
            <a:xfrm>
              <a:off x="5626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3" name="obj_14753"/>
            <p:cNvSpPr/>
            <p:nvPr/>
          </p:nvSpPr>
          <p:spPr>
            <a:xfrm>
              <a:off x="5791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4" name="obj_14754"/>
            <p:cNvSpPr/>
            <p:nvPr/>
          </p:nvSpPr>
          <p:spPr>
            <a:xfrm>
              <a:off x="3479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5" name="obj_14755"/>
            <p:cNvSpPr/>
            <p:nvPr/>
          </p:nvSpPr>
          <p:spPr>
            <a:xfrm>
              <a:off x="3519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6" name="obj_14756"/>
            <p:cNvSpPr/>
            <p:nvPr/>
          </p:nvSpPr>
          <p:spPr>
            <a:xfrm>
              <a:off x="3644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7" name="obj_14757"/>
            <p:cNvSpPr/>
            <p:nvPr/>
          </p:nvSpPr>
          <p:spPr>
            <a:xfrm>
              <a:off x="3684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8" name="obj_14758"/>
            <p:cNvSpPr/>
            <p:nvPr/>
          </p:nvSpPr>
          <p:spPr>
            <a:xfrm>
              <a:off x="3810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9" name="obj_14759"/>
            <p:cNvSpPr/>
            <p:nvPr/>
          </p:nvSpPr>
          <p:spPr>
            <a:xfrm>
              <a:off x="3849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 name="obj_14760"/>
            <p:cNvSpPr/>
            <p:nvPr/>
          </p:nvSpPr>
          <p:spPr>
            <a:xfrm>
              <a:off x="3975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1" name="obj_14761"/>
            <p:cNvSpPr/>
            <p:nvPr/>
          </p:nvSpPr>
          <p:spPr>
            <a:xfrm>
              <a:off x="40005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2" name="obj_14762"/>
            <p:cNvSpPr/>
            <p:nvPr/>
          </p:nvSpPr>
          <p:spPr>
            <a:xfrm>
              <a:off x="4140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3" name="obj_14763"/>
            <p:cNvSpPr/>
            <p:nvPr/>
          </p:nvSpPr>
          <p:spPr>
            <a:xfrm>
              <a:off x="4305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4" name="obj_14764"/>
            <p:cNvSpPr/>
            <p:nvPr/>
          </p:nvSpPr>
          <p:spPr>
            <a:xfrm>
              <a:off x="4470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5" name="obj_14765"/>
            <p:cNvSpPr/>
            <p:nvPr/>
          </p:nvSpPr>
          <p:spPr>
            <a:xfrm>
              <a:off x="4635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6" name="obj_14766"/>
            <p:cNvSpPr/>
            <p:nvPr/>
          </p:nvSpPr>
          <p:spPr>
            <a:xfrm>
              <a:off x="4800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7" name="obj_14767"/>
            <p:cNvSpPr/>
            <p:nvPr/>
          </p:nvSpPr>
          <p:spPr>
            <a:xfrm>
              <a:off x="4965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8" name="obj_14768"/>
            <p:cNvSpPr/>
            <p:nvPr/>
          </p:nvSpPr>
          <p:spPr>
            <a:xfrm>
              <a:off x="5130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9" name="obj_14769"/>
            <p:cNvSpPr/>
            <p:nvPr/>
          </p:nvSpPr>
          <p:spPr>
            <a:xfrm>
              <a:off x="5295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0" name="obj_14770"/>
            <p:cNvSpPr/>
            <p:nvPr/>
          </p:nvSpPr>
          <p:spPr>
            <a:xfrm>
              <a:off x="5461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1" name="obj_14771"/>
            <p:cNvSpPr/>
            <p:nvPr/>
          </p:nvSpPr>
          <p:spPr>
            <a:xfrm>
              <a:off x="5626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2" name="obj_14772"/>
            <p:cNvSpPr/>
            <p:nvPr/>
          </p:nvSpPr>
          <p:spPr>
            <a:xfrm>
              <a:off x="5791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3" name="obj_14773"/>
            <p:cNvSpPr/>
            <p:nvPr/>
          </p:nvSpPr>
          <p:spPr>
            <a:xfrm>
              <a:off x="3479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4" name="obj_14774"/>
            <p:cNvSpPr/>
            <p:nvPr/>
          </p:nvSpPr>
          <p:spPr>
            <a:xfrm>
              <a:off x="3519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5" name="obj_14775"/>
            <p:cNvSpPr/>
            <p:nvPr/>
          </p:nvSpPr>
          <p:spPr>
            <a:xfrm>
              <a:off x="3644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6" name="obj_14776"/>
            <p:cNvSpPr/>
            <p:nvPr/>
          </p:nvSpPr>
          <p:spPr>
            <a:xfrm>
              <a:off x="3684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7" name="obj_14777"/>
            <p:cNvSpPr/>
            <p:nvPr/>
          </p:nvSpPr>
          <p:spPr>
            <a:xfrm>
              <a:off x="3810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8" name="obj_14778"/>
            <p:cNvSpPr/>
            <p:nvPr/>
          </p:nvSpPr>
          <p:spPr>
            <a:xfrm>
              <a:off x="3849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9" name="obj_14779"/>
            <p:cNvSpPr/>
            <p:nvPr/>
          </p:nvSpPr>
          <p:spPr>
            <a:xfrm>
              <a:off x="3975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0" name="obj_14780"/>
            <p:cNvSpPr/>
            <p:nvPr/>
          </p:nvSpPr>
          <p:spPr>
            <a:xfrm>
              <a:off x="4014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1" name="obj_14781"/>
            <p:cNvSpPr/>
            <p:nvPr/>
          </p:nvSpPr>
          <p:spPr>
            <a:xfrm>
              <a:off x="4140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2" name="obj_14782"/>
            <p:cNvSpPr/>
            <p:nvPr/>
          </p:nvSpPr>
          <p:spPr>
            <a:xfrm>
              <a:off x="41656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3" name="obj_14783"/>
            <p:cNvSpPr/>
            <p:nvPr/>
          </p:nvSpPr>
          <p:spPr>
            <a:xfrm>
              <a:off x="4305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obj_14784"/>
            <p:cNvSpPr/>
            <p:nvPr/>
          </p:nvSpPr>
          <p:spPr>
            <a:xfrm>
              <a:off x="4470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5" name="obj_14785"/>
            <p:cNvSpPr/>
            <p:nvPr/>
          </p:nvSpPr>
          <p:spPr>
            <a:xfrm>
              <a:off x="4635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6" name="obj_14786"/>
            <p:cNvSpPr/>
            <p:nvPr/>
          </p:nvSpPr>
          <p:spPr>
            <a:xfrm>
              <a:off x="4800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7" name="obj_14787"/>
            <p:cNvSpPr/>
            <p:nvPr/>
          </p:nvSpPr>
          <p:spPr>
            <a:xfrm>
              <a:off x="4965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8" name="obj_14788"/>
            <p:cNvSpPr/>
            <p:nvPr/>
          </p:nvSpPr>
          <p:spPr>
            <a:xfrm>
              <a:off x="5130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9" name="obj_14789"/>
            <p:cNvSpPr/>
            <p:nvPr/>
          </p:nvSpPr>
          <p:spPr>
            <a:xfrm>
              <a:off x="5295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obj_14790"/>
            <p:cNvSpPr/>
            <p:nvPr/>
          </p:nvSpPr>
          <p:spPr>
            <a:xfrm>
              <a:off x="5461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obj_14791"/>
            <p:cNvSpPr/>
            <p:nvPr/>
          </p:nvSpPr>
          <p:spPr>
            <a:xfrm>
              <a:off x="5626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obj_14792"/>
            <p:cNvSpPr/>
            <p:nvPr/>
          </p:nvSpPr>
          <p:spPr>
            <a:xfrm>
              <a:off x="5791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obj_14793"/>
            <p:cNvSpPr/>
            <p:nvPr/>
          </p:nvSpPr>
          <p:spPr>
            <a:xfrm>
              <a:off x="3479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obj_14794"/>
            <p:cNvSpPr/>
            <p:nvPr/>
          </p:nvSpPr>
          <p:spPr>
            <a:xfrm>
              <a:off x="3519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obj_14795"/>
            <p:cNvSpPr/>
            <p:nvPr/>
          </p:nvSpPr>
          <p:spPr>
            <a:xfrm>
              <a:off x="3644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obj_14796"/>
            <p:cNvSpPr/>
            <p:nvPr/>
          </p:nvSpPr>
          <p:spPr>
            <a:xfrm>
              <a:off x="3684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obj_14797"/>
            <p:cNvSpPr/>
            <p:nvPr/>
          </p:nvSpPr>
          <p:spPr>
            <a:xfrm>
              <a:off x="3664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obj_14798"/>
            <p:cNvSpPr txBox="1"/>
            <p:nvPr/>
          </p:nvSpPr>
          <p:spPr>
            <a:xfrm>
              <a:off x="3664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1009" name="obj_14799"/>
            <p:cNvSpPr/>
            <p:nvPr/>
          </p:nvSpPr>
          <p:spPr>
            <a:xfrm>
              <a:off x="3810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obj_14800"/>
            <p:cNvSpPr/>
            <p:nvPr/>
          </p:nvSpPr>
          <p:spPr>
            <a:xfrm>
              <a:off x="3849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obj_14801"/>
            <p:cNvSpPr/>
            <p:nvPr/>
          </p:nvSpPr>
          <p:spPr>
            <a:xfrm>
              <a:off x="3975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obj_14802"/>
            <p:cNvSpPr/>
            <p:nvPr/>
          </p:nvSpPr>
          <p:spPr>
            <a:xfrm>
              <a:off x="4014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obj_14803"/>
            <p:cNvSpPr/>
            <p:nvPr/>
          </p:nvSpPr>
          <p:spPr>
            <a:xfrm>
              <a:off x="4140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obj_14804"/>
            <p:cNvSpPr/>
            <p:nvPr/>
          </p:nvSpPr>
          <p:spPr>
            <a:xfrm>
              <a:off x="41656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obj_14805"/>
            <p:cNvSpPr/>
            <p:nvPr/>
          </p:nvSpPr>
          <p:spPr>
            <a:xfrm>
              <a:off x="4305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bj_14806"/>
            <p:cNvSpPr/>
            <p:nvPr/>
          </p:nvSpPr>
          <p:spPr>
            <a:xfrm>
              <a:off x="4470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obj_14807"/>
            <p:cNvSpPr/>
            <p:nvPr/>
          </p:nvSpPr>
          <p:spPr>
            <a:xfrm>
              <a:off x="4635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obj_14808"/>
            <p:cNvSpPr/>
            <p:nvPr/>
          </p:nvSpPr>
          <p:spPr>
            <a:xfrm>
              <a:off x="4800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obj_14809"/>
            <p:cNvSpPr/>
            <p:nvPr/>
          </p:nvSpPr>
          <p:spPr>
            <a:xfrm>
              <a:off x="4965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obj_14810"/>
            <p:cNvSpPr/>
            <p:nvPr/>
          </p:nvSpPr>
          <p:spPr>
            <a:xfrm>
              <a:off x="5130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bj_14811"/>
            <p:cNvSpPr/>
            <p:nvPr/>
          </p:nvSpPr>
          <p:spPr>
            <a:xfrm>
              <a:off x="5295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obj_14812"/>
            <p:cNvSpPr/>
            <p:nvPr/>
          </p:nvSpPr>
          <p:spPr>
            <a:xfrm>
              <a:off x="5461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obj_14813"/>
            <p:cNvSpPr/>
            <p:nvPr/>
          </p:nvSpPr>
          <p:spPr>
            <a:xfrm>
              <a:off x="5626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obj_14814"/>
            <p:cNvSpPr/>
            <p:nvPr/>
          </p:nvSpPr>
          <p:spPr>
            <a:xfrm>
              <a:off x="5645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obj_14815"/>
            <p:cNvSpPr txBox="1"/>
            <p:nvPr/>
          </p:nvSpPr>
          <p:spPr>
            <a:xfrm>
              <a:off x="5645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1026" name="obj_14816"/>
            <p:cNvSpPr/>
            <p:nvPr/>
          </p:nvSpPr>
          <p:spPr>
            <a:xfrm>
              <a:off x="5791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obj_14817"/>
            <p:cNvSpPr/>
            <p:nvPr/>
          </p:nvSpPr>
          <p:spPr>
            <a:xfrm>
              <a:off x="3479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8" name="obj_14818"/>
            <p:cNvSpPr/>
            <p:nvPr/>
          </p:nvSpPr>
          <p:spPr>
            <a:xfrm>
              <a:off x="3519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obj_14819"/>
            <p:cNvSpPr/>
            <p:nvPr/>
          </p:nvSpPr>
          <p:spPr>
            <a:xfrm>
              <a:off x="3644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obj_14820"/>
            <p:cNvSpPr/>
            <p:nvPr/>
          </p:nvSpPr>
          <p:spPr>
            <a:xfrm>
              <a:off x="3684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obj_14821"/>
            <p:cNvSpPr/>
            <p:nvPr/>
          </p:nvSpPr>
          <p:spPr>
            <a:xfrm>
              <a:off x="3810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obj_14822"/>
            <p:cNvSpPr/>
            <p:nvPr/>
          </p:nvSpPr>
          <p:spPr>
            <a:xfrm>
              <a:off x="3849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obj_14823"/>
            <p:cNvSpPr/>
            <p:nvPr/>
          </p:nvSpPr>
          <p:spPr>
            <a:xfrm>
              <a:off x="3975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obj_14824"/>
            <p:cNvSpPr/>
            <p:nvPr/>
          </p:nvSpPr>
          <p:spPr>
            <a:xfrm>
              <a:off x="4014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5" name="obj_14825"/>
            <p:cNvSpPr/>
            <p:nvPr/>
          </p:nvSpPr>
          <p:spPr>
            <a:xfrm>
              <a:off x="4140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obj_14826"/>
            <p:cNvSpPr/>
            <p:nvPr/>
          </p:nvSpPr>
          <p:spPr>
            <a:xfrm>
              <a:off x="4165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obj_14827"/>
            <p:cNvSpPr/>
            <p:nvPr/>
          </p:nvSpPr>
          <p:spPr>
            <a:xfrm>
              <a:off x="4305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obj_14828"/>
            <p:cNvSpPr/>
            <p:nvPr/>
          </p:nvSpPr>
          <p:spPr>
            <a:xfrm>
              <a:off x="4470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9" name="obj_14829"/>
            <p:cNvSpPr/>
            <p:nvPr/>
          </p:nvSpPr>
          <p:spPr>
            <a:xfrm>
              <a:off x="4635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0" name="obj_14830"/>
            <p:cNvSpPr/>
            <p:nvPr/>
          </p:nvSpPr>
          <p:spPr>
            <a:xfrm>
              <a:off x="4800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obj_14831"/>
            <p:cNvSpPr/>
            <p:nvPr/>
          </p:nvSpPr>
          <p:spPr>
            <a:xfrm>
              <a:off x="4965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2" name="obj_14832"/>
            <p:cNvSpPr/>
            <p:nvPr/>
          </p:nvSpPr>
          <p:spPr>
            <a:xfrm>
              <a:off x="5130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3" name="obj_14833"/>
            <p:cNvSpPr/>
            <p:nvPr/>
          </p:nvSpPr>
          <p:spPr>
            <a:xfrm>
              <a:off x="5295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obj_14834"/>
            <p:cNvSpPr/>
            <p:nvPr/>
          </p:nvSpPr>
          <p:spPr>
            <a:xfrm>
              <a:off x="5461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5" name="obj_14835"/>
            <p:cNvSpPr/>
            <p:nvPr/>
          </p:nvSpPr>
          <p:spPr>
            <a:xfrm>
              <a:off x="5626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6" name="obj_14836"/>
            <p:cNvSpPr/>
            <p:nvPr/>
          </p:nvSpPr>
          <p:spPr>
            <a:xfrm>
              <a:off x="5791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obj_14837"/>
            <p:cNvSpPr/>
            <p:nvPr/>
          </p:nvSpPr>
          <p:spPr>
            <a:xfrm>
              <a:off x="3479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obj_14838"/>
            <p:cNvSpPr/>
            <p:nvPr/>
          </p:nvSpPr>
          <p:spPr>
            <a:xfrm>
              <a:off x="3519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9" name="obj_14839"/>
            <p:cNvSpPr/>
            <p:nvPr/>
          </p:nvSpPr>
          <p:spPr>
            <a:xfrm>
              <a:off x="3644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0" name="obj_14840"/>
            <p:cNvSpPr/>
            <p:nvPr/>
          </p:nvSpPr>
          <p:spPr>
            <a:xfrm>
              <a:off x="3684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obj_14841"/>
            <p:cNvSpPr/>
            <p:nvPr/>
          </p:nvSpPr>
          <p:spPr>
            <a:xfrm>
              <a:off x="3810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2" name="obj_14842"/>
            <p:cNvSpPr/>
            <p:nvPr/>
          </p:nvSpPr>
          <p:spPr>
            <a:xfrm>
              <a:off x="3849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3" name="obj_14843"/>
            <p:cNvSpPr/>
            <p:nvPr/>
          </p:nvSpPr>
          <p:spPr>
            <a:xfrm>
              <a:off x="3975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obj_14844"/>
            <p:cNvSpPr/>
            <p:nvPr/>
          </p:nvSpPr>
          <p:spPr>
            <a:xfrm>
              <a:off x="40005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5" name="obj_14845"/>
            <p:cNvSpPr/>
            <p:nvPr/>
          </p:nvSpPr>
          <p:spPr>
            <a:xfrm>
              <a:off x="4140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6" name="obj_14846"/>
            <p:cNvSpPr/>
            <p:nvPr/>
          </p:nvSpPr>
          <p:spPr>
            <a:xfrm>
              <a:off x="4305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7" name="obj_14847"/>
            <p:cNvSpPr/>
            <p:nvPr/>
          </p:nvSpPr>
          <p:spPr>
            <a:xfrm>
              <a:off x="4470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8" name="obj_14848"/>
            <p:cNvSpPr/>
            <p:nvPr/>
          </p:nvSpPr>
          <p:spPr>
            <a:xfrm>
              <a:off x="4635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obj_14849"/>
            <p:cNvSpPr/>
            <p:nvPr/>
          </p:nvSpPr>
          <p:spPr>
            <a:xfrm>
              <a:off x="4800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0" name="obj_14850"/>
            <p:cNvSpPr/>
            <p:nvPr/>
          </p:nvSpPr>
          <p:spPr>
            <a:xfrm>
              <a:off x="4965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1" name="obj_14851"/>
            <p:cNvSpPr/>
            <p:nvPr/>
          </p:nvSpPr>
          <p:spPr>
            <a:xfrm>
              <a:off x="5130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obj_14852"/>
            <p:cNvSpPr/>
            <p:nvPr/>
          </p:nvSpPr>
          <p:spPr>
            <a:xfrm>
              <a:off x="5295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3" name="obj_14853"/>
            <p:cNvSpPr/>
            <p:nvPr/>
          </p:nvSpPr>
          <p:spPr>
            <a:xfrm>
              <a:off x="5461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4" name="obj_14854"/>
            <p:cNvSpPr/>
            <p:nvPr/>
          </p:nvSpPr>
          <p:spPr>
            <a:xfrm>
              <a:off x="5626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obj_14855"/>
            <p:cNvSpPr/>
            <p:nvPr/>
          </p:nvSpPr>
          <p:spPr>
            <a:xfrm>
              <a:off x="5791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obj_14856"/>
            <p:cNvSpPr/>
            <p:nvPr/>
          </p:nvSpPr>
          <p:spPr>
            <a:xfrm>
              <a:off x="3479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7" name="obj_14857"/>
            <p:cNvSpPr/>
            <p:nvPr/>
          </p:nvSpPr>
          <p:spPr>
            <a:xfrm>
              <a:off x="35052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8" name="obj_14858"/>
            <p:cNvSpPr/>
            <p:nvPr/>
          </p:nvSpPr>
          <p:spPr>
            <a:xfrm>
              <a:off x="3644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9" name="obj_14859"/>
            <p:cNvSpPr/>
            <p:nvPr/>
          </p:nvSpPr>
          <p:spPr>
            <a:xfrm>
              <a:off x="3684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0" name="obj_14860"/>
            <p:cNvSpPr/>
            <p:nvPr/>
          </p:nvSpPr>
          <p:spPr>
            <a:xfrm>
              <a:off x="3810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1" name="obj_14861"/>
            <p:cNvSpPr/>
            <p:nvPr/>
          </p:nvSpPr>
          <p:spPr>
            <a:xfrm>
              <a:off x="3975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2" name="obj_14862"/>
            <p:cNvSpPr/>
            <p:nvPr/>
          </p:nvSpPr>
          <p:spPr>
            <a:xfrm>
              <a:off x="4140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3" name="obj_14863"/>
            <p:cNvSpPr/>
            <p:nvPr/>
          </p:nvSpPr>
          <p:spPr>
            <a:xfrm>
              <a:off x="4305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4" name="obj_14864"/>
            <p:cNvSpPr/>
            <p:nvPr/>
          </p:nvSpPr>
          <p:spPr>
            <a:xfrm>
              <a:off x="4470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5" name="obj_14865"/>
            <p:cNvSpPr/>
            <p:nvPr/>
          </p:nvSpPr>
          <p:spPr>
            <a:xfrm>
              <a:off x="4635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6" name="obj_14866"/>
            <p:cNvSpPr/>
            <p:nvPr/>
          </p:nvSpPr>
          <p:spPr>
            <a:xfrm>
              <a:off x="4800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7" name="obj_14867"/>
            <p:cNvSpPr/>
            <p:nvPr/>
          </p:nvSpPr>
          <p:spPr>
            <a:xfrm>
              <a:off x="4965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8" name="obj_14868"/>
            <p:cNvSpPr/>
            <p:nvPr/>
          </p:nvSpPr>
          <p:spPr>
            <a:xfrm>
              <a:off x="5130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9" name="obj_14869"/>
            <p:cNvSpPr/>
            <p:nvPr/>
          </p:nvSpPr>
          <p:spPr>
            <a:xfrm>
              <a:off x="5295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0" name="obj_14870"/>
            <p:cNvSpPr/>
            <p:nvPr/>
          </p:nvSpPr>
          <p:spPr>
            <a:xfrm>
              <a:off x="5461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1" name="obj_14871"/>
            <p:cNvSpPr/>
            <p:nvPr/>
          </p:nvSpPr>
          <p:spPr>
            <a:xfrm>
              <a:off x="5626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2" name="obj_14872"/>
            <p:cNvSpPr/>
            <p:nvPr/>
          </p:nvSpPr>
          <p:spPr>
            <a:xfrm>
              <a:off x="5791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3" name="obj_14873"/>
            <p:cNvSpPr/>
            <p:nvPr/>
          </p:nvSpPr>
          <p:spPr>
            <a:xfrm>
              <a:off x="3479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4" name="obj_14874"/>
            <p:cNvSpPr/>
            <p:nvPr/>
          </p:nvSpPr>
          <p:spPr>
            <a:xfrm>
              <a:off x="3644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5" name="obj_14875"/>
            <p:cNvSpPr/>
            <p:nvPr/>
          </p:nvSpPr>
          <p:spPr>
            <a:xfrm>
              <a:off x="36703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6" name="obj_14876"/>
            <p:cNvSpPr/>
            <p:nvPr/>
          </p:nvSpPr>
          <p:spPr>
            <a:xfrm>
              <a:off x="3810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7" name="obj_14877"/>
            <p:cNvSpPr/>
            <p:nvPr/>
          </p:nvSpPr>
          <p:spPr>
            <a:xfrm>
              <a:off x="3975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8" name="obj_14878"/>
            <p:cNvSpPr/>
            <p:nvPr/>
          </p:nvSpPr>
          <p:spPr>
            <a:xfrm>
              <a:off x="4140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9" name="obj_14879"/>
            <p:cNvSpPr/>
            <p:nvPr/>
          </p:nvSpPr>
          <p:spPr>
            <a:xfrm>
              <a:off x="4305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0" name="obj_14880"/>
            <p:cNvSpPr/>
            <p:nvPr/>
          </p:nvSpPr>
          <p:spPr>
            <a:xfrm>
              <a:off x="4470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1" name="obj_14881"/>
            <p:cNvSpPr/>
            <p:nvPr/>
          </p:nvSpPr>
          <p:spPr>
            <a:xfrm>
              <a:off x="4635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2" name="obj_14882"/>
            <p:cNvSpPr/>
            <p:nvPr/>
          </p:nvSpPr>
          <p:spPr>
            <a:xfrm>
              <a:off x="4800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3" name="obj_14883"/>
            <p:cNvSpPr/>
            <p:nvPr/>
          </p:nvSpPr>
          <p:spPr>
            <a:xfrm>
              <a:off x="4965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4" name="obj_14884"/>
            <p:cNvSpPr/>
            <p:nvPr/>
          </p:nvSpPr>
          <p:spPr>
            <a:xfrm>
              <a:off x="5130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5" name="obj_14885"/>
            <p:cNvSpPr/>
            <p:nvPr/>
          </p:nvSpPr>
          <p:spPr>
            <a:xfrm>
              <a:off x="5295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6" name="obj_14886"/>
            <p:cNvSpPr/>
            <p:nvPr/>
          </p:nvSpPr>
          <p:spPr>
            <a:xfrm>
              <a:off x="5461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7" name="obj_14887"/>
            <p:cNvSpPr/>
            <p:nvPr/>
          </p:nvSpPr>
          <p:spPr>
            <a:xfrm>
              <a:off x="5626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8" name="obj_14888"/>
            <p:cNvSpPr/>
            <p:nvPr/>
          </p:nvSpPr>
          <p:spPr>
            <a:xfrm>
              <a:off x="5791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9" name="obj_14889"/>
            <p:cNvSpPr/>
            <p:nvPr/>
          </p:nvSpPr>
          <p:spPr>
            <a:xfrm>
              <a:off x="3479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0" name="obj_14890"/>
            <p:cNvSpPr/>
            <p:nvPr/>
          </p:nvSpPr>
          <p:spPr>
            <a:xfrm>
              <a:off x="3644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1" name="obj_14891"/>
            <p:cNvSpPr/>
            <p:nvPr/>
          </p:nvSpPr>
          <p:spPr>
            <a:xfrm>
              <a:off x="3810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2" name="obj_14892"/>
            <p:cNvSpPr/>
            <p:nvPr/>
          </p:nvSpPr>
          <p:spPr>
            <a:xfrm>
              <a:off x="3975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3" name="obj_14893"/>
            <p:cNvSpPr/>
            <p:nvPr/>
          </p:nvSpPr>
          <p:spPr>
            <a:xfrm>
              <a:off x="4140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4" name="obj_14894"/>
            <p:cNvSpPr/>
            <p:nvPr/>
          </p:nvSpPr>
          <p:spPr>
            <a:xfrm>
              <a:off x="4305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5" name="obj_14895"/>
            <p:cNvSpPr/>
            <p:nvPr/>
          </p:nvSpPr>
          <p:spPr>
            <a:xfrm>
              <a:off x="4470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6" name="obj_14896"/>
            <p:cNvSpPr/>
            <p:nvPr/>
          </p:nvSpPr>
          <p:spPr>
            <a:xfrm>
              <a:off x="4635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7" name="obj_14897"/>
            <p:cNvSpPr/>
            <p:nvPr/>
          </p:nvSpPr>
          <p:spPr>
            <a:xfrm>
              <a:off x="4800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8" name="obj_14898"/>
            <p:cNvSpPr/>
            <p:nvPr/>
          </p:nvSpPr>
          <p:spPr>
            <a:xfrm>
              <a:off x="4965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9" name="obj_14899"/>
            <p:cNvSpPr/>
            <p:nvPr/>
          </p:nvSpPr>
          <p:spPr>
            <a:xfrm>
              <a:off x="5130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0" name="obj_14900"/>
            <p:cNvSpPr/>
            <p:nvPr/>
          </p:nvSpPr>
          <p:spPr>
            <a:xfrm>
              <a:off x="5295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1" name="obj_14901"/>
            <p:cNvSpPr/>
            <p:nvPr/>
          </p:nvSpPr>
          <p:spPr>
            <a:xfrm>
              <a:off x="5461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2" name="obj_14902"/>
            <p:cNvSpPr/>
            <p:nvPr/>
          </p:nvSpPr>
          <p:spPr>
            <a:xfrm>
              <a:off x="5626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3" name="obj_14903"/>
            <p:cNvSpPr/>
            <p:nvPr/>
          </p:nvSpPr>
          <p:spPr>
            <a:xfrm>
              <a:off x="5791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4" name="obj_14904"/>
            <p:cNvSpPr txBox="1"/>
            <p:nvPr/>
          </p:nvSpPr>
          <p:spPr>
            <a:xfrm>
              <a:off x="3403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20</a:t>
              </a:r>
            </a:p>
          </p:txBody>
        </p:sp>
        <p:sp>
          <p:nvSpPr>
            <p:cNvPr id="1115" name="obj_14905"/>
            <p:cNvSpPr txBox="1"/>
            <p:nvPr/>
          </p:nvSpPr>
          <p:spPr>
            <a:xfrm>
              <a:off x="3403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1116" name="obj_14906"/>
            <p:cNvSpPr txBox="1"/>
            <p:nvPr/>
          </p:nvSpPr>
          <p:spPr>
            <a:xfrm>
              <a:off x="6197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Greedy</a:t>
              </a:r>
            </a:p>
          </p:txBody>
        </p:sp>
        <p:sp>
          <p:nvSpPr>
            <p:cNvPr id="1117" name="obj_14907"/>
            <p:cNvSpPr/>
            <p:nvPr/>
          </p:nvSpPr>
          <p:spPr>
            <a:xfrm>
              <a:off x="5956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8" name="obj_14908"/>
            <p:cNvSpPr/>
            <p:nvPr/>
          </p:nvSpPr>
          <p:spPr>
            <a:xfrm>
              <a:off x="6273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9" name="obj_14909"/>
            <p:cNvSpPr/>
            <p:nvPr/>
          </p:nvSpPr>
          <p:spPr>
            <a:xfrm>
              <a:off x="6438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0" name="obj_14910"/>
            <p:cNvSpPr/>
            <p:nvPr/>
          </p:nvSpPr>
          <p:spPr>
            <a:xfrm>
              <a:off x="6604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1" name="obj_14911"/>
            <p:cNvSpPr/>
            <p:nvPr/>
          </p:nvSpPr>
          <p:spPr>
            <a:xfrm>
              <a:off x="6769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2" name="obj_14912"/>
            <p:cNvSpPr/>
            <p:nvPr/>
          </p:nvSpPr>
          <p:spPr>
            <a:xfrm>
              <a:off x="6934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3" name="obj_14913"/>
            <p:cNvSpPr/>
            <p:nvPr/>
          </p:nvSpPr>
          <p:spPr>
            <a:xfrm>
              <a:off x="7099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4" name="obj_14914"/>
            <p:cNvSpPr/>
            <p:nvPr/>
          </p:nvSpPr>
          <p:spPr>
            <a:xfrm>
              <a:off x="7264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5" name="obj_14915"/>
            <p:cNvSpPr/>
            <p:nvPr/>
          </p:nvSpPr>
          <p:spPr>
            <a:xfrm>
              <a:off x="7429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6" name="obj_14916"/>
            <p:cNvSpPr/>
            <p:nvPr/>
          </p:nvSpPr>
          <p:spPr>
            <a:xfrm>
              <a:off x="7594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7" name="obj_14917"/>
            <p:cNvSpPr/>
            <p:nvPr/>
          </p:nvSpPr>
          <p:spPr>
            <a:xfrm>
              <a:off x="7759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8" name="obj_14918"/>
            <p:cNvSpPr/>
            <p:nvPr/>
          </p:nvSpPr>
          <p:spPr>
            <a:xfrm>
              <a:off x="7924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9" name="obj_14919"/>
            <p:cNvSpPr/>
            <p:nvPr/>
          </p:nvSpPr>
          <p:spPr>
            <a:xfrm>
              <a:off x="8089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0" name="obj_14920"/>
            <p:cNvSpPr/>
            <p:nvPr/>
          </p:nvSpPr>
          <p:spPr>
            <a:xfrm>
              <a:off x="8255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1" name="obj_14921"/>
            <p:cNvSpPr/>
            <p:nvPr/>
          </p:nvSpPr>
          <p:spPr>
            <a:xfrm>
              <a:off x="8420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2" name="obj_14922"/>
            <p:cNvSpPr/>
            <p:nvPr/>
          </p:nvSpPr>
          <p:spPr>
            <a:xfrm>
              <a:off x="8585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3" name="obj_14923"/>
            <p:cNvSpPr/>
            <p:nvPr/>
          </p:nvSpPr>
          <p:spPr>
            <a:xfrm>
              <a:off x="6273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4" name="obj_14924"/>
            <p:cNvSpPr/>
            <p:nvPr/>
          </p:nvSpPr>
          <p:spPr>
            <a:xfrm>
              <a:off x="6438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5" name="obj_14925"/>
            <p:cNvSpPr/>
            <p:nvPr/>
          </p:nvSpPr>
          <p:spPr>
            <a:xfrm>
              <a:off x="6604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6" name="obj_14926"/>
            <p:cNvSpPr/>
            <p:nvPr/>
          </p:nvSpPr>
          <p:spPr>
            <a:xfrm>
              <a:off x="6769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7" name="obj_14927"/>
            <p:cNvSpPr/>
            <p:nvPr/>
          </p:nvSpPr>
          <p:spPr>
            <a:xfrm>
              <a:off x="6934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8" name="obj_14928"/>
            <p:cNvSpPr/>
            <p:nvPr/>
          </p:nvSpPr>
          <p:spPr>
            <a:xfrm>
              <a:off x="7099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9" name="obj_14929"/>
            <p:cNvSpPr/>
            <p:nvPr/>
          </p:nvSpPr>
          <p:spPr>
            <a:xfrm>
              <a:off x="7264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0" name="obj_14930"/>
            <p:cNvSpPr/>
            <p:nvPr/>
          </p:nvSpPr>
          <p:spPr>
            <a:xfrm>
              <a:off x="7429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1" name="obj_14931"/>
            <p:cNvSpPr/>
            <p:nvPr/>
          </p:nvSpPr>
          <p:spPr>
            <a:xfrm>
              <a:off x="7594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2" name="obj_14932"/>
            <p:cNvSpPr/>
            <p:nvPr/>
          </p:nvSpPr>
          <p:spPr>
            <a:xfrm>
              <a:off x="7759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3" name="obj_14933"/>
            <p:cNvSpPr/>
            <p:nvPr/>
          </p:nvSpPr>
          <p:spPr>
            <a:xfrm>
              <a:off x="7924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4" name="obj_14934"/>
            <p:cNvSpPr/>
            <p:nvPr/>
          </p:nvSpPr>
          <p:spPr>
            <a:xfrm>
              <a:off x="8089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5" name="obj_14935"/>
            <p:cNvSpPr/>
            <p:nvPr/>
          </p:nvSpPr>
          <p:spPr>
            <a:xfrm>
              <a:off x="8255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6" name="obj_14936"/>
            <p:cNvSpPr/>
            <p:nvPr/>
          </p:nvSpPr>
          <p:spPr>
            <a:xfrm>
              <a:off x="8420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7" name="obj_14937"/>
            <p:cNvSpPr/>
            <p:nvPr/>
          </p:nvSpPr>
          <p:spPr>
            <a:xfrm>
              <a:off x="8585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8" name="obj_14938"/>
            <p:cNvSpPr/>
            <p:nvPr/>
          </p:nvSpPr>
          <p:spPr>
            <a:xfrm>
              <a:off x="6273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9" name="obj_14939"/>
            <p:cNvSpPr/>
            <p:nvPr/>
          </p:nvSpPr>
          <p:spPr>
            <a:xfrm>
              <a:off x="6438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0" name="obj_14940"/>
            <p:cNvSpPr/>
            <p:nvPr/>
          </p:nvSpPr>
          <p:spPr>
            <a:xfrm>
              <a:off x="6604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1" name="obj_14941"/>
            <p:cNvSpPr/>
            <p:nvPr/>
          </p:nvSpPr>
          <p:spPr>
            <a:xfrm>
              <a:off x="6769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2" name="obj_14942"/>
            <p:cNvSpPr/>
            <p:nvPr/>
          </p:nvSpPr>
          <p:spPr>
            <a:xfrm>
              <a:off x="6934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3" name="obj_14943"/>
            <p:cNvSpPr/>
            <p:nvPr/>
          </p:nvSpPr>
          <p:spPr>
            <a:xfrm>
              <a:off x="7099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4" name="obj_14944"/>
            <p:cNvSpPr/>
            <p:nvPr/>
          </p:nvSpPr>
          <p:spPr>
            <a:xfrm>
              <a:off x="7264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5" name="obj_14945"/>
            <p:cNvSpPr/>
            <p:nvPr/>
          </p:nvSpPr>
          <p:spPr>
            <a:xfrm>
              <a:off x="7429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6" name="obj_14946"/>
            <p:cNvSpPr/>
            <p:nvPr/>
          </p:nvSpPr>
          <p:spPr>
            <a:xfrm>
              <a:off x="7594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7" name="obj_14947"/>
            <p:cNvSpPr/>
            <p:nvPr/>
          </p:nvSpPr>
          <p:spPr>
            <a:xfrm>
              <a:off x="7759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8" name="obj_14948"/>
            <p:cNvSpPr/>
            <p:nvPr/>
          </p:nvSpPr>
          <p:spPr>
            <a:xfrm>
              <a:off x="7924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9" name="obj_14949"/>
            <p:cNvSpPr/>
            <p:nvPr/>
          </p:nvSpPr>
          <p:spPr>
            <a:xfrm>
              <a:off x="8089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0" name="obj_14950"/>
            <p:cNvSpPr/>
            <p:nvPr/>
          </p:nvSpPr>
          <p:spPr>
            <a:xfrm>
              <a:off x="8255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1" name="obj_14951"/>
            <p:cNvSpPr/>
            <p:nvPr/>
          </p:nvSpPr>
          <p:spPr>
            <a:xfrm>
              <a:off x="8420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2" name="obj_14952"/>
            <p:cNvSpPr/>
            <p:nvPr/>
          </p:nvSpPr>
          <p:spPr>
            <a:xfrm>
              <a:off x="8585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3" name="obj_14953"/>
            <p:cNvSpPr/>
            <p:nvPr/>
          </p:nvSpPr>
          <p:spPr>
            <a:xfrm>
              <a:off x="6273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4" name="obj_14954"/>
            <p:cNvSpPr/>
            <p:nvPr/>
          </p:nvSpPr>
          <p:spPr>
            <a:xfrm>
              <a:off x="6438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5" name="obj_14955"/>
            <p:cNvSpPr/>
            <p:nvPr/>
          </p:nvSpPr>
          <p:spPr>
            <a:xfrm>
              <a:off x="6604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6" name="obj_14956"/>
            <p:cNvSpPr/>
            <p:nvPr/>
          </p:nvSpPr>
          <p:spPr>
            <a:xfrm>
              <a:off x="6769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7" name="obj_14957"/>
            <p:cNvSpPr/>
            <p:nvPr/>
          </p:nvSpPr>
          <p:spPr>
            <a:xfrm>
              <a:off x="6934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8" name="obj_14958"/>
            <p:cNvSpPr/>
            <p:nvPr/>
          </p:nvSpPr>
          <p:spPr>
            <a:xfrm>
              <a:off x="7099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9" name="obj_14959"/>
            <p:cNvSpPr/>
            <p:nvPr/>
          </p:nvSpPr>
          <p:spPr>
            <a:xfrm>
              <a:off x="7264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0" name="obj_14960"/>
            <p:cNvSpPr/>
            <p:nvPr/>
          </p:nvSpPr>
          <p:spPr>
            <a:xfrm>
              <a:off x="7429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1" name="obj_14961"/>
            <p:cNvSpPr/>
            <p:nvPr/>
          </p:nvSpPr>
          <p:spPr>
            <a:xfrm>
              <a:off x="7594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2" name="obj_14962"/>
            <p:cNvSpPr/>
            <p:nvPr/>
          </p:nvSpPr>
          <p:spPr>
            <a:xfrm>
              <a:off x="7759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3" name="obj_14963"/>
            <p:cNvSpPr/>
            <p:nvPr/>
          </p:nvSpPr>
          <p:spPr>
            <a:xfrm>
              <a:off x="7924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4" name="obj_14964"/>
            <p:cNvSpPr/>
            <p:nvPr/>
          </p:nvSpPr>
          <p:spPr>
            <a:xfrm>
              <a:off x="8089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5" name="obj_14965"/>
            <p:cNvSpPr/>
            <p:nvPr/>
          </p:nvSpPr>
          <p:spPr>
            <a:xfrm>
              <a:off x="8255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6" name="obj_14966"/>
            <p:cNvSpPr/>
            <p:nvPr/>
          </p:nvSpPr>
          <p:spPr>
            <a:xfrm>
              <a:off x="8420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7" name="obj_14967"/>
            <p:cNvSpPr/>
            <p:nvPr/>
          </p:nvSpPr>
          <p:spPr>
            <a:xfrm>
              <a:off x="8585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8" name="obj_14968"/>
            <p:cNvSpPr/>
            <p:nvPr/>
          </p:nvSpPr>
          <p:spPr>
            <a:xfrm>
              <a:off x="6273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9" name="obj_14969"/>
            <p:cNvSpPr/>
            <p:nvPr/>
          </p:nvSpPr>
          <p:spPr>
            <a:xfrm>
              <a:off x="6438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0" name="obj_14970"/>
            <p:cNvSpPr/>
            <p:nvPr/>
          </p:nvSpPr>
          <p:spPr>
            <a:xfrm>
              <a:off x="6464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1" name="obj_14971"/>
            <p:cNvSpPr/>
            <p:nvPr/>
          </p:nvSpPr>
          <p:spPr>
            <a:xfrm>
              <a:off x="6604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2" name="obj_14972"/>
            <p:cNvSpPr/>
            <p:nvPr/>
          </p:nvSpPr>
          <p:spPr>
            <a:xfrm>
              <a:off x="6629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3" name="obj_14973"/>
            <p:cNvSpPr/>
            <p:nvPr/>
          </p:nvSpPr>
          <p:spPr>
            <a:xfrm>
              <a:off x="6769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4" name="obj_14974"/>
            <p:cNvSpPr/>
            <p:nvPr/>
          </p:nvSpPr>
          <p:spPr>
            <a:xfrm>
              <a:off x="67945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5" name="obj_14975"/>
            <p:cNvSpPr/>
            <p:nvPr/>
          </p:nvSpPr>
          <p:spPr>
            <a:xfrm>
              <a:off x="6934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6" name="obj_14976"/>
            <p:cNvSpPr/>
            <p:nvPr/>
          </p:nvSpPr>
          <p:spPr>
            <a:xfrm>
              <a:off x="69596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7" name="obj_14977"/>
            <p:cNvSpPr/>
            <p:nvPr/>
          </p:nvSpPr>
          <p:spPr>
            <a:xfrm>
              <a:off x="7099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8" name="obj_14978"/>
            <p:cNvSpPr/>
            <p:nvPr/>
          </p:nvSpPr>
          <p:spPr>
            <a:xfrm>
              <a:off x="71247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9" name="obj_14979"/>
            <p:cNvSpPr/>
            <p:nvPr/>
          </p:nvSpPr>
          <p:spPr>
            <a:xfrm>
              <a:off x="7264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0" name="obj_14980"/>
            <p:cNvSpPr/>
            <p:nvPr/>
          </p:nvSpPr>
          <p:spPr>
            <a:xfrm>
              <a:off x="7289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1" name="obj_14981"/>
            <p:cNvSpPr/>
            <p:nvPr/>
          </p:nvSpPr>
          <p:spPr>
            <a:xfrm>
              <a:off x="7429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2" name="obj_14982"/>
            <p:cNvSpPr/>
            <p:nvPr/>
          </p:nvSpPr>
          <p:spPr>
            <a:xfrm>
              <a:off x="74549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3" name="obj_14983"/>
            <p:cNvSpPr/>
            <p:nvPr/>
          </p:nvSpPr>
          <p:spPr>
            <a:xfrm>
              <a:off x="7594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4" name="obj_14984"/>
            <p:cNvSpPr/>
            <p:nvPr/>
          </p:nvSpPr>
          <p:spPr>
            <a:xfrm>
              <a:off x="76200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5" name="obj_14985"/>
            <p:cNvSpPr/>
            <p:nvPr/>
          </p:nvSpPr>
          <p:spPr>
            <a:xfrm>
              <a:off x="7759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6" name="obj_14986"/>
            <p:cNvSpPr/>
            <p:nvPr/>
          </p:nvSpPr>
          <p:spPr>
            <a:xfrm>
              <a:off x="77851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7" name="obj_14987"/>
            <p:cNvSpPr/>
            <p:nvPr/>
          </p:nvSpPr>
          <p:spPr>
            <a:xfrm>
              <a:off x="7924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8" name="obj_14988"/>
            <p:cNvSpPr/>
            <p:nvPr/>
          </p:nvSpPr>
          <p:spPr>
            <a:xfrm>
              <a:off x="79502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9" name="obj_14989"/>
            <p:cNvSpPr/>
            <p:nvPr/>
          </p:nvSpPr>
          <p:spPr>
            <a:xfrm>
              <a:off x="8089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0" name="obj_14990"/>
            <p:cNvSpPr/>
            <p:nvPr/>
          </p:nvSpPr>
          <p:spPr>
            <a:xfrm>
              <a:off x="8115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1" name="obj_14991"/>
            <p:cNvSpPr/>
            <p:nvPr/>
          </p:nvSpPr>
          <p:spPr>
            <a:xfrm>
              <a:off x="8255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2" name="obj_14992"/>
            <p:cNvSpPr/>
            <p:nvPr/>
          </p:nvSpPr>
          <p:spPr>
            <a:xfrm>
              <a:off x="8280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3" name="obj_14993"/>
            <p:cNvSpPr/>
            <p:nvPr/>
          </p:nvSpPr>
          <p:spPr>
            <a:xfrm>
              <a:off x="8420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4" name="obj_14994"/>
            <p:cNvSpPr/>
            <p:nvPr/>
          </p:nvSpPr>
          <p:spPr>
            <a:xfrm>
              <a:off x="8585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5" name="obj_14995"/>
            <p:cNvSpPr/>
            <p:nvPr/>
          </p:nvSpPr>
          <p:spPr>
            <a:xfrm>
              <a:off x="6273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6" name="obj_14996"/>
            <p:cNvSpPr/>
            <p:nvPr/>
          </p:nvSpPr>
          <p:spPr>
            <a:xfrm>
              <a:off x="62992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7" name="obj_14997"/>
            <p:cNvSpPr/>
            <p:nvPr/>
          </p:nvSpPr>
          <p:spPr>
            <a:xfrm>
              <a:off x="6438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8" name="obj_14998"/>
            <p:cNvSpPr/>
            <p:nvPr/>
          </p:nvSpPr>
          <p:spPr>
            <a:xfrm>
              <a:off x="6478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9" name="obj_14999"/>
            <p:cNvSpPr/>
            <p:nvPr/>
          </p:nvSpPr>
          <p:spPr>
            <a:xfrm>
              <a:off x="6458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0" name="obj_15000"/>
            <p:cNvSpPr txBox="1"/>
            <p:nvPr/>
          </p:nvSpPr>
          <p:spPr>
            <a:xfrm>
              <a:off x="6458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1211" name="obj_15001"/>
            <p:cNvSpPr/>
            <p:nvPr/>
          </p:nvSpPr>
          <p:spPr>
            <a:xfrm>
              <a:off x="6604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2" name="obj_15002"/>
            <p:cNvSpPr/>
            <p:nvPr/>
          </p:nvSpPr>
          <p:spPr>
            <a:xfrm>
              <a:off x="6643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3" name="obj_15003"/>
            <p:cNvSpPr/>
            <p:nvPr/>
          </p:nvSpPr>
          <p:spPr>
            <a:xfrm>
              <a:off x="6769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4" name="obj_15004"/>
            <p:cNvSpPr/>
            <p:nvPr/>
          </p:nvSpPr>
          <p:spPr>
            <a:xfrm>
              <a:off x="6808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5" name="obj_15005"/>
            <p:cNvSpPr/>
            <p:nvPr/>
          </p:nvSpPr>
          <p:spPr>
            <a:xfrm>
              <a:off x="6934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6" name="obj_15006"/>
            <p:cNvSpPr/>
            <p:nvPr/>
          </p:nvSpPr>
          <p:spPr>
            <a:xfrm>
              <a:off x="6973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7" name="obj_15007"/>
            <p:cNvSpPr/>
            <p:nvPr/>
          </p:nvSpPr>
          <p:spPr>
            <a:xfrm>
              <a:off x="7099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8" name="obj_15008"/>
            <p:cNvSpPr/>
            <p:nvPr/>
          </p:nvSpPr>
          <p:spPr>
            <a:xfrm>
              <a:off x="7138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9" name="obj_15009"/>
            <p:cNvSpPr/>
            <p:nvPr/>
          </p:nvSpPr>
          <p:spPr>
            <a:xfrm>
              <a:off x="7264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0" name="obj_15010"/>
            <p:cNvSpPr/>
            <p:nvPr/>
          </p:nvSpPr>
          <p:spPr>
            <a:xfrm>
              <a:off x="7304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1" name="obj_15011"/>
            <p:cNvSpPr/>
            <p:nvPr/>
          </p:nvSpPr>
          <p:spPr>
            <a:xfrm>
              <a:off x="7429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2" name="obj_15012"/>
            <p:cNvSpPr/>
            <p:nvPr/>
          </p:nvSpPr>
          <p:spPr>
            <a:xfrm>
              <a:off x="7469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3" name="obj_15013"/>
            <p:cNvSpPr/>
            <p:nvPr/>
          </p:nvSpPr>
          <p:spPr>
            <a:xfrm>
              <a:off x="7594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4" name="obj_15014"/>
            <p:cNvSpPr/>
            <p:nvPr/>
          </p:nvSpPr>
          <p:spPr>
            <a:xfrm>
              <a:off x="7634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5" name="obj_15015"/>
            <p:cNvSpPr/>
            <p:nvPr/>
          </p:nvSpPr>
          <p:spPr>
            <a:xfrm>
              <a:off x="7759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6" name="obj_15016"/>
            <p:cNvSpPr/>
            <p:nvPr/>
          </p:nvSpPr>
          <p:spPr>
            <a:xfrm>
              <a:off x="77993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7" name="obj_15017"/>
            <p:cNvSpPr/>
            <p:nvPr/>
          </p:nvSpPr>
          <p:spPr>
            <a:xfrm>
              <a:off x="7924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8" name="obj_15018"/>
            <p:cNvSpPr/>
            <p:nvPr/>
          </p:nvSpPr>
          <p:spPr>
            <a:xfrm>
              <a:off x="7964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9" name="obj_15019"/>
            <p:cNvSpPr/>
            <p:nvPr/>
          </p:nvSpPr>
          <p:spPr>
            <a:xfrm>
              <a:off x="8089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0" name="obj_15020"/>
            <p:cNvSpPr/>
            <p:nvPr/>
          </p:nvSpPr>
          <p:spPr>
            <a:xfrm>
              <a:off x="8129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1" name="obj_15021"/>
            <p:cNvSpPr/>
            <p:nvPr/>
          </p:nvSpPr>
          <p:spPr>
            <a:xfrm>
              <a:off x="8255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2" name="obj_15022"/>
            <p:cNvSpPr/>
            <p:nvPr/>
          </p:nvSpPr>
          <p:spPr>
            <a:xfrm>
              <a:off x="8294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3" name="obj_15023"/>
            <p:cNvSpPr/>
            <p:nvPr/>
          </p:nvSpPr>
          <p:spPr>
            <a:xfrm>
              <a:off x="8420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4" name="obj_15024"/>
            <p:cNvSpPr/>
            <p:nvPr/>
          </p:nvSpPr>
          <p:spPr>
            <a:xfrm>
              <a:off x="8439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5" name="obj_15025"/>
            <p:cNvSpPr txBox="1"/>
            <p:nvPr/>
          </p:nvSpPr>
          <p:spPr>
            <a:xfrm>
              <a:off x="8439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1236" name="obj_15026"/>
            <p:cNvSpPr/>
            <p:nvPr/>
          </p:nvSpPr>
          <p:spPr>
            <a:xfrm>
              <a:off x="8585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7" name="obj_15027"/>
            <p:cNvSpPr/>
            <p:nvPr/>
          </p:nvSpPr>
          <p:spPr>
            <a:xfrm>
              <a:off x="6273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8" name="obj_15028"/>
            <p:cNvSpPr/>
            <p:nvPr/>
          </p:nvSpPr>
          <p:spPr>
            <a:xfrm>
              <a:off x="6438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9" name="obj_15029"/>
            <p:cNvSpPr/>
            <p:nvPr/>
          </p:nvSpPr>
          <p:spPr>
            <a:xfrm>
              <a:off x="6464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0" name="obj_15030"/>
            <p:cNvSpPr/>
            <p:nvPr/>
          </p:nvSpPr>
          <p:spPr>
            <a:xfrm>
              <a:off x="6604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1" name="obj_15031"/>
            <p:cNvSpPr/>
            <p:nvPr/>
          </p:nvSpPr>
          <p:spPr>
            <a:xfrm>
              <a:off x="6629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2" name="obj_15032"/>
            <p:cNvSpPr/>
            <p:nvPr/>
          </p:nvSpPr>
          <p:spPr>
            <a:xfrm>
              <a:off x="6769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3" name="obj_15033"/>
            <p:cNvSpPr/>
            <p:nvPr/>
          </p:nvSpPr>
          <p:spPr>
            <a:xfrm>
              <a:off x="67945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4" name="obj_15034"/>
            <p:cNvSpPr/>
            <p:nvPr/>
          </p:nvSpPr>
          <p:spPr>
            <a:xfrm>
              <a:off x="6934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5" name="obj_15035"/>
            <p:cNvSpPr/>
            <p:nvPr/>
          </p:nvSpPr>
          <p:spPr>
            <a:xfrm>
              <a:off x="6959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6" name="obj_15036"/>
            <p:cNvSpPr/>
            <p:nvPr/>
          </p:nvSpPr>
          <p:spPr>
            <a:xfrm>
              <a:off x="7099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7" name="obj_15037"/>
            <p:cNvSpPr/>
            <p:nvPr/>
          </p:nvSpPr>
          <p:spPr>
            <a:xfrm>
              <a:off x="71247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8" name="obj_15038"/>
            <p:cNvSpPr/>
            <p:nvPr/>
          </p:nvSpPr>
          <p:spPr>
            <a:xfrm>
              <a:off x="7264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9" name="obj_15039"/>
            <p:cNvSpPr/>
            <p:nvPr/>
          </p:nvSpPr>
          <p:spPr>
            <a:xfrm>
              <a:off x="7289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0" name="obj_15040"/>
            <p:cNvSpPr/>
            <p:nvPr/>
          </p:nvSpPr>
          <p:spPr>
            <a:xfrm>
              <a:off x="7429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1" name="obj_15041"/>
            <p:cNvSpPr/>
            <p:nvPr/>
          </p:nvSpPr>
          <p:spPr>
            <a:xfrm>
              <a:off x="7454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2" name="obj_15042"/>
            <p:cNvSpPr/>
            <p:nvPr/>
          </p:nvSpPr>
          <p:spPr>
            <a:xfrm>
              <a:off x="7594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3" name="obj_15043"/>
            <p:cNvSpPr/>
            <p:nvPr/>
          </p:nvSpPr>
          <p:spPr>
            <a:xfrm>
              <a:off x="7620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4" name="obj_15044"/>
            <p:cNvSpPr/>
            <p:nvPr/>
          </p:nvSpPr>
          <p:spPr>
            <a:xfrm>
              <a:off x="7759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5" name="obj_15045"/>
            <p:cNvSpPr/>
            <p:nvPr/>
          </p:nvSpPr>
          <p:spPr>
            <a:xfrm>
              <a:off x="7785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6" name="obj_15046"/>
            <p:cNvSpPr/>
            <p:nvPr/>
          </p:nvSpPr>
          <p:spPr>
            <a:xfrm>
              <a:off x="7924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7" name="obj_15047"/>
            <p:cNvSpPr/>
            <p:nvPr/>
          </p:nvSpPr>
          <p:spPr>
            <a:xfrm>
              <a:off x="7950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8" name="obj_15048"/>
            <p:cNvSpPr/>
            <p:nvPr/>
          </p:nvSpPr>
          <p:spPr>
            <a:xfrm>
              <a:off x="8089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9" name="obj_15049"/>
            <p:cNvSpPr/>
            <p:nvPr/>
          </p:nvSpPr>
          <p:spPr>
            <a:xfrm>
              <a:off x="8115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0" name="obj_15050"/>
            <p:cNvSpPr/>
            <p:nvPr/>
          </p:nvSpPr>
          <p:spPr>
            <a:xfrm>
              <a:off x="8255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1" name="obj_15051"/>
            <p:cNvSpPr/>
            <p:nvPr/>
          </p:nvSpPr>
          <p:spPr>
            <a:xfrm>
              <a:off x="8280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2" name="obj_15052"/>
            <p:cNvSpPr/>
            <p:nvPr/>
          </p:nvSpPr>
          <p:spPr>
            <a:xfrm>
              <a:off x="8420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3" name="obj_15053"/>
            <p:cNvSpPr/>
            <p:nvPr/>
          </p:nvSpPr>
          <p:spPr>
            <a:xfrm>
              <a:off x="8585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4" name="obj_15054"/>
            <p:cNvSpPr/>
            <p:nvPr/>
          </p:nvSpPr>
          <p:spPr>
            <a:xfrm>
              <a:off x="6273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5" name="obj_15055"/>
            <p:cNvSpPr/>
            <p:nvPr/>
          </p:nvSpPr>
          <p:spPr>
            <a:xfrm>
              <a:off x="6438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6" name="obj_15056"/>
            <p:cNvSpPr/>
            <p:nvPr/>
          </p:nvSpPr>
          <p:spPr>
            <a:xfrm>
              <a:off x="6604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7" name="obj_15057"/>
            <p:cNvSpPr/>
            <p:nvPr/>
          </p:nvSpPr>
          <p:spPr>
            <a:xfrm>
              <a:off x="6769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8" name="obj_15058"/>
            <p:cNvSpPr/>
            <p:nvPr/>
          </p:nvSpPr>
          <p:spPr>
            <a:xfrm>
              <a:off x="6934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9" name="obj_15059"/>
            <p:cNvSpPr/>
            <p:nvPr/>
          </p:nvSpPr>
          <p:spPr>
            <a:xfrm>
              <a:off x="7099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0" name="obj_15060"/>
            <p:cNvSpPr/>
            <p:nvPr/>
          </p:nvSpPr>
          <p:spPr>
            <a:xfrm>
              <a:off x="7264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1" name="obj_15061"/>
            <p:cNvSpPr/>
            <p:nvPr/>
          </p:nvSpPr>
          <p:spPr>
            <a:xfrm>
              <a:off x="7429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2" name="obj_15062"/>
            <p:cNvSpPr/>
            <p:nvPr/>
          </p:nvSpPr>
          <p:spPr>
            <a:xfrm>
              <a:off x="7594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3" name="obj_15063"/>
            <p:cNvSpPr/>
            <p:nvPr/>
          </p:nvSpPr>
          <p:spPr>
            <a:xfrm>
              <a:off x="7759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4" name="obj_15064"/>
            <p:cNvSpPr/>
            <p:nvPr/>
          </p:nvSpPr>
          <p:spPr>
            <a:xfrm>
              <a:off x="7924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5" name="obj_15065"/>
            <p:cNvSpPr/>
            <p:nvPr/>
          </p:nvSpPr>
          <p:spPr>
            <a:xfrm>
              <a:off x="8089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6" name="obj_15066"/>
            <p:cNvSpPr/>
            <p:nvPr/>
          </p:nvSpPr>
          <p:spPr>
            <a:xfrm>
              <a:off x="8255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7" name="obj_15067"/>
            <p:cNvSpPr/>
            <p:nvPr/>
          </p:nvSpPr>
          <p:spPr>
            <a:xfrm>
              <a:off x="8420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8" name="obj_15068"/>
            <p:cNvSpPr/>
            <p:nvPr/>
          </p:nvSpPr>
          <p:spPr>
            <a:xfrm>
              <a:off x="8585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9" name="obj_15069"/>
            <p:cNvSpPr/>
            <p:nvPr/>
          </p:nvSpPr>
          <p:spPr>
            <a:xfrm>
              <a:off x="6273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0" name="obj_15070"/>
            <p:cNvSpPr/>
            <p:nvPr/>
          </p:nvSpPr>
          <p:spPr>
            <a:xfrm>
              <a:off x="6438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1" name="obj_15071"/>
            <p:cNvSpPr/>
            <p:nvPr/>
          </p:nvSpPr>
          <p:spPr>
            <a:xfrm>
              <a:off x="6604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2" name="obj_15072"/>
            <p:cNvSpPr/>
            <p:nvPr/>
          </p:nvSpPr>
          <p:spPr>
            <a:xfrm>
              <a:off x="6769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3" name="obj_15073"/>
            <p:cNvSpPr/>
            <p:nvPr/>
          </p:nvSpPr>
          <p:spPr>
            <a:xfrm>
              <a:off x="6934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4" name="obj_15074"/>
            <p:cNvSpPr/>
            <p:nvPr/>
          </p:nvSpPr>
          <p:spPr>
            <a:xfrm>
              <a:off x="7099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5" name="obj_15075"/>
            <p:cNvSpPr/>
            <p:nvPr/>
          </p:nvSpPr>
          <p:spPr>
            <a:xfrm>
              <a:off x="7264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6" name="obj_15076"/>
            <p:cNvSpPr/>
            <p:nvPr/>
          </p:nvSpPr>
          <p:spPr>
            <a:xfrm>
              <a:off x="7429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7" name="obj_15077"/>
            <p:cNvSpPr/>
            <p:nvPr/>
          </p:nvSpPr>
          <p:spPr>
            <a:xfrm>
              <a:off x="7594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8" name="obj_15078"/>
            <p:cNvSpPr/>
            <p:nvPr/>
          </p:nvSpPr>
          <p:spPr>
            <a:xfrm>
              <a:off x="7759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9" name="obj_15079"/>
            <p:cNvSpPr/>
            <p:nvPr/>
          </p:nvSpPr>
          <p:spPr>
            <a:xfrm>
              <a:off x="7924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0" name="obj_15080"/>
            <p:cNvSpPr/>
            <p:nvPr/>
          </p:nvSpPr>
          <p:spPr>
            <a:xfrm>
              <a:off x="8089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1" name="obj_15081"/>
            <p:cNvSpPr/>
            <p:nvPr/>
          </p:nvSpPr>
          <p:spPr>
            <a:xfrm>
              <a:off x="8255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2" name="obj_15082"/>
            <p:cNvSpPr/>
            <p:nvPr/>
          </p:nvSpPr>
          <p:spPr>
            <a:xfrm>
              <a:off x="8420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3" name="obj_15083"/>
            <p:cNvSpPr/>
            <p:nvPr/>
          </p:nvSpPr>
          <p:spPr>
            <a:xfrm>
              <a:off x="8585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4" name="obj_15084"/>
            <p:cNvSpPr/>
            <p:nvPr/>
          </p:nvSpPr>
          <p:spPr>
            <a:xfrm>
              <a:off x="6273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5" name="obj_15085"/>
            <p:cNvSpPr/>
            <p:nvPr/>
          </p:nvSpPr>
          <p:spPr>
            <a:xfrm>
              <a:off x="6438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6" name="obj_15086"/>
            <p:cNvSpPr/>
            <p:nvPr/>
          </p:nvSpPr>
          <p:spPr>
            <a:xfrm>
              <a:off x="6604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7" name="obj_15087"/>
            <p:cNvSpPr/>
            <p:nvPr/>
          </p:nvSpPr>
          <p:spPr>
            <a:xfrm>
              <a:off x="6769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8" name="obj_15088"/>
            <p:cNvSpPr/>
            <p:nvPr/>
          </p:nvSpPr>
          <p:spPr>
            <a:xfrm>
              <a:off x="6934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9" name="obj_15089"/>
            <p:cNvSpPr/>
            <p:nvPr/>
          </p:nvSpPr>
          <p:spPr>
            <a:xfrm>
              <a:off x="7099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0" name="obj_15090"/>
            <p:cNvSpPr/>
            <p:nvPr/>
          </p:nvSpPr>
          <p:spPr>
            <a:xfrm>
              <a:off x="7264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1" name="obj_15091"/>
            <p:cNvSpPr/>
            <p:nvPr/>
          </p:nvSpPr>
          <p:spPr>
            <a:xfrm>
              <a:off x="7429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2" name="obj_15092"/>
            <p:cNvSpPr/>
            <p:nvPr/>
          </p:nvSpPr>
          <p:spPr>
            <a:xfrm>
              <a:off x="7594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3" name="obj_15093"/>
            <p:cNvSpPr/>
            <p:nvPr/>
          </p:nvSpPr>
          <p:spPr>
            <a:xfrm>
              <a:off x="7759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4" name="obj_15094"/>
            <p:cNvSpPr/>
            <p:nvPr/>
          </p:nvSpPr>
          <p:spPr>
            <a:xfrm>
              <a:off x="7924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5" name="obj_15095"/>
            <p:cNvSpPr/>
            <p:nvPr/>
          </p:nvSpPr>
          <p:spPr>
            <a:xfrm>
              <a:off x="8089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6" name="obj_15096"/>
            <p:cNvSpPr/>
            <p:nvPr/>
          </p:nvSpPr>
          <p:spPr>
            <a:xfrm>
              <a:off x="8255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7" name="obj_15097"/>
            <p:cNvSpPr/>
            <p:nvPr/>
          </p:nvSpPr>
          <p:spPr>
            <a:xfrm>
              <a:off x="8420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8" name="obj_15098"/>
            <p:cNvSpPr/>
            <p:nvPr/>
          </p:nvSpPr>
          <p:spPr>
            <a:xfrm>
              <a:off x="8585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9" name="obj_15099"/>
            <p:cNvSpPr/>
            <p:nvPr/>
          </p:nvSpPr>
          <p:spPr>
            <a:xfrm>
              <a:off x="6273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0" name="obj_15100"/>
            <p:cNvSpPr/>
            <p:nvPr/>
          </p:nvSpPr>
          <p:spPr>
            <a:xfrm>
              <a:off x="6438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1" name="obj_15101"/>
            <p:cNvSpPr/>
            <p:nvPr/>
          </p:nvSpPr>
          <p:spPr>
            <a:xfrm>
              <a:off x="6604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2" name="obj_15102"/>
            <p:cNvSpPr/>
            <p:nvPr/>
          </p:nvSpPr>
          <p:spPr>
            <a:xfrm>
              <a:off x="6769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3" name="obj_15103"/>
            <p:cNvSpPr/>
            <p:nvPr/>
          </p:nvSpPr>
          <p:spPr>
            <a:xfrm>
              <a:off x="6934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4" name="obj_15104"/>
            <p:cNvSpPr/>
            <p:nvPr/>
          </p:nvSpPr>
          <p:spPr>
            <a:xfrm>
              <a:off x="7099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5" name="obj_15105"/>
            <p:cNvSpPr/>
            <p:nvPr/>
          </p:nvSpPr>
          <p:spPr>
            <a:xfrm>
              <a:off x="7264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6" name="obj_15106"/>
            <p:cNvSpPr/>
            <p:nvPr/>
          </p:nvSpPr>
          <p:spPr>
            <a:xfrm>
              <a:off x="7429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7" name="obj_15107"/>
            <p:cNvSpPr/>
            <p:nvPr/>
          </p:nvSpPr>
          <p:spPr>
            <a:xfrm>
              <a:off x="7594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8" name="obj_15108"/>
            <p:cNvSpPr/>
            <p:nvPr/>
          </p:nvSpPr>
          <p:spPr>
            <a:xfrm>
              <a:off x="7759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9" name="obj_15109"/>
            <p:cNvSpPr/>
            <p:nvPr/>
          </p:nvSpPr>
          <p:spPr>
            <a:xfrm>
              <a:off x="7924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0" name="obj_15110"/>
            <p:cNvSpPr/>
            <p:nvPr/>
          </p:nvSpPr>
          <p:spPr>
            <a:xfrm>
              <a:off x="8089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1" name="obj_15111"/>
            <p:cNvSpPr/>
            <p:nvPr/>
          </p:nvSpPr>
          <p:spPr>
            <a:xfrm>
              <a:off x="8255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2" name="obj_15112"/>
            <p:cNvSpPr/>
            <p:nvPr/>
          </p:nvSpPr>
          <p:spPr>
            <a:xfrm>
              <a:off x="8420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3" name="obj_15113"/>
            <p:cNvSpPr/>
            <p:nvPr/>
          </p:nvSpPr>
          <p:spPr>
            <a:xfrm>
              <a:off x="8585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24" name="obj_15114"/>
            <p:cNvCxnSpPr/>
            <p:nvPr/>
          </p:nvCxnSpPr>
          <p:spPr>
            <a:xfrm>
              <a:off x="6521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25" name="obj_15115"/>
            <p:cNvCxnSpPr/>
            <p:nvPr/>
          </p:nvCxnSpPr>
          <p:spPr>
            <a:xfrm>
              <a:off x="6686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26" name="obj_15116"/>
            <p:cNvCxnSpPr/>
            <p:nvPr/>
          </p:nvCxnSpPr>
          <p:spPr>
            <a:xfrm>
              <a:off x="68516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27" name="obj_15117"/>
            <p:cNvCxnSpPr/>
            <p:nvPr/>
          </p:nvCxnSpPr>
          <p:spPr>
            <a:xfrm>
              <a:off x="70167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28" name="obj_15118"/>
            <p:cNvCxnSpPr/>
            <p:nvPr/>
          </p:nvCxnSpPr>
          <p:spPr>
            <a:xfrm>
              <a:off x="71818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29" name="obj_15119"/>
            <p:cNvCxnSpPr/>
            <p:nvPr/>
          </p:nvCxnSpPr>
          <p:spPr>
            <a:xfrm>
              <a:off x="73469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30" name="obj_15120"/>
            <p:cNvCxnSpPr/>
            <p:nvPr/>
          </p:nvCxnSpPr>
          <p:spPr>
            <a:xfrm>
              <a:off x="75120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31" name="obj_15121"/>
            <p:cNvCxnSpPr/>
            <p:nvPr/>
          </p:nvCxnSpPr>
          <p:spPr>
            <a:xfrm>
              <a:off x="76771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32" name="obj_15122"/>
            <p:cNvCxnSpPr/>
            <p:nvPr/>
          </p:nvCxnSpPr>
          <p:spPr>
            <a:xfrm>
              <a:off x="78422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33" name="obj_15123"/>
            <p:cNvCxnSpPr/>
            <p:nvPr/>
          </p:nvCxnSpPr>
          <p:spPr>
            <a:xfrm>
              <a:off x="80073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34" name="obj_15124"/>
            <p:cNvCxnSpPr/>
            <p:nvPr/>
          </p:nvCxnSpPr>
          <p:spPr>
            <a:xfrm>
              <a:off x="8172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1335" name="obj_15125"/>
            <p:cNvCxnSpPr/>
            <p:nvPr/>
          </p:nvCxnSpPr>
          <p:spPr>
            <a:xfrm>
              <a:off x="8337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1336" name="obj_15126"/>
            <p:cNvSpPr txBox="1"/>
            <p:nvPr/>
          </p:nvSpPr>
          <p:spPr>
            <a:xfrm>
              <a:off x="6197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12</a:t>
              </a:r>
            </a:p>
          </p:txBody>
        </p:sp>
        <p:sp>
          <p:nvSpPr>
            <p:cNvPr id="1337" name="obj_15127"/>
            <p:cNvSpPr txBox="1"/>
            <p:nvPr/>
          </p:nvSpPr>
          <p:spPr>
            <a:xfrm>
              <a:off x="6197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28</a:t>
              </a:r>
            </a:p>
          </p:txBody>
        </p:sp>
        <p:sp>
          <p:nvSpPr>
            <p:cNvPr id="1338" name="obj_15128"/>
            <p:cNvSpPr txBox="1"/>
            <p:nvPr/>
          </p:nvSpPr>
          <p:spPr>
            <a:xfrm>
              <a:off x="8991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A*</a:t>
              </a:r>
            </a:p>
          </p:txBody>
        </p:sp>
        <p:sp>
          <p:nvSpPr>
            <p:cNvPr id="1339" name="obj_15129"/>
            <p:cNvSpPr/>
            <p:nvPr/>
          </p:nvSpPr>
          <p:spPr>
            <a:xfrm>
              <a:off x="8750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0" name="obj_15130"/>
            <p:cNvSpPr/>
            <p:nvPr/>
          </p:nvSpPr>
          <p:spPr>
            <a:xfrm>
              <a:off x="9067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1" name="obj_15131"/>
            <p:cNvSpPr/>
            <p:nvPr/>
          </p:nvSpPr>
          <p:spPr>
            <a:xfrm>
              <a:off x="9232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2" name="obj_15132"/>
            <p:cNvSpPr/>
            <p:nvPr/>
          </p:nvSpPr>
          <p:spPr>
            <a:xfrm>
              <a:off x="9398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3" name="obj_15133"/>
            <p:cNvSpPr/>
            <p:nvPr/>
          </p:nvSpPr>
          <p:spPr>
            <a:xfrm>
              <a:off x="9563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4" name="obj_15134"/>
            <p:cNvSpPr/>
            <p:nvPr/>
          </p:nvSpPr>
          <p:spPr>
            <a:xfrm>
              <a:off x="9728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5" name="obj_15135"/>
            <p:cNvSpPr/>
            <p:nvPr/>
          </p:nvSpPr>
          <p:spPr>
            <a:xfrm>
              <a:off x="9893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6" name="obj_15136"/>
            <p:cNvSpPr/>
            <p:nvPr/>
          </p:nvSpPr>
          <p:spPr>
            <a:xfrm>
              <a:off x="10058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7" name="obj_15137"/>
            <p:cNvSpPr/>
            <p:nvPr/>
          </p:nvSpPr>
          <p:spPr>
            <a:xfrm>
              <a:off x="10223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8" name="obj_15138"/>
            <p:cNvSpPr/>
            <p:nvPr/>
          </p:nvSpPr>
          <p:spPr>
            <a:xfrm>
              <a:off x="10388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9" name="obj_15139"/>
            <p:cNvSpPr/>
            <p:nvPr/>
          </p:nvSpPr>
          <p:spPr>
            <a:xfrm>
              <a:off x="10553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0" name="obj_15140"/>
            <p:cNvSpPr/>
            <p:nvPr/>
          </p:nvSpPr>
          <p:spPr>
            <a:xfrm>
              <a:off x="10718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1" name="obj_15141"/>
            <p:cNvSpPr/>
            <p:nvPr/>
          </p:nvSpPr>
          <p:spPr>
            <a:xfrm>
              <a:off x="10883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2" name="obj_15142"/>
            <p:cNvSpPr/>
            <p:nvPr/>
          </p:nvSpPr>
          <p:spPr>
            <a:xfrm>
              <a:off x="11049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3" name="obj_15143"/>
            <p:cNvSpPr/>
            <p:nvPr/>
          </p:nvSpPr>
          <p:spPr>
            <a:xfrm>
              <a:off x="11214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4" name="obj_15144"/>
            <p:cNvSpPr/>
            <p:nvPr/>
          </p:nvSpPr>
          <p:spPr>
            <a:xfrm>
              <a:off x="11379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5" name="obj_15145"/>
            <p:cNvSpPr/>
            <p:nvPr/>
          </p:nvSpPr>
          <p:spPr>
            <a:xfrm>
              <a:off x="9067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6" name="obj_15146"/>
            <p:cNvSpPr/>
            <p:nvPr/>
          </p:nvSpPr>
          <p:spPr>
            <a:xfrm>
              <a:off x="9232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7" name="obj_15147"/>
            <p:cNvSpPr/>
            <p:nvPr/>
          </p:nvSpPr>
          <p:spPr>
            <a:xfrm>
              <a:off x="9398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8" name="obj_15148"/>
            <p:cNvSpPr/>
            <p:nvPr/>
          </p:nvSpPr>
          <p:spPr>
            <a:xfrm>
              <a:off x="9563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9" name="obj_15149"/>
            <p:cNvSpPr/>
            <p:nvPr/>
          </p:nvSpPr>
          <p:spPr>
            <a:xfrm>
              <a:off x="9728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0" name="obj_15150"/>
            <p:cNvSpPr/>
            <p:nvPr/>
          </p:nvSpPr>
          <p:spPr>
            <a:xfrm>
              <a:off x="9893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1" name="obj_15151"/>
            <p:cNvSpPr/>
            <p:nvPr/>
          </p:nvSpPr>
          <p:spPr>
            <a:xfrm>
              <a:off x="10058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2" name="obj_15152"/>
            <p:cNvSpPr/>
            <p:nvPr/>
          </p:nvSpPr>
          <p:spPr>
            <a:xfrm>
              <a:off x="10223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3" name="obj_15153"/>
            <p:cNvSpPr/>
            <p:nvPr/>
          </p:nvSpPr>
          <p:spPr>
            <a:xfrm>
              <a:off x="10388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4" name="obj_15154"/>
            <p:cNvSpPr/>
            <p:nvPr/>
          </p:nvSpPr>
          <p:spPr>
            <a:xfrm>
              <a:off x="10553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5" name="obj_15155"/>
            <p:cNvSpPr/>
            <p:nvPr/>
          </p:nvSpPr>
          <p:spPr>
            <a:xfrm>
              <a:off x="10718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6" name="obj_15156"/>
            <p:cNvSpPr/>
            <p:nvPr/>
          </p:nvSpPr>
          <p:spPr>
            <a:xfrm>
              <a:off x="10883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7" name="obj_15157"/>
            <p:cNvSpPr/>
            <p:nvPr/>
          </p:nvSpPr>
          <p:spPr>
            <a:xfrm>
              <a:off x="11049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8" name="obj_15158"/>
            <p:cNvSpPr/>
            <p:nvPr/>
          </p:nvSpPr>
          <p:spPr>
            <a:xfrm>
              <a:off x="11214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9" name="obj_15159"/>
            <p:cNvSpPr/>
            <p:nvPr/>
          </p:nvSpPr>
          <p:spPr>
            <a:xfrm>
              <a:off x="11379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0" name="obj_15160"/>
            <p:cNvSpPr/>
            <p:nvPr/>
          </p:nvSpPr>
          <p:spPr>
            <a:xfrm>
              <a:off x="9067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1" name="obj_15161"/>
            <p:cNvSpPr/>
            <p:nvPr/>
          </p:nvSpPr>
          <p:spPr>
            <a:xfrm>
              <a:off x="9232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2" name="obj_15162"/>
            <p:cNvSpPr/>
            <p:nvPr/>
          </p:nvSpPr>
          <p:spPr>
            <a:xfrm>
              <a:off x="92583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3" name="obj_15163"/>
            <p:cNvSpPr/>
            <p:nvPr/>
          </p:nvSpPr>
          <p:spPr>
            <a:xfrm>
              <a:off x="9398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4" name="obj_15164"/>
            <p:cNvSpPr/>
            <p:nvPr/>
          </p:nvSpPr>
          <p:spPr>
            <a:xfrm>
              <a:off x="9563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5" name="obj_15165"/>
            <p:cNvSpPr/>
            <p:nvPr/>
          </p:nvSpPr>
          <p:spPr>
            <a:xfrm>
              <a:off x="9728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6" name="obj_15166"/>
            <p:cNvSpPr/>
            <p:nvPr/>
          </p:nvSpPr>
          <p:spPr>
            <a:xfrm>
              <a:off x="9893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7" name="obj_15167"/>
            <p:cNvSpPr/>
            <p:nvPr/>
          </p:nvSpPr>
          <p:spPr>
            <a:xfrm>
              <a:off x="10058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8" name="obj_15168"/>
            <p:cNvSpPr/>
            <p:nvPr/>
          </p:nvSpPr>
          <p:spPr>
            <a:xfrm>
              <a:off x="10223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9" name="obj_15169"/>
            <p:cNvSpPr/>
            <p:nvPr/>
          </p:nvSpPr>
          <p:spPr>
            <a:xfrm>
              <a:off x="10388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0" name="obj_15170"/>
            <p:cNvSpPr/>
            <p:nvPr/>
          </p:nvSpPr>
          <p:spPr>
            <a:xfrm>
              <a:off x="10553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1" name="obj_15171"/>
            <p:cNvSpPr/>
            <p:nvPr/>
          </p:nvSpPr>
          <p:spPr>
            <a:xfrm>
              <a:off x="10718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2" name="obj_15172"/>
            <p:cNvSpPr/>
            <p:nvPr/>
          </p:nvSpPr>
          <p:spPr>
            <a:xfrm>
              <a:off x="10883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3" name="obj_15173"/>
            <p:cNvSpPr/>
            <p:nvPr/>
          </p:nvSpPr>
          <p:spPr>
            <a:xfrm>
              <a:off x="11049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4" name="obj_15174"/>
            <p:cNvSpPr/>
            <p:nvPr/>
          </p:nvSpPr>
          <p:spPr>
            <a:xfrm>
              <a:off x="11214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5" name="obj_15175"/>
            <p:cNvSpPr/>
            <p:nvPr/>
          </p:nvSpPr>
          <p:spPr>
            <a:xfrm>
              <a:off x="11379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6" name="obj_15176"/>
            <p:cNvSpPr/>
            <p:nvPr/>
          </p:nvSpPr>
          <p:spPr>
            <a:xfrm>
              <a:off x="9067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7" name="obj_15177"/>
            <p:cNvSpPr/>
            <p:nvPr/>
          </p:nvSpPr>
          <p:spPr>
            <a:xfrm>
              <a:off x="90932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8" name="obj_15178"/>
            <p:cNvSpPr/>
            <p:nvPr/>
          </p:nvSpPr>
          <p:spPr>
            <a:xfrm>
              <a:off x="9232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9" name="obj_15179"/>
            <p:cNvSpPr/>
            <p:nvPr/>
          </p:nvSpPr>
          <p:spPr>
            <a:xfrm>
              <a:off x="9272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0" name="obj_15180"/>
            <p:cNvSpPr/>
            <p:nvPr/>
          </p:nvSpPr>
          <p:spPr>
            <a:xfrm>
              <a:off x="9398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1" name="obj_15181"/>
            <p:cNvSpPr/>
            <p:nvPr/>
          </p:nvSpPr>
          <p:spPr>
            <a:xfrm>
              <a:off x="9437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2" name="obj_15182"/>
            <p:cNvSpPr/>
            <p:nvPr/>
          </p:nvSpPr>
          <p:spPr>
            <a:xfrm>
              <a:off x="9563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3" name="obj_15183"/>
            <p:cNvSpPr/>
            <p:nvPr/>
          </p:nvSpPr>
          <p:spPr>
            <a:xfrm>
              <a:off x="95885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4" name="obj_15184"/>
            <p:cNvSpPr/>
            <p:nvPr/>
          </p:nvSpPr>
          <p:spPr>
            <a:xfrm>
              <a:off x="9728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5" name="obj_15185"/>
            <p:cNvSpPr/>
            <p:nvPr/>
          </p:nvSpPr>
          <p:spPr>
            <a:xfrm>
              <a:off x="97536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6" name="obj_15186"/>
            <p:cNvSpPr/>
            <p:nvPr/>
          </p:nvSpPr>
          <p:spPr>
            <a:xfrm>
              <a:off x="9893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7" name="obj_15187"/>
            <p:cNvSpPr/>
            <p:nvPr/>
          </p:nvSpPr>
          <p:spPr>
            <a:xfrm>
              <a:off x="10058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8" name="obj_15188"/>
            <p:cNvSpPr/>
            <p:nvPr/>
          </p:nvSpPr>
          <p:spPr>
            <a:xfrm>
              <a:off x="10223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9" name="obj_15189"/>
            <p:cNvSpPr/>
            <p:nvPr/>
          </p:nvSpPr>
          <p:spPr>
            <a:xfrm>
              <a:off x="10388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0" name="obj_15190"/>
            <p:cNvSpPr/>
            <p:nvPr/>
          </p:nvSpPr>
          <p:spPr>
            <a:xfrm>
              <a:off x="10553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1" name="obj_15191"/>
            <p:cNvSpPr/>
            <p:nvPr/>
          </p:nvSpPr>
          <p:spPr>
            <a:xfrm>
              <a:off x="10718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2" name="obj_15192"/>
            <p:cNvSpPr/>
            <p:nvPr/>
          </p:nvSpPr>
          <p:spPr>
            <a:xfrm>
              <a:off x="10883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3" name="obj_15193"/>
            <p:cNvSpPr/>
            <p:nvPr/>
          </p:nvSpPr>
          <p:spPr>
            <a:xfrm>
              <a:off x="11049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4" name="obj_15194"/>
            <p:cNvSpPr/>
            <p:nvPr/>
          </p:nvSpPr>
          <p:spPr>
            <a:xfrm>
              <a:off x="11214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5" name="obj_15195"/>
            <p:cNvSpPr/>
            <p:nvPr/>
          </p:nvSpPr>
          <p:spPr>
            <a:xfrm>
              <a:off x="11379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6" name="obj_15196"/>
            <p:cNvSpPr/>
            <p:nvPr/>
          </p:nvSpPr>
          <p:spPr>
            <a:xfrm>
              <a:off x="9067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7" name="obj_15197"/>
            <p:cNvSpPr/>
            <p:nvPr/>
          </p:nvSpPr>
          <p:spPr>
            <a:xfrm>
              <a:off x="9107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8" name="obj_15198"/>
            <p:cNvSpPr/>
            <p:nvPr/>
          </p:nvSpPr>
          <p:spPr>
            <a:xfrm>
              <a:off x="9232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9" name="obj_15199"/>
            <p:cNvSpPr/>
            <p:nvPr/>
          </p:nvSpPr>
          <p:spPr>
            <a:xfrm>
              <a:off x="9272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0" name="obj_15200"/>
            <p:cNvSpPr/>
            <p:nvPr/>
          </p:nvSpPr>
          <p:spPr>
            <a:xfrm>
              <a:off x="9398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1" name="obj_15201"/>
            <p:cNvSpPr/>
            <p:nvPr/>
          </p:nvSpPr>
          <p:spPr>
            <a:xfrm>
              <a:off x="9437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2" name="obj_15202"/>
            <p:cNvSpPr/>
            <p:nvPr/>
          </p:nvSpPr>
          <p:spPr>
            <a:xfrm>
              <a:off x="9563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3" name="obj_15203"/>
            <p:cNvSpPr/>
            <p:nvPr/>
          </p:nvSpPr>
          <p:spPr>
            <a:xfrm>
              <a:off x="9602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4" name="obj_15204"/>
            <p:cNvSpPr/>
            <p:nvPr/>
          </p:nvSpPr>
          <p:spPr>
            <a:xfrm>
              <a:off x="9728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5" name="obj_15205"/>
            <p:cNvSpPr/>
            <p:nvPr/>
          </p:nvSpPr>
          <p:spPr>
            <a:xfrm>
              <a:off x="9767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6" name="obj_15206"/>
            <p:cNvSpPr/>
            <p:nvPr/>
          </p:nvSpPr>
          <p:spPr>
            <a:xfrm>
              <a:off x="9893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7" name="obj_15207"/>
            <p:cNvSpPr/>
            <p:nvPr/>
          </p:nvSpPr>
          <p:spPr>
            <a:xfrm>
              <a:off x="99187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8" name="obj_15208"/>
            <p:cNvSpPr/>
            <p:nvPr/>
          </p:nvSpPr>
          <p:spPr>
            <a:xfrm>
              <a:off x="10058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9" name="obj_15209"/>
            <p:cNvSpPr/>
            <p:nvPr/>
          </p:nvSpPr>
          <p:spPr>
            <a:xfrm>
              <a:off x="10223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0" name="obj_15210"/>
            <p:cNvSpPr/>
            <p:nvPr/>
          </p:nvSpPr>
          <p:spPr>
            <a:xfrm>
              <a:off x="10388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1" name="obj_15211"/>
            <p:cNvSpPr/>
            <p:nvPr/>
          </p:nvSpPr>
          <p:spPr>
            <a:xfrm>
              <a:off x="10553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2" name="obj_15212"/>
            <p:cNvSpPr/>
            <p:nvPr/>
          </p:nvSpPr>
          <p:spPr>
            <a:xfrm>
              <a:off x="10718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3" name="obj_15213"/>
            <p:cNvSpPr/>
            <p:nvPr/>
          </p:nvSpPr>
          <p:spPr>
            <a:xfrm>
              <a:off x="10883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4" name="obj_15214"/>
            <p:cNvSpPr/>
            <p:nvPr/>
          </p:nvSpPr>
          <p:spPr>
            <a:xfrm>
              <a:off x="11049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5" name="obj_15215"/>
            <p:cNvSpPr/>
            <p:nvPr/>
          </p:nvSpPr>
          <p:spPr>
            <a:xfrm>
              <a:off x="11214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6" name="obj_15216"/>
            <p:cNvSpPr/>
            <p:nvPr/>
          </p:nvSpPr>
          <p:spPr>
            <a:xfrm>
              <a:off x="11379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7" name="obj_15217"/>
            <p:cNvSpPr/>
            <p:nvPr/>
          </p:nvSpPr>
          <p:spPr>
            <a:xfrm>
              <a:off x="9067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8" name="obj_15218"/>
            <p:cNvSpPr/>
            <p:nvPr/>
          </p:nvSpPr>
          <p:spPr>
            <a:xfrm>
              <a:off x="9107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9" name="obj_15219"/>
            <p:cNvSpPr/>
            <p:nvPr/>
          </p:nvSpPr>
          <p:spPr>
            <a:xfrm>
              <a:off x="9232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0" name="obj_15220"/>
            <p:cNvSpPr/>
            <p:nvPr/>
          </p:nvSpPr>
          <p:spPr>
            <a:xfrm>
              <a:off x="9272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1" name="obj_15221"/>
            <p:cNvSpPr/>
            <p:nvPr/>
          </p:nvSpPr>
          <p:spPr>
            <a:xfrm>
              <a:off x="9252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2" name="obj_15222"/>
            <p:cNvSpPr txBox="1"/>
            <p:nvPr/>
          </p:nvSpPr>
          <p:spPr>
            <a:xfrm>
              <a:off x="9252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1433" name="obj_15223"/>
            <p:cNvSpPr/>
            <p:nvPr/>
          </p:nvSpPr>
          <p:spPr>
            <a:xfrm>
              <a:off x="9398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4" name="obj_15224"/>
            <p:cNvSpPr/>
            <p:nvPr/>
          </p:nvSpPr>
          <p:spPr>
            <a:xfrm>
              <a:off x="9437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5" name="obj_15225"/>
            <p:cNvSpPr/>
            <p:nvPr/>
          </p:nvSpPr>
          <p:spPr>
            <a:xfrm>
              <a:off x="9563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6" name="obj_15226"/>
            <p:cNvSpPr/>
            <p:nvPr/>
          </p:nvSpPr>
          <p:spPr>
            <a:xfrm>
              <a:off x="9602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7" name="obj_15227"/>
            <p:cNvSpPr/>
            <p:nvPr/>
          </p:nvSpPr>
          <p:spPr>
            <a:xfrm>
              <a:off x="9728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8" name="obj_15228"/>
            <p:cNvSpPr/>
            <p:nvPr/>
          </p:nvSpPr>
          <p:spPr>
            <a:xfrm>
              <a:off x="9767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9" name="obj_15229"/>
            <p:cNvSpPr/>
            <p:nvPr/>
          </p:nvSpPr>
          <p:spPr>
            <a:xfrm>
              <a:off x="9893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0" name="obj_15230"/>
            <p:cNvSpPr/>
            <p:nvPr/>
          </p:nvSpPr>
          <p:spPr>
            <a:xfrm>
              <a:off x="9932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1" name="obj_15231"/>
            <p:cNvSpPr/>
            <p:nvPr/>
          </p:nvSpPr>
          <p:spPr>
            <a:xfrm>
              <a:off x="10058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2" name="obj_15232"/>
            <p:cNvSpPr/>
            <p:nvPr/>
          </p:nvSpPr>
          <p:spPr>
            <a:xfrm>
              <a:off x="100838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3" name="obj_15233"/>
            <p:cNvSpPr/>
            <p:nvPr/>
          </p:nvSpPr>
          <p:spPr>
            <a:xfrm>
              <a:off x="10223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4" name="obj_15234"/>
            <p:cNvSpPr/>
            <p:nvPr/>
          </p:nvSpPr>
          <p:spPr>
            <a:xfrm>
              <a:off x="10388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5" name="obj_15235"/>
            <p:cNvSpPr/>
            <p:nvPr/>
          </p:nvSpPr>
          <p:spPr>
            <a:xfrm>
              <a:off x="10553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6" name="obj_15236"/>
            <p:cNvSpPr/>
            <p:nvPr/>
          </p:nvSpPr>
          <p:spPr>
            <a:xfrm>
              <a:off x="10718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7" name="obj_15237"/>
            <p:cNvSpPr/>
            <p:nvPr/>
          </p:nvSpPr>
          <p:spPr>
            <a:xfrm>
              <a:off x="10883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8" name="obj_15238"/>
            <p:cNvSpPr/>
            <p:nvPr/>
          </p:nvSpPr>
          <p:spPr>
            <a:xfrm>
              <a:off x="11049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9" name="obj_15239"/>
            <p:cNvSpPr/>
            <p:nvPr/>
          </p:nvSpPr>
          <p:spPr>
            <a:xfrm>
              <a:off x="11214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0" name="obj_15240"/>
            <p:cNvSpPr/>
            <p:nvPr/>
          </p:nvSpPr>
          <p:spPr>
            <a:xfrm>
              <a:off x="11233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1" name="obj_15241"/>
            <p:cNvSpPr txBox="1"/>
            <p:nvPr/>
          </p:nvSpPr>
          <p:spPr>
            <a:xfrm>
              <a:off x="11233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1452" name="obj_15242"/>
            <p:cNvSpPr/>
            <p:nvPr/>
          </p:nvSpPr>
          <p:spPr>
            <a:xfrm>
              <a:off x="11379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3" name="obj_15243"/>
            <p:cNvSpPr/>
            <p:nvPr/>
          </p:nvSpPr>
          <p:spPr>
            <a:xfrm>
              <a:off x="9067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4" name="obj_15244"/>
            <p:cNvSpPr/>
            <p:nvPr/>
          </p:nvSpPr>
          <p:spPr>
            <a:xfrm>
              <a:off x="9107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5" name="obj_15245"/>
            <p:cNvSpPr/>
            <p:nvPr/>
          </p:nvSpPr>
          <p:spPr>
            <a:xfrm>
              <a:off x="9232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6" name="obj_15246"/>
            <p:cNvSpPr/>
            <p:nvPr/>
          </p:nvSpPr>
          <p:spPr>
            <a:xfrm>
              <a:off x="9272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7" name="obj_15247"/>
            <p:cNvSpPr/>
            <p:nvPr/>
          </p:nvSpPr>
          <p:spPr>
            <a:xfrm>
              <a:off x="9398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8" name="obj_15248"/>
            <p:cNvSpPr/>
            <p:nvPr/>
          </p:nvSpPr>
          <p:spPr>
            <a:xfrm>
              <a:off x="9437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9" name="obj_15249"/>
            <p:cNvSpPr/>
            <p:nvPr/>
          </p:nvSpPr>
          <p:spPr>
            <a:xfrm>
              <a:off x="9563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0" name="obj_15250"/>
            <p:cNvSpPr/>
            <p:nvPr/>
          </p:nvSpPr>
          <p:spPr>
            <a:xfrm>
              <a:off x="9602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1" name="obj_15251"/>
            <p:cNvSpPr/>
            <p:nvPr/>
          </p:nvSpPr>
          <p:spPr>
            <a:xfrm>
              <a:off x="9728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2" name="obj_15252"/>
            <p:cNvSpPr/>
            <p:nvPr/>
          </p:nvSpPr>
          <p:spPr>
            <a:xfrm>
              <a:off x="9767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3" name="obj_15253"/>
            <p:cNvSpPr/>
            <p:nvPr/>
          </p:nvSpPr>
          <p:spPr>
            <a:xfrm>
              <a:off x="9893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4" name="obj_15254"/>
            <p:cNvSpPr/>
            <p:nvPr/>
          </p:nvSpPr>
          <p:spPr>
            <a:xfrm>
              <a:off x="99187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5" name="obj_15255"/>
            <p:cNvSpPr/>
            <p:nvPr/>
          </p:nvSpPr>
          <p:spPr>
            <a:xfrm>
              <a:off x="10058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6" name="obj_15256"/>
            <p:cNvSpPr/>
            <p:nvPr/>
          </p:nvSpPr>
          <p:spPr>
            <a:xfrm>
              <a:off x="10223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7" name="obj_15257"/>
            <p:cNvSpPr/>
            <p:nvPr/>
          </p:nvSpPr>
          <p:spPr>
            <a:xfrm>
              <a:off x="10388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8" name="obj_15258"/>
            <p:cNvSpPr/>
            <p:nvPr/>
          </p:nvSpPr>
          <p:spPr>
            <a:xfrm>
              <a:off x="10553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9" name="obj_15259"/>
            <p:cNvSpPr/>
            <p:nvPr/>
          </p:nvSpPr>
          <p:spPr>
            <a:xfrm>
              <a:off x="10718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0" name="obj_15260"/>
            <p:cNvSpPr/>
            <p:nvPr/>
          </p:nvSpPr>
          <p:spPr>
            <a:xfrm>
              <a:off x="10883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1" name="obj_15261"/>
            <p:cNvSpPr/>
            <p:nvPr/>
          </p:nvSpPr>
          <p:spPr>
            <a:xfrm>
              <a:off x="11049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2" name="obj_15262"/>
            <p:cNvSpPr/>
            <p:nvPr/>
          </p:nvSpPr>
          <p:spPr>
            <a:xfrm>
              <a:off x="11214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3" name="obj_15263"/>
            <p:cNvSpPr/>
            <p:nvPr/>
          </p:nvSpPr>
          <p:spPr>
            <a:xfrm>
              <a:off x="11379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4" name="obj_15264"/>
            <p:cNvSpPr/>
            <p:nvPr/>
          </p:nvSpPr>
          <p:spPr>
            <a:xfrm>
              <a:off x="9067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5" name="obj_15265"/>
            <p:cNvSpPr/>
            <p:nvPr/>
          </p:nvSpPr>
          <p:spPr>
            <a:xfrm>
              <a:off x="90932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6" name="obj_15266"/>
            <p:cNvSpPr/>
            <p:nvPr/>
          </p:nvSpPr>
          <p:spPr>
            <a:xfrm>
              <a:off x="9232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7" name="obj_15267"/>
            <p:cNvSpPr/>
            <p:nvPr/>
          </p:nvSpPr>
          <p:spPr>
            <a:xfrm>
              <a:off x="9272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8" name="obj_15268"/>
            <p:cNvSpPr/>
            <p:nvPr/>
          </p:nvSpPr>
          <p:spPr>
            <a:xfrm>
              <a:off x="9398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9" name="obj_15269"/>
            <p:cNvSpPr/>
            <p:nvPr/>
          </p:nvSpPr>
          <p:spPr>
            <a:xfrm>
              <a:off x="9437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0" name="obj_15270"/>
            <p:cNvSpPr/>
            <p:nvPr/>
          </p:nvSpPr>
          <p:spPr>
            <a:xfrm>
              <a:off x="9563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1" name="obj_15271"/>
            <p:cNvSpPr/>
            <p:nvPr/>
          </p:nvSpPr>
          <p:spPr>
            <a:xfrm>
              <a:off x="95885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2" name="obj_15272"/>
            <p:cNvSpPr/>
            <p:nvPr/>
          </p:nvSpPr>
          <p:spPr>
            <a:xfrm>
              <a:off x="9728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3" name="obj_15273"/>
            <p:cNvSpPr/>
            <p:nvPr/>
          </p:nvSpPr>
          <p:spPr>
            <a:xfrm>
              <a:off x="97536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4" name="obj_15274"/>
            <p:cNvSpPr/>
            <p:nvPr/>
          </p:nvSpPr>
          <p:spPr>
            <a:xfrm>
              <a:off x="9893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5" name="obj_15275"/>
            <p:cNvSpPr/>
            <p:nvPr/>
          </p:nvSpPr>
          <p:spPr>
            <a:xfrm>
              <a:off x="10058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6" name="obj_15276"/>
            <p:cNvSpPr/>
            <p:nvPr/>
          </p:nvSpPr>
          <p:spPr>
            <a:xfrm>
              <a:off x="10223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7" name="obj_15277"/>
            <p:cNvSpPr/>
            <p:nvPr/>
          </p:nvSpPr>
          <p:spPr>
            <a:xfrm>
              <a:off x="10388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8" name="obj_15278"/>
            <p:cNvSpPr/>
            <p:nvPr/>
          </p:nvSpPr>
          <p:spPr>
            <a:xfrm>
              <a:off x="10553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9" name="obj_15279"/>
            <p:cNvSpPr/>
            <p:nvPr/>
          </p:nvSpPr>
          <p:spPr>
            <a:xfrm>
              <a:off x="10718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0" name="obj_15280"/>
            <p:cNvSpPr/>
            <p:nvPr/>
          </p:nvSpPr>
          <p:spPr>
            <a:xfrm>
              <a:off x="10883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1" name="obj_15281"/>
            <p:cNvSpPr/>
            <p:nvPr/>
          </p:nvSpPr>
          <p:spPr>
            <a:xfrm>
              <a:off x="11049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2" name="obj_15282"/>
            <p:cNvSpPr/>
            <p:nvPr/>
          </p:nvSpPr>
          <p:spPr>
            <a:xfrm>
              <a:off x="11214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3" name="obj_15283"/>
            <p:cNvSpPr/>
            <p:nvPr/>
          </p:nvSpPr>
          <p:spPr>
            <a:xfrm>
              <a:off x="11379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4" name="obj_15284"/>
            <p:cNvSpPr/>
            <p:nvPr/>
          </p:nvSpPr>
          <p:spPr>
            <a:xfrm>
              <a:off x="9067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5" name="obj_15285"/>
            <p:cNvSpPr/>
            <p:nvPr/>
          </p:nvSpPr>
          <p:spPr>
            <a:xfrm>
              <a:off x="9232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6" name="obj_15286"/>
            <p:cNvSpPr/>
            <p:nvPr/>
          </p:nvSpPr>
          <p:spPr>
            <a:xfrm>
              <a:off x="92583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7" name="obj_15287"/>
            <p:cNvSpPr/>
            <p:nvPr/>
          </p:nvSpPr>
          <p:spPr>
            <a:xfrm>
              <a:off x="9398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8" name="obj_15288"/>
            <p:cNvSpPr/>
            <p:nvPr/>
          </p:nvSpPr>
          <p:spPr>
            <a:xfrm>
              <a:off x="9563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9" name="obj_15289"/>
            <p:cNvSpPr/>
            <p:nvPr/>
          </p:nvSpPr>
          <p:spPr>
            <a:xfrm>
              <a:off x="9728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0" name="obj_15290"/>
            <p:cNvSpPr/>
            <p:nvPr/>
          </p:nvSpPr>
          <p:spPr>
            <a:xfrm>
              <a:off x="9893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1" name="obj_15291"/>
            <p:cNvSpPr/>
            <p:nvPr/>
          </p:nvSpPr>
          <p:spPr>
            <a:xfrm>
              <a:off x="10058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2" name="obj_15292"/>
            <p:cNvSpPr/>
            <p:nvPr/>
          </p:nvSpPr>
          <p:spPr>
            <a:xfrm>
              <a:off x="10223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3" name="obj_15293"/>
            <p:cNvSpPr/>
            <p:nvPr/>
          </p:nvSpPr>
          <p:spPr>
            <a:xfrm>
              <a:off x="10388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4" name="obj_15294"/>
            <p:cNvSpPr/>
            <p:nvPr/>
          </p:nvSpPr>
          <p:spPr>
            <a:xfrm>
              <a:off x="10553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5" name="obj_15295"/>
            <p:cNvSpPr/>
            <p:nvPr/>
          </p:nvSpPr>
          <p:spPr>
            <a:xfrm>
              <a:off x="10718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6" name="obj_15296"/>
            <p:cNvSpPr/>
            <p:nvPr/>
          </p:nvSpPr>
          <p:spPr>
            <a:xfrm>
              <a:off x="10883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7" name="obj_15297"/>
            <p:cNvSpPr/>
            <p:nvPr/>
          </p:nvSpPr>
          <p:spPr>
            <a:xfrm>
              <a:off x="11049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8" name="obj_15298"/>
            <p:cNvSpPr/>
            <p:nvPr/>
          </p:nvSpPr>
          <p:spPr>
            <a:xfrm>
              <a:off x="11214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9" name="obj_15299"/>
            <p:cNvSpPr/>
            <p:nvPr/>
          </p:nvSpPr>
          <p:spPr>
            <a:xfrm>
              <a:off x="11379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0" name="obj_15300"/>
            <p:cNvSpPr/>
            <p:nvPr/>
          </p:nvSpPr>
          <p:spPr>
            <a:xfrm>
              <a:off x="9067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1" name="obj_15301"/>
            <p:cNvSpPr/>
            <p:nvPr/>
          </p:nvSpPr>
          <p:spPr>
            <a:xfrm>
              <a:off x="9232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2" name="obj_15302"/>
            <p:cNvSpPr/>
            <p:nvPr/>
          </p:nvSpPr>
          <p:spPr>
            <a:xfrm>
              <a:off x="9398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3" name="obj_15303"/>
            <p:cNvSpPr/>
            <p:nvPr/>
          </p:nvSpPr>
          <p:spPr>
            <a:xfrm>
              <a:off x="9563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4" name="obj_15304"/>
            <p:cNvSpPr/>
            <p:nvPr/>
          </p:nvSpPr>
          <p:spPr>
            <a:xfrm>
              <a:off x="9728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5" name="obj_15305"/>
            <p:cNvSpPr/>
            <p:nvPr/>
          </p:nvSpPr>
          <p:spPr>
            <a:xfrm>
              <a:off x="9893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6" name="obj_15306"/>
            <p:cNvSpPr/>
            <p:nvPr/>
          </p:nvSpPr>
          <p:spPr>
            <a:xfrm>
              <a:off x="10058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7" name="obj_15307"/>
            <p:cNvSpPr/>
            <p:nvPr/>
          </p:nvSpPr>
          <p:spPr>
            <a:xfrm>
              <a:off x="10223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8" name="obj_15308"/>
            <p:cNvSpPr/>
            <p:nvPr/>
          </p:nvSpPr>
          <p:spPr>
            <a:xfrm>
              <a:off x="10388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9" name="obj_15309"/>
            <p:cNvSpPr/>
            <p:nvPr/>
          </p:nvSpPr>
          <p:spPr>
            <a:xfrm>
              <a:off x="10553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0" name="obj_15310"/>
            <p:cNvSpPr/>
            <p:nvPr/>
          </p:nvSpPr>
          <p:spPr>
            <a:xfrm>
              <a:off x="10718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1" name="obj_15311"/>
            <p:cNvSpPr/>
            <p:nvPr/>
          </p:nvSpPr>
          <p:spPr>
            <a:xfrm>
              <a:off x="10883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2" name="obj_15312"/>
            <p:cNvSpPr/>
            <p:nvPr/>
          </p:nvSpPr>
          <p:spPr>
            <a:xfrm>
              <a:off x="11049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3" name="obj_15313"/>
            <p:cNvSpPr/>
            <p:nvPr/>
          </p:nvSpPr>
          <p:spPr>
            <a:xfrm>
              <a:off x="11214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4" name="obj_15314"/>
            <p:cNvSpPr/>
            <p:nvPr/>
          </p:nvSpPr>
          <p:spPr>
            <a:xfrm>
              <a:off x="11379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5" name="obj_15315"/>
            <p:cNvSpPr/>
            <p:nvPr/>
          </p:nvSpPr>
          <p:spPr>
            <a:xfrm>
              <a:off x="9067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6" name="obj_15316"/>
            <p:cNvSpPr/>
            <p:nvPr/>
          </p:nvSpPr>
          <p:spPr>
            <a:xfrm>
              <a:off x="9232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7" name="obj_15317"/>
            <p:cNvSpPr/>
            <p:nvPr/>
          </p:nvSpPr>
          <p:spPr>
            <a:xfrm>
              <a:off x="9398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8" name="obj_15318"/>
            <p:cNvSpPr/>
            <p:nvPr/>
          </p:nvSpPr>
          <p:spPr>
            <a:xfrm>
              <a:off x="9563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9" name="obj_15319"/>
            <p:cNvSpPr/>
            <p:nvPr/>
          </p:nvSpPr>
          <p:spPr>
            <a:xfrm>
              <a:off x="9728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0" name="obj_15320"/>
            <p:cNvSpPr/>
            <p:nvPr/>
          </p:nvSpPr>
          <p:spPr>
            <a:xfrm>
              <a:off x="9893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1" name="obj_15321"/>
            <p:cNvSpPr/>
            <p:nvPr/>
          </p:nvSpPr>
          <p:spPr>
            <a:xfrm>
              <a:off x="10058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2" name="obj_15322"/>
            <p:cNvSpPr/>
            <p:nvPr/>
          </p:nvSpPr>
          <p:spPr>
            <a:xfrm>
              <a:off x="10223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3" name="obj_15323"/>
            <p:cNvSpPr/>
            <p:nvPr/>
          </p:nvSpPr>
          <p:spPr>
            <a:xfrm>
              <a:off x="10388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4" name="obj_15324"/>
            <p:cNvSpPr/>
            <p:nvPr/>
          </p:nvSpPr>
          <p:spPr>
            <a:xfrm>
              <a:off x="10553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5" name="obj_15325"/>
            <p:cNvSpPr/>
            <p:nvPr/>
          </p:nvSpPr>
          <p:spPr>
            <a:xfrm>
              <a:off x="10718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6" name="obj_15326"/>
            <p:cNvSpPr/>
            <p:nvPr/>
          </p:nvSpPr>
          <p:spPr>
            <a:xfrm>
              <a:off x="10883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 name="obj_15327"/>
            <p:cNvSpPr/>
            <p:nvPr/>
          </p:nvSpPr>
          <p:spPr>
            <a:xfrm>
              <a:off x="11049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 name="obj_15328"/>
            <p:cNvSpPr/>
            <p:nvPr/>
          </p:nvSpPr>
          <p:spPr>
            <a:xfrm>
              <a:off x="11214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9" name="obj_15329"/>
            <p:cNvSpPr/>
            <p:nvPr/>
          </p:nvSpPr>
          <p:spPr>
            <a:xfrm>
              <a:off x="11379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0" name="obj_15330"/>
            <p:cNvSpPr txBox="1"/>
            <p:nvPr/>
          </p:nvSpPr>
          <p:spPr>
            <a:xfrm>
              <a:off x="8991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20</a:t>
              </a:r>
            </a:p>
          </p:txBody>
        </p:sp>
        <p:sp>
          <p:nvSpPr>
            <p:cNvPr id="1541" name="obj_15331"/>
            <p:cNvSpPr txBox="1"/>
            <p:nvPr/>
          </p:nvSpPr>
          <p:spPr>
            <a:xfrm>
              <a:off x="8991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1542" name="obj_15332"/>
            <p:cNvSpPr txBox="1"/>
            <p:nvPr/>
          </p:nvSpPr>
          <p:spPr>
            <a:xfrm>
              <a:off x="609600" y="5499100"/>
              <a:ext cx="10985500" cy="3175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Синхронный кадр 20: завершившиеся поиски сохраняют итог</a:t>
              </a:r>
            </a:p>
          </p:txBody>
        </p:sp>
      </p:grpSp>
      <p:grpSp>
        <p:nvGrpSpPr>
          <p:cNvPr id="4" name="comparison_40"/>
          <p:cNvGrpSpPr/>
          <p:nvPr/>
        </p:nvGrpSpPr>
        <p:grpSpPr>
          <a:xfrm>
            <a:off x="368300" y="1625600"/>
            <a:ext cx="11341100" cy="4254500"/>
            <a:chOff x="368300" y="1625600"/>
            <a:chExt cx="11341100" cy="4254500"/>
          </a:xfrm>
        </p:grpSpPr>
        <p:sp>
          <p:nvSpPr>
            <p:cNvPr id="1543" name="obj_15334"/>
            <p:cNvSpPr/>
            <p:nvPr/>
          </p:nvSpPr>
          <p:spPr>
            <a:xfrm>
              <a:off x="482600" y="16256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4" name="obj_15335"/>
            <p:cNvSpPr txBox="1"/>
            <p:nvPr/>
          </p:nvSpPr>
          <p:spPr>
            <a:xfrm>
              <a:off x="609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BFS</a:t>
              </a:r>
            </a:p>
          </p:txBody>
        </p:sp>
        <p:sp>
          <p:nvSpPr>
            <p:cNvPr id="1545" name="obj_15336"/>
            <p:cNvSpPr/>
            <p:nvPr/>
          </p:nvSpPr>
          <p:spPr>
            <a:xfrm>
              <a:off x="368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6" name="obj_15337"/>
            <p:cNvSpPr/>
            <p:nvPr/>
          </p:nvSpPr>
          <p:spPr>
            <a:xfrm>
              <a:off x="685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7" name="obj_15338"/>
            <p:cNvSpPr/>
            <p:nvPr/>
          </p:nvSpPr>
          <p:spPr>
            <a:xfrm>
              <a:off x="7112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8" name="obj_15339"/>
            <p:cNvSpPr/>
            <p:nvPr/>
          </p:nvSpPr>
          <p:spPr>
            <a:xfrm>
              <a:off x="850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9" name="obj_15340"/>
            <p:cNvSpPr/>
            <p:nvPr/>
          </p:nvSpPr>
          <p:spPr>
            <a:xfrm>
              <a:off x="8763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0" name="obj_15341"/>
            <p:cNvSpPr/>
            <p:nvPr/>
          </p:nvSpPr>
          <p:spPr>
            <a:xfrm>
              <a:off x="1016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1" name="obj_15342"/>
            <p:cNvSpPr/>
            <p:nvPr/>
          </p:nvSpPr>
          <p:spPr>
            <a:xfrm>
              <a:off x="10414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2" name="obj_15343"/>
            <p:cNvSpPr/>
            <p:nvPr/>
          </p:nvSpPr>
          <p:spPr>
            <a:xfrm>
              <a:off x="1181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3" name="obj_15344"/>
            <p:cNvSpPr/>
            <p:nvPr/>
          </p:nvSpPr>
          <p:spPr>
            <a:xfrm>
              <a:off x="1346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4" name="obj_15345"/>
            <p:cNvSpPr/>
            <p:nvPr/>
          </p:nvSpPr>
          <p:spPr>
            <a:xfrm>
              <a:off x="1511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5" name="obj_15346"/>
            <p:cNvSpPr/>
            <p:nvPr/>
          </p:nvSpPr>
          <p:spPr>
            <a:xfrm>
              <a:off x="1676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6" name="obj_15347"/>
            <p:cNvSpPr/>
            <p:nvPr/>
          </p:nvSpPr>
          <p:spPr>
            <a:xfrm>
              <a:off x="1841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7" name="obj_15348"/>
            <p:cNvSpPr/>
            <p:nvPr/>
          </p:nvSpPr>
          <p:spPr>
            <a:xfrm>
              <a:off x="2006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8" name="obj_15349"/>
            <p:cNvSpPr/>
            <p:nvPr/>
          </p:nvSpPr>
          <p:spPr>
            <a:xfrm>
              <a:off x="2171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9" name="obj_15350"/>
            <p:cNvSpPr/>
            <p:nvPr/>
          </p:nvSpPr>
          <p:spPr>
            <a:xfrm>
              <a:off x="2336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0" name="obj_15351"/>
            <p:cNvSpPr/>
            <p:nvPr/>
          </p:nvSpPr>
          <p:spPr>
            <a:xfrm>
              <a:off x="2501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1" name="obj_15352"/>
            <p:cNvSpPr/>
            <p:nvPr/>
          </p:nvSpPr>
          <p:spPr>
            <a:xfrm>
              <a:off x="2667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2" name="obj_15353"/>
            <p:cNvSpPr/>
            <p:nvPr/>
          </p:nvSpPr>
          <p:spPr>
            <a:xfrm>
              <a:off x="2832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3" name="obj_15354"/>
            <p:cNvSpPr/>
            <p:nvPr/>
          </p:nvSpPr>
          <p:spPr>
            <a:xfrm>
              <a:off x="2997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4" name="obj_15355"/>
            <p:cNvSpPr/>
            <p:nvPr/>
          </p:nvSpPr>
          <p:spPr>
            <a:xfrm>
              <a:off x="685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5" name="obj_15356"/>
            <p:cNvSpPr/>
            <p:nvPr/>
          </p:nvSpPr>
          <p:spPr>
            <a:xfrm>
              <a:off x="7254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6" name="obj_15357"/>
            <p:cNvSpPr/>
            <p:nvPr/>
          </p:nvSpPr>
          <p:spPr>
            <a:xfrm>
              <a:off x="850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7" name="obj_15358"/>
            <p:cNvSpPr/>
            <p:nvPr/>
          </p:nvSpPr>
          <p:spPr>
            <a:xfrm>
              <a:off x="8905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8" name="obj_15359"/>
            <p:cNvSpPr/>
            <p:nvPr/>
          </p:nvSpPr>
          <p:spPr>
            <a:xfrm>
              <a:off x="1016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9" name="obj_15360"/>
            <p:cNvSpPr/>
            <p:nvPr/>
          </p:nvSpPr>
          <p:spPr>
            <a:xfrm>
              <a:off x="10556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0" name="obj_15361"/>
            <p:cNvSpPr/>
            <p:nvPr/>
          </p:nvSpPr>
          <p:spPr>
            <a:xfrm>
              <a:off x="1181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1" name="obj_15362"/>
            <p:cNvSpPr/>
            <p:nvPr/>
          </p:nvSpPr>
          <p:spPr>
            <a:xfrm>
              <a:off x="12065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2" name="obj_15363"/>
            <p:cNvSpPr/>
            <p:nvPr/>
          </p:nvSpPr>
          <p:spPr>
            <a:xfrm>
              <a:off x="1346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3" name="obj_15364"/>
            <p:cNvSpPr/>
            <p:nvPr/>
          </p:nvSpPr>
          <p:spPr>
            <a:xfrm>
              <a:off x="1511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4" name="obj_15365"/>
            <p:cNvSpPr/>
            <p:nvPr/>
          </p:nvSpPr>
          <p:spPr>
            <a:xfrm>
              <a:off x="1676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5" name="obj_15366"/>
            <p:cNvSpPr/>
            <p:nvPr/>
          </p:nvSpPr>
          <p:spPr>
            <a:xfrm>
              <a:off x="1841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6" name="obj_15367"/>
            <p:cNvSpPr/>
            <p:nvPr/>
          </p:nvSpPr>
          <p:spPr>
            <a:xfrm>
              <a:off x="2006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7" name="obj_15368"/>
            <p:cNvSpPr/>
            <p:nvPr/>
          </p:nvSpPr>
          <p:spPr>
            <a:xfrm>
              <a:off x="2171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8" name="obj_15369"/>
            <p:cNvSpPr/>
            <p:nvPr/>
          </p:nvSpPr>
          <p:spPr>
            <a:xfrm>
              <a:off x="2336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9" name="obj_15370"/>
            <p:cNvSpPr/>
            <p:nvPr/>
          </p:nvSpPr>
          <p:spPr>
            <a:xfrm>
              <a:off x="2501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0" name="obj_15371"/>
            <p:cNvSpPr/>
            <p:nvPr/>
          </p:nvSpPr>
          <p:spPr>
            <a:xfrm>
              <a:off x="2667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1" name="obj_15372"/>
            <p:cNvSpPr/>
            <p:nvPr/>
          </p:nvSpPr>
          <p:spPr>
            <a:xfrm>
              <a:off x="2832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2" name="obj_15373"/>
            <p:cNvSpPr/>
            <p:nvPr/>
          </p:nvSpPr>
          <p:spPr>
            <a:xfrm>
              <a:off x="2997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3" name="obj_15374"/>
            <p:cNvSpPr/>
            <p:nvPr/>
          </p:nvSpPr>
          <p:spPr>
            <a:xfrm>
              <a:off x="685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4" name="obj_15375"/>
            <p:cNvSpPr/>
            <p:nvPr/>
          </p:nvSpPr>
          <p:spPr>
            <a:xfrm>
              <a:off x="7254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5" name="obj_15376"/>
            <p:cNvSpPr/>
            <p:nvPr/>
          </p:nvSpPr>
          <p:spPr>
            <a:xfrm>
              <a:off x="850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6" name="obj_15377"/>
            <p:cNvSpPr/>
            <p:nvPr/>
          </p:nvSpPr>
          <p:spPr>
            <a:xfrm>
              <a:off x="890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7" name="obj_15378"/>
            <p:cNvSpPr/>
            <p:nvPr/>
          </p:nvSpPr>
          <p:spPr>
            <a:xfrm>
              <a:off x="1016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8" name="obj_15379"/>
            <p:cNvSpPr/>
            <p:nvPr/>
          </p:nvSpPr>
          <p:spPr>
            <a:xfrm>
              <a:off x="1181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9" name="obj_15380"/>
            <p:cNvSpPr/>
            <p:nvPr/>
          </p:nvSpPr>
          <p:spPr>
            <a:xfrm>
              <a:off x="1346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0" name="obj_15381"/>
            <p:cNvSpPr/>
            <p:nvPr/>
          </p:nvSpPr>
          <p:spPr>
            <a:xfrm>
              <a:off x="13716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1" name="obj_15382"/>
            <p:cNvSpPr/>
            <p:nvPr/>
          </p:nvSpPr>
          <p:spPr>
            <a:xfrm>
              <a:off x="1511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2" name="obj_15383"/>
            <p:cNvSpPr/>
            <p:nvPr/>
          </p:nvSpPr>
          <p:spPr>
            <a:xfrm>
              <a:off x="1676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3" name="obj_15384"/>
            <p:cNvSpPr/>
            <p:nvPr/>
          </p:nvSpPr>
          <p:spPr>
            <a:xfrm>
              <a:off x="1841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4" name="obj_15385"/>
            <p:cNvSpPr/>
            <p:nvPr/>
          </p:nvSpPr>
          <p:spPr>
            <a:xfrm>
              <a:off x="2006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5" name="obj_15386"/>
            <p:cNvSpPr/>
            <p:nvPr/>
          </p:nvSpPr>
          <p:spPr>
            <a:xfrm>
              <a:off x="2171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6" name="obj_15387"/>
            <p:cNvSpPr/>
            <p:nvPr/>
          </p:nvSpPr>
          <p:spPr>
            <a:xfrm>
              <a:off x="2336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7" name="obj_15388"/>
            <p:cNvSpPr/>
            <p:nvPr/>
          </p:nvSpPr>
          <p:spPr>
            <a:xfrm>
              <a:off x="2501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8" name="obj_15389"/>
            <p:cNvSpPr/>
            <p:nvPr/>
          </p:nvSpPr>
          <p:spPr>
            <a:xfrm>
              <a:off x="2667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9" name="obj_15390"/>
            <p:cNvSpPr/>
            <p:nvPr/>
          </p:nvSpPr>
          <p:spPr>
            <a:xfrm>
              <a:off x="2832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0" name="obj_15391"/>
            <p:cNvSpPr/>
            <p:nvPr/>
          </p:nvSpPr>
          <p:spPr>
            <a:xfrm>
              <a:off x="2997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1" name="obj_15392"/>
            <p:cNvSpPr/>
            <p:nvPr/>
          </p:nvSpPr>
          <p:spPr>
            <a:xfrm>
              <a:off x="685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2" name="obj_15393"/>
            <p:cNvSpPr/>
            <p:nvPr/>
          </p:nvSpPr>
          <p:spPr>
            <a:xfrm>
              <a:off x="725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3" name="obj_15394"/>
            <p:cNvSpPr/>
            <p:nvPr/>
          </p:nvSpPr>
          <p:spPr>
            <a:xfrm>
              <a:off x="850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4" name="obj_15395"/>
            <p:cNvSpPr/>
            <p:nvPr/>
          </p:nvSpPr>
          <p:spPr>
            <a:xfrm>
              <a:off x="890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5" name="obj_15396"/>
            <p:cNvSpPr/>
            <p:nvPr/>
          </p:nvSpPr>
          <p:spPr>
            <a:xfrm>
              <a:off x="1016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6" name="obj_15397"/>
            <p:cNvSpPr/>
            <p:nvPr/>
          </p:nvSpPr>
          <p:spPr>
            <a:xfrm>
              <a:off x="1055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7" name="obj_15398"/>
            <p:cNvSpPr/>
            <p:nvPr/>
          </p:nvSpPr>
          <p:spPr>
            <a:xfrm>
              <a:off x="1181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8" name="obj_15399"/>
            <p:cNvSpPr/>
            <p:nvPr/>
          </p:nvSpPr>
          <p:spPr>
            <a:xfrm>
              <a:off x="1220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9" name="obj_15400"/>
            <p:cNvSpPr/>
            <p:nvPr/>
          </p:nvSpPr>
          <p:spPr>
            <a:xfrm>
              <a:off x="1346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0" name="obj_15401"/>
            <p:cNvSpPr/>
            <p:nvPr/>
          </p:nvSpPr>
          <p:spPr>
            <a:xfrm>
              <a:off x="1385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1" name="obj_15402"/>
            <p:cNvSpPr/>
            <p:nvPr/>
          </p:nvSpPr>
          <p:spPr>
            <a:xfrm>
              <a:off x="1511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2" name="obj_15403"/>
            <p:cNvSpPr/>
            <p:nvPr/>
          </p:nvSpPr>
          <p:spPr>
            <a:xfrm>
              <a:off x="15367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3" name="obj_15404"/>
            <p:cNvSpPr/>
            <p:nvPr/>
          </p:nvSpPr>
          <p:spPr>
            <a:xfrm>
              <a:off x="1676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4" name="obj_15405"/>
            <p:cNvSpPr/>
            <p:nvPr/>
          </p:nvSpPr>
          <p:spPr>
            <a:xfrm>
              <a:off x="1841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5" name="obj_15406"/>
            <p:cNvSpPr/>
            <p:nvPr/>
          </p:nvSpPr>
          <p:spPr>
            <a:xfrm>
              <a:off x="2006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6" name="obj_15407"/>
            <p:cNvSpPr/>
            <p:nvPr/>
          </p:nvSpPr>
          <p:spPr>
            <a:xfrm>
              <a:off x="2171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7" name="obj_15408"/>
            <p:cNvSpPr/>
            <p:nvPr/>
          </p:nvSpPr>
          <p:spPr>
            <a:xfrm>
              <a:off x="2336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8" name="obj_15409"/>
            <p:cNvSpPr/>
            <p:nvPr/>
          </p:nvSpPr>
          <p:spPr>
            <a:xfrm>
              <a:off x="2501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9" name="obj_15410"/>
            <p:cNvSpPr/>
            <p:nvPr/>
          </p:nvSpPr>
          <p:spPr>
            <a:xfrm>
              <a:off x="2667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0" name="obj_15411"/>
            <p:cNvSpPr/>
            <p:nvPr/>
          </p:nvSpPr>
          <p:spPr>
            <a:xfrm>
              <a:off x="2832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1" name="obj_15412"/>
            <p:cNvSpPr/>
            <p:nvPr/>
          </p:nvSpPr>
          <p:spPr>
            <a:xfrm>
              <a:off x="2997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2" name="obj_15413"/>
            <p:cNvSpPr/>
            <p:nvPr/>
          </p:nvSpPr>
          <p:spPr>
            <a:xfrm>
              <a:off x="685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3" name="obj_15414"/>
            <p:cNvSpPr/>
            <p:nvPr/>
          </p:nvSpPr>
          <p:spPr>
            <a:xfrm>
              <a:off x="725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4" name="obj_15415"/>
            <p:cNvSpPr/>
            <p:nvPr/>
          </p:nvSpPr>
          <p:spPr>
            <a:xfrm>
              <a:off x="850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5" name="obj_15416"/>
            <p:cNvSpPr/>
            <p:nvPr/>
          </p:nvSpPr>
          <p:spPr>
            <a:xfrm>
              <a:off x="890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6" name="obj_15417"/>
            <p:cNvSpPr/>
            <p:nvPr/>
          </p:nvSpPr>
          <p:spPr>
            <a:xfrm>
              <a:off x="1016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7" name="obj_15418"/>
            <p:cNvSpPr/>
            <p:nvPr/>
          </p:nvSpPr>
          <p:spPr>
            <a:xfrm>
              <a:off x="1055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8" name="obj_15419"/>
            <p:cNvSpPr/>
            <p:nvPr/>
          </p:nvSpPr>
          <p:spPr>
            <a:xfrm>
              <a:off x="1181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9" name="obj_15420"/>
            <p:cNvSpPr/>
            <p:nvPr/>
          </p:nvSpPr>
          <p:spPr>
            <a:xfrm>
              <a:off x="1220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0" name="obj_15421"/>
            <p:cNvSpPr/>
            <p:nvPr/>
          </p:nvSpPr>
          <p:spPr>
            <a:xfrm>
              <a:off x="1346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1" name="obj_15422"/>
            <p:cNvSpPr/>
            <p:nvPr/>
          </p:nvSpPr>
          <p:spPr>
            <a:xfrm>
              <a:off x="1385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2" name="obj_15423"/>
            <p:cNvSpPr/>
            <p:nvPr/>
          </p:nvSpPr>
          <p:spPr>
            <a:xfrm>
              <a:off x="1511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3" name="obj_15424"/>
            <p:cNvSpPr/>
            <p:nvPr/>
          </p:nvSpPr>
          <p:spPr>
            <a:xfrm>
              <a:off x="1550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4" name="obj_15425"/>
            <p:cNvSpPr/>
            <p:nvPr/>
          </p:nvSpPr>
          <p:spPr>
            <a:xfrm>
              <a:off x="1676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5" name="obj_15426"/>
            <p:cNvSpPr/>
            <p:nvPr/>
          </p:nvSpPr>
          <p:spPr>
            <a:xfrm>
              <a:off x="1701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6" name="obj_15427"/>
            <p:cNvSpPr/>
            <p:nvPr/>
          </p:nvSpPr>
          <p:spPr>
            <a:xfrm>
              <a:off x="1841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7" name="obj_15428"/>
            <p:cNvSpPr/>
            <p:nvPr/>
          </p:nvSpPr>
          <p:spPr>
            <a:xfrm>
              <a:off x="2006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8" name="obj_15429"/>
            <p:cNvSpPr/>
            <p:nvPr/>
          </p:nvSpPr>
          <p:spPr>
            <a:xfrm>
              <a:off x="2171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9" name="obj_15430"/>
            <p:cNvSpPr/>
            <p:nvPr/>
          </p:nvSpPr>
          <p:spPr>
            <a:xfrm>
              <a:off x="2336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0" name="obj_15431"/>
            <p:cNvSpPr/>
            <p:nvPr/>
          </p:nvSpPr>
          <p:spPr>
            <a:xfrm>
              <a:off x="2501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1" name="obj_15432"/>
            <p:cNvSpPr/>
            <p:nvPr/>
          </p:nvSpPr>
          <p:spPr>
            <a:xfrm>
              <a:off x="2667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2" name="obj_15433"/>
            <p:cNvSpPr/>
            <p:nvPr/>
          </p:nvSpPr>
          <p:spPr>
            <a:xfrm>
              <a:off x="2832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3" name="obj_15434"/>
            <p:cNvSpPr/>
            <p:nvPr/>
          </p:nvSpPr>
          <p:spPr>
            <a:xfrm>
              <a:off x="2997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4" name="obj_15435"/>
            <p:cNvSpPr/>
            <p:nvPr/>
          </p:nvSpPr>
          <p:spPr>
            <a:xfrm>
              <a:off x="685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5" name="obj_15436"/>
            <p:cNvSpPr/>
            <p:nvPr/>
          </p:nvSpPr>
          <p:spPr>
            <a:xfrm>
              <a:off x="725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6" name="obj_15437"/>
            <p:cNvSpPr/>
            <p:nvPr/>
          </p:nvSpPr>
          <p:spPr>
            <a:xfrm>
              <a:off x="850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7" name="obj_15438"/>
            <p:cNvSpPr/>
            <p:nvPr/>
          </p:nvSpPr>
          <p:spPr>
            <a:xfrm>
              <a:off x="890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8" name="obj_15439"/>
            <p:cNvSpPr/>
            <p:nvPr/>
          </p:nvSpPr>
          <p:spPr>
            <a:xfrm>
              <a:off x="870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9" name="obj_15440"/>
            <p:cNvSpPr txBox="1"/>
            <p:nvPr/>
          </p:nvSpPr>
          <p:spPr>
            <a:xfrm>
              <a:off x="870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1650" name="obj_15441"/>
            <p:cNvSpPr/>
            <p:nvPr/>
          </p:nvSpPr>
          <p:spPr>
            <a:xfrm>
              <a:off x="1016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1" name="obj_15442"/>
            <p:cNvSpPr/>
            <p:nvPr/>
          </p:nvSpPr>
          <p:spPr>
            <a:xfrm>
              <a:off x="1055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2" name="obj_15443"/>
            <p:cNvSpPr/>
            <p:nvPr/>
          </p:nvSpPr>
          <p:spPr>
            <a:xfrm>
              <a:off x="1181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3" name="obj_15444"/>
            <p:cNvSpPr/>
            <p:nvPr/>
          </p:nvSpPr>
          <p:spPr>
            <a:xfrm>
              <a:off x="1220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4" name="obj_15445"/>
            <p:cNvSpPr/>
            <p:nvPr/>
          </p:nvSpPr>
          <p:spPr>
            <a:xfrm>
              <a:off x="1346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5" name="obj_15446"/>
            <p:cNvSpPr/>
            <p:nvPr/>
          </p:nvSpPr>
          <p:spPr>
            <a:xfrm>
              <a:off x="1385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6" name="obj_15447"/>
            <p:cNvSpPr/>
            <p:nvPr/>
          </p:nvSpPr>
          <p:spPr>
            <a:xfrm>
              <a:off x="1511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7" name="obj_15448"/>
            <p:cNvSpPr/>
            <p:nvPr/>
          </p:nvSpPr>
          <p:spPr>
            <a:xfrm>
              <a:off x="1550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8" name="obj_15449"/>
            <p:cNvSpPr/>
            <p:nvPr/>
          </p:nvSpPr>
          <p:spPr>
            <a:xfrm>
              <a:off x="1676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9" name="obj_15450"/>
            <p:cNvSpPr/>
            <p:nvPr/>
          </p:nvSpPr>
          <p:spPr>
            <a:xfrm>
              <a:off x="1716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0" name="obj_15451"/>
            <p:cNvSpPr/>
            <p:nvPr/>
          </p:nvSpPr>
          <p:spPr>
            <a:xfrm>
              <a:off x="1841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1" name="obj_15452"/>
            <p:cNvSpPr/>
            <p:nvPr/>
          </p:nvSpPr>
          <p:spPr>
            <a:xfrm>
              <a:off x="18669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2" name="obj_15453"/>
            <p:cNvSpPr/>
            <p:nvPr/>
          </p:nvSpPr>
          <p:spPr>
            <a:xfrm>
              <a:off x="2006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3" name="obj_15454"/>
            <p:cNvSpPr/>
            <p:nvPr/>
          </p:nvSpPr>
          <p:spPr>
            <a:xfrm>
              <a:off x="2171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4" name="obj_15455"/>
            <p:cNvSpPr/>
            <p:nvPr/>
          </p:nvSpPr>
          <p:spPr>
            <a:xfrm>
              <a:off x="2336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5" name="obj_15456"/>
            <p:cNvSpPr/>
            <p:nvPr/>
          </p:nvSpPr>
          <p:spPr>
            <a:xfrm>
              <a:off x="2501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6" name="obj_15457"/>
            <p:cNvSpPr/>
            <p:nvPr/>
          </p:nvSpPr>
          <p:spPr>
            <a:xfrm>
              <a:off x="2667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7" name="obj_15458"/>
            <p:cNvSpPr/>
            <p:nvPr/>
          </p:nvSpPr>
          <p:spPr>
            <a:xfrm>
              <a:off x="2832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8" name="obj_15459"/>
            <p:cNvSpPr/>
            <p:nvPr/>
          </p:nvSpPr>
          <p:spPr>
            <a:xfrm>
              <a:off x="2851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9" name="obj_15460"/>
            <p:cNvSpPr txBox="1"/>
            <p:nvPr/>
          </p:nvSpPr>
          <p:spPr>
            <a:xfrm>
              <a:off x="2851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1670" name="obj_15461"/>
            <p:cNvSpPr/>
            <p:nvPr/>
          </p:nvSpPr>
          <p:spPr>
            <a:xfrm>
              <a:off x="2997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1" name="obj_15462"/>
            <p:cNvSpPr/>
            <p:nvPr/>
          </p:nvSpPr>
          <p:spPr>
            <a:xfrm>
              <a:off x="685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2" name="obj_15463"/>
            <p:cNvSpPr/>
            <p:nvPr/>
          </p:nvSpPr>
          <p:spPr>
            <a:xfrm>
              <a:off x="725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3" name="obj_15464"/>
            <p:cNvSpPr/>
            <p:nvPr/>
          </p:nvSpPr>
          <p:spPr>
            <a:xfrm>
              <a:off x="850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4" name="obj_15465"/>
            <p:cNvSpPr/>
            <p:nvPr/>
          </p:nvSpPr>
          <p:spPr>
            <a:xfrm>
              <a:off x="890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5" name="obj_15466"/>
            <p:cNvSpPr/>
            <p:nvPr/>
          </p:nvSpPr>
          <p:spPr>
            <a:xfrm>
              <a:off x="1016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6" name="obj_15467"/>
            <p:cNvSpPr/>
            <p:nvPr/>
          </p:nvSpPr>
          <p:spPr>
            <a:xfrm>
              <a:off x="1055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7" name="obj_15468"/>
            <p:cNvSpPr/>
            <p:nvPr/>
          </p:nvSpPr>
          <p:spPr>
            <a:xfrm>
              <a:off x="1181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8" name="obj_15469"/>
            <p:cNvSpPr/>
            <p:nvPr/>
          </p:nvSpPr>
          <p:spPr>
            <a:xfrm>
              <a:off x="1220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9" name="obj_15470"/>
            <p:cNvSpPr/>
            <p:nvPr/>
          </p:nvSpPr>
          <p:spPr>
            <a:xfrm>
              <a:off x="1346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0" name="obj_15471"/>
            <p:cNvSpPr/>
            <p:nvPr/>
          </p:nvSpPr>
          <p:spPr>
            <a:xfrm>
              <a:off x="1385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1" name="obj_15472"/>
            <p:cNvSpPr/>
            <p:nvPr/>
          </p:nvSpPr>
          <p:spPr>
            <a:xfrm>
              <a:off x="1511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2" name="obj_15473"/>
            <p:cNvSpPr/>
            <p:nvPr/>
          </p:nvSpPr>
          <p:spPr>
            <a:xfrm>
              <a:off x="1550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3" name="obj_15474"/>
            <p:cNvSpPr/>
            <p:nvPr/>
          </p:nvSpPr>
          <p:spPr>
            <a:xfrm>
              <a:off x="1676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4" name="obj_15475"/>
            <p:cNvSpPr/>
            <p:nvPr/>
          </p:nvSpPr>
          <p:spPr>
            <a:xfrm>
              <a:off x="1701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5" name="obj_15476"/>
            <p:cNvSpPr/>
            <p:nvPr/>
          </p:nvSpPr>
          <p:spPr>
            <a:xfrm>
              <a:off x="1841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6" name="obj_15477"/>
            <p:cNvSpPr/>
            <p:nvPr/>
          </p:nvSpPr>
          <p:spPr>
            <a:xfrm>
              <a:off x="2006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7" name="obj_15478"/>
            <p:cNvSpPr/>
            <p:nvPr/>
          </p:nvSpPr>
          <p:spPr>
            <a:xfrm>
              <a:off x="2171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8" name="obj_15479"/>
            <p:cNvSpPr/>
            <p:nvPr/>
          </p:nvSpPr>
          <p:spPr>
            <a:xfrm>
              <a:off x="2336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9" name="obj_15480"/>
            <p:cNvSpPr/>
            <p:nvPr/>
          </p:nvSpPr>
          <p:spPr>
            <a:xfrm>
              <a:off x="2501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0" name="obj_15481"/>
            <p:cNvSpPr/>
            <p:nvPr/>
          </p:nvSpPr>
          <p:spPr>
            <a:xfrm>
              <a:off x="2667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1" name="obj_15482"/>
            <p:cNvSpPr/>
            <p:nvPr/>
          </p:nvSpPr>
          <p:spPr>
            <a:xfrm>
              <a:off x="2832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2" name="obj_15483"/>
            <p:cNvSpPr/>
            <p:nvPr/>
          </p:nvSpPr>
          <p:spPr>
            <a:xfrm>
              <a:off x="2997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3" name="obj_15484"/>
            <p:cNvSpPr/>
            <p:nvPr/>
          </p:nvSpPr>
          <p:spPr>
            <a:xfrm>
              <a:off x="685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4" name="obj_15485"/>
            <p:cNvSpPr/>
            <p:nvPr/>
          </p:nvSpPr>
          <p:spPr>
            <a:xfrm>
              <a:off x="725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5" name="obj_15486"/>
            <p:cNvSpPr/>
            <p:nvPr/>
          </p:nvSpPr>
          <p:spPr>
            <a:xfrm>
              <a:off x="850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6" name="obj_15487"/>
            <p:cNvSpPr/>
            <p:nvPr/>
          </p:nvSpPr>
          <p:spPr>
            <a:xfrm>
              <a:off x="890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7" name="obj_15488"/>
            <p:cNvSpPr/>
            <p:nvPr/>
          </p:nvSpPr>
          <p:spPr>
            <a:xfrm>
              <a:off x="1016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8" name="obj_15489"/>
            <p:cNvSpPr/>
            <p:nvPr/>
          </p:nvSpPr>
          <p:spPr>
            <a:xfrm>
              <a:off x="1055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9" name="obj_15490"/>
            <p:cNvSpPr/>
            <p:nvPr/>
          </p:nvSpPr>
          <p:spPr>
            <a:xfrm>
              <a:off x="1181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0" name="obj_15491"/>
            <p:cNvSpPr/>
            <p:nvPr/>
          </p:nvSpPr>
          <p:spPr>
            <a:xfrm>
              <a:off x="1220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1" name="obj_15492"/>
            <p:cNvSpPr/>
            <p:nvPr/>
          </p:nvSpPr>
          <p:spPr>
            <a:xfrm>
              <a:off x="1346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2" name="obj_15493"/>
            <p:cNvSpPr/>
            <p:nvPr/>
          </p:nvSpPr>
          <p:spPr>
            <a:xfrm>
              <a:off x="1385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3" name="obj_15494"/>
            <p:cNvSpPr/>
            <p:nvPr/>
          </p:nvSpPr>
          <p:spPr>
            <a:xfrm>
              <a:off x="1511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4" name="obj_15495"/>
            <p:cNvSpPr/>
            <p:nvPr/>
          </p:nvSpPr>
          <p:spPr>
            <a:xfrm>
              <a:off x="15367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5" name="obj_15496"/>
            <p:cNvSpPr/>
            <p:nvPr/>
          </p:nvSpPr>
          <p:spPr>
            <a:xfrm>
              <a:off x="1676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6" name="obj_15497"/>
            <p:cNvSpPr/>
            <p:nvPr/>
          </p:nvSpPr>
          <p:spPr>
            <a:xfrm>
              <a:off x="1841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7" name="obj_15498"/>
            <p:cNvSpPr/>
            <p:nvPr/>
          </p:nvSpPr>
          <p:spPr>
            <a:xfrm>
              <a:off x="2006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8" name="obj_15499"/>
            <p:cNvSpPr/>
            <p:nvPr/>
          </p:nvSpPr>
          <p:spPr>
            <a:xfrm>
              <a:off x="2171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9" name="obj_15500"/>
            <p:cNvSpPr/>
            <p:nvPr/>
          </p:nvSpPr>
          <p:spPr>
            <a:xfrm>
              <a:off x="2336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0" name="obj_15501"/>
            <p:cNvSpPr/>
            <p:nvPr/>
          </p:nvSpPr>
          <p:spPr>
            <a:xfrm>
              <a:off x="2501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1" name="obj_15502"/>
            <p:cNvSpPr/>
            <p:nvPr/>
          </p:nvSpPr>
          <p:spPr>
            <a:xfrm>
              <a:off x="2667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2" name="obj_15503"/>
            <p:cNvSpPr/>
            <p:nvPr/>
          </p:nvSpPr>
          <p:spPr>
            <a:xfrm>
              <a:off x="2832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3" name="obj_15504"/>
            <p:cNvSpPr/>
            <p:nvPr/>
          </p:nvSpPr>
          <p:spPr>
            <a:xfrm>
              <a:off x="2997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4" name="obj_15505"/>
            <p:cNvSpPr/>
            <p:nvPr/>
          </p:nvSpPr>
          <p:spPr>
            <a:xfrm>
              <a:off x="685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5" name="obj_15506"/>
            <p:cNvSpPr/>
            <p:nvPr/>
          </p:nvSpPr>
          <p:spPr>
            <a:xfrm>
              <a:off x="7254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6" name="obj_15507"/>
            <p:cNvSpPr/>
            <p:nvPr/>
          </p:nvSpPr>
          <p:spPr>
            <a:xfrm>
              <a:off x="850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7" name="obj_15508"/>
            <p:cNvSpPr/>
            <p:nvPr/>
          </p:nvSpPr>
          <p:spPr>
            <a:xfrm>
              <a:off x="890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8" name="obj_15509"/>
            <p:cNvSpPr/>
            <p:nvPr/>
          </p:nvSpPr>
          <p:spPr>
            <a:xfrm>
              <a:off x="1016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9" name="obj_15510"/>
            <p:cNvSpPr/>
            <p:nvPr/>
          </p:nvSpPr>
          <p:spPr>
            <a:xfrm>
              <a:off x="1181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0" name="obj_15511"/>
            <p:cNvSpPr/>
            <p:nvPr/>
          </p:nvSpPr>
          <p:spPr>
            <a:xfrm>
              <a:off x="1346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1" name="obj_15512"/>
            <p:cNvSpPr/>
            <p:nvPr/>
          </p:nvSpPr>
          <p:spPr>
            <a:xfrm>
              <a:off x="13716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2" name="obj_15513"/>
            <p:cNvSpPr/>
            <p:nvPr/>
          </p:nvSpPr>
          <p:spPr>
            <a:xfrm>
              <a:off x="1511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3" name="obj_15514"/>
            <p:cNvSpPr/>
            <p:nvPr/>
          </p:nvSpPr>
          <p:spPr>
            <a:xfrm>
              <a:off x="1676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4" name="obj_15515"/>
            <p:cNvSpPr/>
            <p:nvPr/>
          </p:nvSpPr>
          <p:spPr>
            <a:xfrm>
              <a:off x="1841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5" name="obj_15516"/>
            <p:cNvSpPr/>
            <p:nvPr/>
          </p:nvSpPr>
          <p:spPr>
            <a:xfrm>
              <a:off x="2006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6" name="obj_15517"/>
            <p:cNvSpPr/>
            <p:nvPr/>
          </p:nvSpPr>
          <p:spPr>
            <a:xfrm>
              <a:off x="2171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7" name="obj_15518"/>
            <p:cNvSpPr/>
            <p:nvPr/>
          </p:nvSpPr>
          <p:spPr>
            <a:xfrm>
              <a:off x="2336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8" name="obj_15519"/>
            <p:cNvSpPr/>
            <p:nvPr/>
          </p:nvSpPr>
          <p:spPr>
            <a:xfrm>
              <a:off x="2501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9" name="obj_15520"/>
            <p:cNvSpPr/>
            <p:nvPr/>
          </p:nvSpPr>
          <p:spPr>
            <a:xfrm>
              <a:off x="2667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0" name="obj_15521"/>
            <p:cNvSpPr/>
            <p:nvPr/>
          </p:nvSpPr>
          <p:spPr>
            <a:xfrm>
              <a:off x="2832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1" name="obj_15522"/>
            <p:cNvSpPr/>
            <p:nvPr/>
          </p:nvSpPr>
          <p:spPr>
            <a:xfrm>
              <a:off x="2997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2" name="obj_15523"/>
            <p:cNvSpPr/>
            <p:nvPr/>
          </p:nvSpPr>
          <p:spPr>
            <a:xfrm>
              <a:off x="685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3" name="obj_15524"/>
            <p:cNvSpPr/>
            <p:nvPr/>
          </p:nvSpPr>
          <p:spPr>
            <a:xfrm>
              <a:off x="725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4" name="obj_15525"/>
            <p:cNvSpPr/>
            <p:nvPr/>
          </p:nvSpPr>
          <p:spPr>
            <a:xfrm>
              <a:off x="850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5" name="obj_15526"/>
            <p:cNvSpPr/>
            <p:nvPr/>
          </p:nvSpPr>
          <p:spPr>
            <a:xfrm>
              <a:off x="890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6" name="obj_15527"/>
            <p:cNvSpPr/>
            <p:nvPr/>
          </p:nvSpPr>
          <p:spPr>
            <a:xfrm>
              <a:off x="1016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7" name="obj_15528"/>
            <p:cNvSpPr/>
            <p:nvPr/>
          </p:nvSpPr>
          <p:spPr>
            <a:xfrm>
              <a:off x="1055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8" name="obj_15529"/>
            <p:cNvSpPr/>
            <p:nvPr/>
          </p:nvSpPr>
          <p:spPr>
            <a:xfrm>
              <a:off x="1181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9" name="obj_15530"/>
            <p:cNvSpPr/>
            <p:nvPr/>
          </p:nvSpPr>
          <p:spPr>
            <a:xfrm>
              <a:off x="12065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0" name="obj_15531"/>
            <p:cNvSpPr/>
            <p:nvPr/>
          </p:nvSpPr>
          <p:spPr>
            <a:xfrm>
              <a:off x="1346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 name="obj_15532"/>
            <p:cNvSpPr/>
            <p:nvPr/>
          </p:nvSpPr>
          <p:spPr>
            <a:xfrm>
              <a:off x="1511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 name="obj_15533"/>
            <p:cNvSpPr/>
            <p:nvPr/>
          </p:nvSpPr>
          <p:spPr>
            <a:xfrm>
              <a:off x="1676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3" name="obj_15534"/>
            <p:cNvSpPr/>
            <p:nvPr/>
          </p:nvSpPr>
          <p:spPr>
            <a:xfrm>
              <a:off x="1841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4" name="obj_15535"/>
            <p:cNvSpPr/>
            <p:nvPr/>
          </p:nvSpPr>
          <p:spPr>
            <a:xfrm>
              <a:off x="2006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5" name="obj_15536"/>
            <p:cNvSpPr/>
            <p:nvPr/>
          </p:nvSpPr>
          <p:spPr>
            <a:xfrm>
              <a:off x="2171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6" name="obj_15537"/>
            <p:cNvSpPr/>
            <p:nvPr/>
          </p:nvSpPr>
          <p:spPr>
            <a:xfrm>
              <a:off x="2336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7" name="obj_15538"/>
            <p:cNvSpPr/>
            <p:nvPr/>
          </p:nvSpPr>
          <p:spPr>
            <a:xfrm>
              <a:off x="2501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8" name="obj_15539"/>
            <p:cNvSpPr/>
            <p:nvPr/>
          </p:nvSpPr>
          <p:spPr>
            <a:xfrm>
              <a:off x="2667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9" name="obj_15540"/>
            <p:cNvSpPr/>
            <p:nvPr/>
          </p:nvSpPr>
          <p:spPr>
            <a:xfrm>
              <a:off x="2832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0" name="obj_15541"/>
            <p:cNvSpPr/>
            <p:nvPr/>
          </p:nvSpPr>
          <p:spPr>
            <a:xfrm>
              <a:off x="2997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1" name="obj_15542"/>
            <p:cNvSpPr/>
            <p:nvPr/>
          </p:nvSpPr>
          <p:spPr>
            <a:xfrm>
              <a:off x="685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2" name="obj_15543"/>
            <p:cNvSpPr/>
            <p:nvPr/>
          </p:nvSpPr>
          <p:spPr>
            <a:xfrm>
              <a:off x="7112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3" name="obj_15544"/>
            <p:cNvSpPr/>
            <p:nvPr/>
          </p:nvSpPr>
          <p:spPr>
            <a:xfrm>
              <a:off x="850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4" name="obj_15545"/>
            <p:cNvSpPr/>
            <p:nvPr/>
          </p:nvSpPr>
          <p:spPr>
            <a:xfrm>
              <a:off x="890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5" name="obj_15546"/>
            <p:cNvSpPr/>
            <p:nvPr/>
          </p:nvSpPr>
          <p:spPr>
            <a:xfrm>
              <a:off x="1016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6" name="obj_15547"/>
            <p:cNvSpPr/>
            <p:nvPr/>
          </p:nvSpPr>
          <p:spPr>
            <a:xfrm>
              <a:off x="10414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7" name="obj_15548"/>
            <p:cNvSpPr/>
            <p:nvPr/>
          </p:nvSpPr>
          <p:spPr>
            <a:xfrm>
              <a:off x="1181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8" name="obj_15549"/>
            <p:cNvSpPr/>
            <p:nvPr/>
          </p:nvSpPr>
          <p:spPr>
            <a:xfrm>
              <a:off x="1346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9" name="obj_15550"/>
            <p:cNvSpPr/>
            <p:nvPr/>
          </p:nvSpPr>
          <p:spPr>
            <a:xfrm>
              <a:off x="1511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0" name="obj_15551"/>
            <p:cNvSpPr/>
            <p:nvPr/>
          </p:nvSpPr>
          <p:spPr>
            <a:xfrm>
              <a:off x="1676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1" name="obj_15552"/>
            <p:cNvSpPr/>
            <p:nvPr/>
          </p:nvSpPr>
          <p:spPr>
            <a:xfrm>
              <a:off x="1841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2" name="obj_15553"/>
            <p:cNvSpPr/>
            <p:nvPr/>
          </p:nvSpPr>
          <p:spPr>
            <a:xfrm>
              <a:off x="2006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3" name="obj_15554"/>
            <p:cNvSpPr/>
            <p:nvPr/>
          </p:nvSpPr>
          <p:spPr>
            <a:xfrm>
              <a:off x="2171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4" name="obj_15555"/>
            <p:cNvSpPr/>
            <p:nvPr/>
          </p:nvSpPr>
          <p:spPr>
            <a:xfrm>
              <a:off x="2336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5" name="obj_15556"/>
            <p:cNvSpPr/>
            <p:nvPr/>
          </p:nvSpPr>
          <p:spPr>
            <a:xfrm>
              <a:off x="2501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6" name="obj_15557"/>
            <p:cNvSpPr/>
            <p:nvPr/>
          </p:nvSpPr>
          <p:spPr>
            <a:xfrm>
              <a:off x="2667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7" name="obj_15558"/>
            <p:cNvSpPr/>
            <p:nvPr/>
          </p:nvSpPr>
          <p:spPr>
            <a:xfrm>
              <a:off x="2832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8" name="obj_15559"/>
            <p:cNvSpPr/>
            <p:nvPr/>
          </p:nvSpPr>
          <p:spPr>
            <a:xfrm>
              <a:off x="2997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9" name="obj_15560"/>
            <p:cNvSpPr txBox="1"/>
            <p:nvPr/>
          </p:nvSpPr>
          <p:spPr>
            <a:xfrm>
              <a:off x="609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40</a:t>
              </a:r>
            </a:p>
          </p:txBody>
        </p:sp>
        <p:sp>
          <p:nvSpPr>
            <p:cNvPr id="1770" name="obj_15561"/>
            <p:cNvSpPr txBox="1"/>
            <p:nvPr/>
          </p:nvSpPr>
          <p:spPr>
            <a:xfrm>
              <a:off x="609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1771" name="obj_15562"/>
            <p:cNvSpPr txBox="1"/>
            <p:nvPr/>
          </p:nvSpPr>
          <p:spPr>
            <a:xfrm>
              <a:off x="3403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Дейкстра</a:t>
              </a:r>
            </a:p>
          </p:txBody>
        </p:sp>
        <p:sp>
          <p:nvSpPr>
            <p:cNvPr id="1772" name="obj_15563"/>
            <p:cNvSpPr/>
            <p:nvPr/>
          </p:nvSpPr>
          <p:spPr>
            <a:xfrm>
              <a:off x="3162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3" name="obj_15564"/>
            <p:cNvSpPr/>
            <p:nvPr/>
          </p:nvSpPr>
          <p:spPr>
            <a:xfrm>
              <a:off x="3479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4" name="obj_15565"/>
            <p:cNvSpPr/>
            <p:nvPr/>
          </p:nvSpPr>
          <p:spPr>
            <a:xfrm>
              <a:off x="35052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5" name="obj_15566"/>
            <p:cNvSpPr/>
            <p:nvPr/>
          </p:nvSpPr>
          <p:spPr>
            <a:xfrm>
              <a:off x="3644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6" name="obj_15567"/>
            <p:cNvSpPr/>
            <p:nvPr/>
          </p:nvSpPr>
          <p:spPr>
            <a:xfrm>
              <a:off x="36845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7" name="obj_15568"/>
            <p:cNvSpPr/>
            <p:nvPr/>
          </p:nvSpPr>
          <p:spPr>
            <a:xfrm>
              <a:off x="3810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8" name="obj_15569"/>
            <p:cNvSpPr/>
            <p:nvPr/>
          </p:nvSpPr>
          <p:spPr>
            <a:xfrm>
              <a:off x="38354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9" name="obj_15570"/>
            <p:cNvSpPr/>
            <p:nvPr/>
          </p:nvSpPr>
          <p:spPr>
            <a:xfrm>
              <a:off x="3975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0" name="obj_15571"/>
            <p:cNvSpPr/>
            <p:nvPr/>
          </p:nvSpPr>
          <p:spPr>
            <a:xfrm>
              <a:off x="4140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1" name="obj_15572"/>
            <p:cNvSpPr/>
            <p:nvPr/>
          </p:nvSpPr>
          <p:spPr>
            <a:xfrm>
              <a:off x="4305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2" name="obj_15573"/>
            <p:cNvSpPr/>
            <p:nvPr/>
          </p:nvSpPr>
          <p:spPr>
            <a:xfrm>
              <a:off x="4470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3" name="obj_15574"/>
            <p:cNvSpPr/>
            <p:nvPr/>
          </p:nvSpPr>
          <p:spPr>
            <a:xfrm>
              <a:off x="4635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4" name="obj_15575"/>
            <p:cNvSpPr/>
            <p:nvPr/>
          </p:nvSpPr>
          <p:spPr>
            <a:xfrm>
              <a:off x="4800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5" name="obj_15576"/>
            <p:cNvSpPr/>
            <p:nvPr/>
          </p:nvSpPr>
          <p:spPr>
            <a:xfrm>
              <a:off x="4965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6" name="obj_15577"/>
            <p:cNvSpPr/>
            <p:nvPr/>
          </p:nvSpPr>
          <p:spPr>
            <a:xfrm>
              <a:off x="5130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7" name="obj_15578"/>
            <p:cNvSpPr/>
            <p:nvPr/>
          </p:nvSpPr>
          <p:spPr>
            <a:xfrm>
              <a:off x="5295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8" name="obj_15579"/>
            <p:cNvSpPr/>
            <p:nvPr/>
          </p:nvSpPr>
          <p:spPr>
            <a:xfrm>
              <a:off x="5461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9" name="obj_15580"/>
            <p:cNvSpPr/>
            <p:nvPr/>
          </p:nvSpPr>
          <p:spPr>
            <a:xfrm>
              <a:off x="5626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0" name="obj_15581"/>
            <p:cNvSpPr/>
            <p:nvPr/>
          </p:nvSpPr>
          <p:spPr>
            <a:xfrm>
              <a:off x="5791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1" name="obj_15582"/>
            <p:cNvSpPr/>
            <p:nvPr/>
          </p:nvSpPr>
          <p:spPr>
            <a:xfrm>
              <a:off x="3479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2" name="obj_15583"/>
            <p:cNvSpPr/>
            <p:nvPr/>
          </p:nvSpPr>
          <p:spPr>
            <a:xfrm>
              <a:off x="35194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3" name="obj_15584"/>
            <p:cNvSpPr/>
            <p:nvPr/>
          </p:nvSpPr>
          <p:spPr>
            <a:xfrm>
              <a:off x="3644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4" name="obj_15585"/>
            <p:cNvSpPr/>
            <p:nvPr/>
          </p:nvSpPr>
          <p:spPr>
            <a:xfrm>
              <a:off x="36845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5" name="obj_15586"/>
            <p:cNvSpPr/>
            <p:nvPr/>
          </p:nvSpPr>
          <p:spPr>
            <a:xfrm>
              <a:off x="3810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6" name="obj_15587"/>
            <p:cNvSpPr/>
            <p:nvPr/>
          </p:nvSpPr>
          <p:spPr>
            <a:xfrm>
              <a:off x="38496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7" name="obj_15588"/>
            <p:cNvSpPr/>
            <p:nvPr/>
          </p:nvSpPr>
          <p:spPr>
            <a:xfrm>
              <a:off x="3975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8" name="obj_15589"/>
            <p:cNvSpPr/>
            <p:nvPr/>
          </p:nvSpPr>
          <p:spPr>
            <a:xfrm>
              <a:off x="40005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9" name="obj_15590"/>
            <p:cNvSpPr/>
            <p:nvPr/>
          </p:nvSpPr>
          <p:spPr>
            <a:xfrm>
              <a:off x="4140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0" name="obj_15591"/>
            <p:cNvSpPr/>
            <p:nvPr/>
          </p:nvSpPr>
          <p:spPr>
            <a:xfrm>
              <a:off x="4305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1" name="obj_15592"/>
            <p:cNvSpPr/>
            <p:nvPr/>
          </p:nvSpPr>
          <p:spPr>
            <a:xfrm>
              <a:off x="4470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2" name="obj_15593"/>
            <p:cNvSpPr/>
            <p:nvPr/>
          </p:nvSpPr>
          <p:spPr>
            <a:xfrm>
              <a:off x="4635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3" name="obj_15594"/>
            <p:cNvSpPr/>
            <p:nvPr/>
          </p:nvSpPr>
          <p:spPr>
            <a:xfrm>
              <a:off x="4800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4" name="obj_15595"/>
            <p:cNvSpPr/>
            <p:nvPr/>
          </p:nvSpPr>
          <p:spPr>
            <a:xfrm>
              <a:off x="4965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5" name="obj_15596"/>
            <p:cNvSpPr/>
            <p:nvPr/>
          </p:nvSpPr>
          <p:spPr>
            <a:xfrm>
              <a:off x="5130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6" name="obj_15597"/>
            <p:cNvSpPr/>
            <p:nvPr/>
          </p:nvSpPr>
          <p:spPr>
            <a:xfrm>
              <a:off x="5295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7" name="obj_15598"/>
            <p:cNvSpPr/>
            <p:nvPr/>
          </p:nvSpPr>
          <p:spPr>
            <a:xfrm>
              <a:off x="5461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8" name="obj_15599"/>
            <p:cNvSpPr/>
            <p:nvPr/>
          </p:nvSpPr>
          <p:spPr>
            <a:xfrm>
              <a:off x="5626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9" name="obj_15600"/>
            <p:cNvSpPr/>
            <p:nvPr/>
          </p:nvSpPr>
          <p:spPr>
            <a:xfrm>
              <a:off x="5791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0" name="obj_15601"/>
            <p:cNvSpPr/>
            <p:nvPr/>
          </p:nvSpPr>
          <p:spPr>
            <a:xfrm>
              <a:off x="3479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1" name="obj_15602"/>
            <p:cNvSpPr/>
            <p:nvPr/>
          </p:nvSpPr>
          <p:spPr>
            <a:xfrm>
              <a:off x="35194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2" name="obj_15603"/>
            <p:cNvSpPr/>
            <p:nvPr/>
          </p:nvSpPr>
          <p:spPr>
            <a:xfrm>
              <a:off x="3644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3" name="obj_15604"/>
            <p:cNvSpPr/>
            <p:nvPr/>
          </p:nvSpPr>
          <p:spPr>
            <a:xfrm>
              <a:off x="3684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4" name="obj_15605"/>
            <p:cNvSpPr/>
            <p:nvPr/>
          </p:nvSpPr>
          <p:spPr>
            <a:xfrm>
              <a:off x="3810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5" name="obj_15606"/>
            <p:cNvSpPr/>
            <p:nvPr/>
          </p:nvSpPr>
          <p:spPr>
            <a:xfrm>
              <a:off x="3975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6" name="obj_15607"/>
            <p:cNvSpPr/>
            <p:nvPr/>
          </p:nvSpPr>
          <p:spPr>
            <a:xfrm>
              <a:off x="4140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7" name="obj_15608"/>
            <p:cNvSpPr/>
            <p:nvPr/>
          </p:nvSpPr>
          <p:spPr>
            <a:xfrm>
              <a:off x="41656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8" name="obj_15609"/>
            <p:cNvSpPr/>
            <p:nvPr/>
          </p:nvSpPr>
          <p:spPr>
            <a:xfrm>
              <a:off x="4305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9" name="obj_15610"/>
            <p:cNvSpPr/>
            <p:nvPr/>
          </p:nvSpPr>
          <p:spPr>
            <a:xfrm>
              <a:off x="43307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0" name="obj_15611"/>
            <p:cNvSpPr/>
            <p:nvPr/>
          </p:nvSpPr>
          <p:spPr>
            <a:xfrm>
              <a:off x="4470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1" name="obj_15612"/>
            <p:cNvSpPr/>
            <p:nvPr/>
          </p:nvSpPr>
          <p:spPr>
            <a:xfrm>
              <a:off x="4635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2" name="obj_15613"/>
            <p:cNvSpPr/>
            <p:nvPr/>
          </p:nvSpPr>
          <p:spPr>
            <a:xfrm>
              <a:off x="4800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3" name="obj_15614"/>
            <p:cNvSpPr/>
            <p:nvPr/>
          </p:nvSpPr>
          <p:spPr>
            <a:xfrm>
              <a:off x="4965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4" name="obj_15615"/>
            <p:cNvSpPr/>
            <p:nvPr/>
          </p:nvSpPr>
          <p:spPr>
            <a:xfrm>
              <a:off x="5130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5" name="obj_15616"/>
            <p:cNvSpPr/>
            <p:nvPr/>
          </p:nvSpPr>
          <p:spPr>
            <a:xfrm>
              <a:off x="5295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6" name="obj_15617"/>
            <p:cNvSpPr/>
            <p:nvPr/>
          </p:nvSpPr>
          <p:spPr>
            <a:xfrm>
              <a:off x="5461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7" name="obj_15618"/>
            <p:cNvSpPr/>
            <p:nvPr/>
          </p:nvSpPr>
          <p:spPr>
            <a:xfrm>
              <a:off x="5626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8" name="obj_15619"/>
            <p:cNvSpPr/>
            <p:nvPr/>
          </p:nvSpPr>
          <p:spPr>
            <a:xfrm>
              <a:off x="5791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9" name="obj_15620"/>
            <p:cNvSpPr/>
            <p:nvPr/>
          </p:nvSpPr>
          <p:spPr>
            <a:xfrm>
              <a:off x="3479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0" name="obj_15621"/>
            <p:cNvSpPr/>
            <p:nvPr/>
          </p:nvSpPr>
          <p:spPr>
            <a:xfrm>
              <a:off x="3519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1" name="obj_15622"/>
            <p:cNvSpPr/>
            <p:nvPr/>
          </p:nvSpPr>
          <p:spPr>
            <a:xfrm>
              <a:off x="3644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2" name="obj_15623"/>
            <p:cNvSpPr/>
            <p:nvPr/>
          </p:nvSpPr>
          <p:spPr>
            <a:xfrm>
              <a:off x="3684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3" name="obj_15624"/>
            <p:cNvSpPr/>
            <p:nvPr/>
          </p:nvSpPr>
          <p:spPr>
            <a:xfrm>
              <a:off x="3810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4" name="obj_15625"/>
            <p:cNvSpPr/>
            <p:nvPr/>
          </p:nvSpPr>
          <p:spPr>
            <a:xfrm>
              <a:off x="3849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5" name="obj_15626"/>
            <p:cNvSpPr/>
            <p:nvPr/>
          </p:nvSpPr>
          <p:spPr>
            <a:xfrm>
              <a:off x="3975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6" name="obj_15627"/>
            <p:cNvSpPr/>
            <p:nvPr/>
          </p:nvSpPr>
          <p:spPr>
            <a:xfrm>
              <a:off x="4014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7" name="obj_15628"/>
            <p:cNvSpPr/>
            <p:nvPr/>
          </p:nvSpPr>
          <p:spPr>
            <a:xfrm>
              <a:off x="4140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8" name="obj_15629"/>
            <p:cNvSpPr/>
            <p:nvPr/>
          </p:nvSpPr>
          <p:spPr>
            <a:xfrm>
              <a:off x="4179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9" name="obj_15630"/>
            <p:cNvSpPr/>
            <p:nvPr/>
          </p:nvSpPr>
          <p:spPr>
            <a:xfrm>
              <a:off x="4305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0" name="obj_15631"/>
            <p:cNvSpPr/>
            <p:nvPr/>
          </p:nvSpPr>
          <p:spPr>
            <a:xfrm>
              <a:off x="4344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1" name="obj_15632"/>
            <p:cNvSpPr/>
            <p:nvPr/>
          </p:nvSpPr>
          <p:spPr>
            <a:xfrm>
              <a:off x="4470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2" name="obj_15633"/>
            <p:cNvSpPr/>
            <p:nvPr/>
          </p:nvSpPr>
          <p:spPr>
            <a:xfrm>
              <a:off x="44958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3" name="obj_15634"/>
            <p:cNvSpPr/>
            <p:nvPr/>
          </p:nvSpPr>
          <p:spPr>
            <a:xfrm>
              <a:off x="4635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4" name="obj_15635"/>
            <p:cNvSpPr/>
            <p:nvPr/>
          </p:nvSpPr>
          <p:spPr>
            <a:xfrm>
              <a:off x="4800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5" name="obj_15636"/>
            <p:cNvSpPr/>
            <p:nvPr/>
          </p:nvSpPr>
          <p:spPr>
            <a:xfrm>
              <a:off x="4965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6" name="obj_15637"/>
            <p:cNvSpPr/>
            <p:nvPr/>
          </p:nvSpPr>
          <p:spPr>
            <a:xfrm>
              <a:off x="5130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7" name="obj_15638"/>
            <p:cNvSpPr/>
            <p:nvPr/>
          </p:nvSpPr>
          <p:spPr>
            <a:xfrm>
              <a:off x="5295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8" name="obj_15639"/>
            <p:cNvSpPr/>
            <p:nvPr/>
          </p:nvSpPr>
          <p:spPr>
            <a:xfrm>
              <a:off x="5461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9" name="obj_15640"/>
            <p:cNvSpPr/>
            <p:nvPr/>
          </p:nvSpPr>
          <p:spPr>
            <a:xfrm>
              <a:off x="5626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0" name="obj_15641"/>
            <p:cNvSpPr/>
            <p:nvPr/>
          </p:nvSpPr>
          <p:spPr>
            <a:xfrm>
              <a:off x="5791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1" name="obj_15642"/>
            <p:cNvSpPr/>
            <p:nvPr/>
          </p:nvSpPr>
          <p:spPr>
            <a:xfrm>
              <a:off x="3479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2" name="obj_15643"/>
            <p:cNvSpPr/>
            <p:nvPr/>
          </p:nvSpPr>
          <p:spPr>
            <a:xfrm>
              <a:off x="3519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3" name="obj_15644"/>
            <p:cNvSpPr/>
            <p:nvPr/>
          </p:nvSpPr>
          <p:spPr>
            <a:xfrm>
              <a:off x="3644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4" name="obj_15645"/>
            <p:cNvSpPr/>
            <p:nvPr/>
          </p:nvSpPr>
          <p:spPr>
            <a:xfrm>
              <a:off x="3684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5" name="obj_15646"/>
            <p:cNvSpPr/>
            <p:nvPr/>
          </p:nvSpPr>
          <p:spPr>
            <a:xfrm>
              <a:off x="3810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6" name="obj_15647"/>
            <p:cNvSpPr/>
            <p:nvPr/>
          </p:nvSpPr>
          <p:spPr>
            <a:xfrm>
              <a:off x="3849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7" name="obj_15648"/>
            <p:cNvSpPr/>
            <p:nvPr/>
          </p:nvSpPr>
          <p:spPr>
            <a:xfrm>
              <a:off x="3975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8" name="obj_15649"/>
            <p:cNvSpPr/>
            <p:nvPr/>
          </p:nvSpPr>
          <p:spPr>
            <a:xfrm>
              <a:off x="4014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9" name="obj_15650"/>
            <p:cNvSpPr/>
            <p:nvPr/>
          </p:nvSpPr>
          <p:spPr>
            <a:xfrm>
              <a:off x="4140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0" name="obj_15651"/>
            <p:cNvSpPr/>
            <p:nvPr/>
          </p:nvSpPr>
          <p:spPr>
            <a:xfrm>
              <a:off x="4179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1" name="obj_15652"/>
            <p:cNvSpPr/>
            <p:nvPr/>
          </p:nvSpPr>
          <p:spPr>
            <a:xfrm>
              <a:off x="4305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2" name="obj_15653"/>
            <p:cNvSpPr/>
            <p:nvPr/>
          </p:nvSpPr>
          <p:spPr>
            <a:xfrm>
              <a:off x="43307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3" name="obj_15654"/>
            <p:cNvSpPr/>
            <p:nvPr/>
          </p:nvSpPr>
          <p:spPr>
            <a:xfrm>
              <a:off x="4470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4" name="obj_15655"/>
            <p:cNvSpPr/>
            <p:nvPr/>
          </p:nvSpPr>
          <p:spPr>
            <a:xfrm>
              <a:off x="4635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5" name="obj_15656"/>
            <p:cNvSpPr/>
            <p:nvPr/>
          </p:nvSpPr>
          <p:spPr>
            <a:xfrm>
              <a:off x="4800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6" name="obj_15657"/>
            <p:cNvSpPr/>
            <p:nvPr/>
          </p:nvSpPr>
          <p:spPr>
            <a:xfrm>
              <a:off x="4965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7" name="obj_15658"/>
            <p:cNvSpPr/>
            <p:nvPr/>
          </p:nvSpPr>
          <p:spPr>
            <a:xfrm>
              <a:off x="5130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8" name="obj_15659"/>
            <p:cNvSpPr/>
            <p:nvPr/>
          </p:nvSpPr>
          <p:spPr>
            <a:xfrm>
              <a:off x="5295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9" name="obj_15660"/>
            <p:cNvSpPr/>
            <p:nvPr/>
          </p:nvSpPr>
          <p:spPr>
            <a:xfrm>
              <a:off x="5461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0" name="obj_15661"/>
            <p:cNvSpPr/>
            <p:nvPr/>
          </p:nvSpPr>
          <p:spPr>
            <a:xfrm>
              <a:off x="5626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1" name="obj_15662"/>
            <p:cNvSpPr/>
            <p:nvPr/>
          </p:nvSpPr>
          <p:spPr>
            <a:xfrm>
              <a:off x="5791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2" name="obj_15663"/>
            <p:cNvSpPr/>
            <p:nvPr/>
          </p:nvSpPr>
          <p:spPr>
            <a:xfrm>
              <a:off x="3479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3" name="obj_15664"/>
            <p:cNvSpPr/>
            <p:nvPr/>
          </p:nvSpPr>
          <p:spPr>
            <a:xfrm>
              <a:off x="3519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4" name="obj_15665"/>
            <p:cNvSpPr/>
            <p:nvPr/>
          </p:nvSpPr>
          <p:spPr>
            <a:xfrm>
              <a:off x="3644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5" name="obj_15666"/>
            <p:cNvSpPr/>
            <p:nvPr/>
          </p:nvSpPr>
          <p:spPr>
            <a:xfrm>
              <a:off x="3684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6" name="obj_15667"/>
            <p:cNvSpPr/>
            <p:nvPr/>
          </p:nvSpPr>
          <p:spPr>
            <a:xfrm>
              <a:off x="3664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7" name="obj_15668"/>
            <p:cNvSpPr txBox="1"/>
            <p:nvPr/>
          </p:nvSpPr>
          <p:spPr>
            <a:xfrm>
              <a:off x="3664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1878" name="obj_15669"/>
            <p:cNvSpPr/>
            <p:nvPr/>
          </p:nvSpPr>
          <p:spPr>
            <a:xfrm>
              <a:off x="3810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9" name="obj_15670"/>
            <p:cNvSpPr/>
            <p:nvPr/>
          </p:nvSpPr>
          <p:spPr>
            <a:xfrm>
              <a:off x="3849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0" name="obj_15671"/>
            <p:cNvSpPr/>
            <p:nvPr/>
          </p:nvSpPr>
          <p:spPr>
            <a:xfrm>
              <a:off x="3975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1" name="obj_15672"/>
            <p:cNvSpPr/>
            <p:nvPr/>
          </p:nvSpPr>
          <p:spPr>
            <a:xfrm>
              <a:off x="4014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2" name="obj_15673"/>
            <p:cNvSpPr/>
            <p:nvPr/>
          </p:nvSpPr>
          <p:spPr>
            <a:xfrm>
              <a:off x="4140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3" name="obj_15674"/>
            <p:cNvSpPr/>
            <p:nvPr/>
          </p:nvSpPr>
          <p:spPr>
            <a:xfrm>
              <a:off x="4179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4" name="obj_15675"/>
            <p:cNvSpPr/>
            <p:nvPr/>
          </p:nvSpPr>
          <p:spPr>
            <a:xfrm>
              <a:off x="4305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5" name="obj_15676"/>
            <p:cNvSpPr/>
            <p:nvPr/>
          </p:nvSpPr>
          <p:spPr>
            <a:xfrm>
              <a:off x="43307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6" name="obj_15677"/>
            <p:cNvSpPr/>
            <p:nvPr/>
          </p:nvSpPr>
          <p:spPr>
            <a:xfrm>
              <a:off x="4470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7" name="obj_15678"/>
            <p:cNvSpPr/>
            <p:nvPr/>
          </p:nvSpPr>
          <p:spPr>
            <a:xfrm>
              <a:off x="4635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8" name="obj_15679"/>
            <p:cNvSpPr/>
            <p:nvPr/>
          </p:nvSpPr>
          <p:spPr>
            <a:xfrm>
              <a:off x="4800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9" name="obj_15680"/>
            <p:cNvSpPr/>
            <p:nvPr/>
          </p:nvSpPr>
          <p:spPr>
            <a:xfrm>
              <a:off x="4965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0" name="obj_15681"/>
            <p:cNvSpPr/>
            <p:nvPr/>
          </p:nvSpPr>
          <p:spPr>
            <a:xfrm>
              <a:off x="5130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1" name="obj_15682"/>
            <p:cNvSpPr/>
            <p:nvPr/>
          </p:nvSpPr>
          <p:spPr>
            <a:xfrm>
              <a:off x="5295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2" name="obj_15683"/>
            <p:cNvSpPr/>
            <p:nvPr/>
          </p:nvSpPr>
          <p:spPr>
            <a:xfrm>
              <a:off x="5461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3" name="obj_15684"/>
            <p:cNvSpPr/>
            <p:nvPr/>
          </p:nvSpPr>
          <p:spPr>
            <a:xfrm>
              <a:off x="5626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4" name="obj_15685"/>
            <p:cNvSpPr/>
            <p:nvPr/>
          </p:nvSpPr>
          <p:spPr>
            <a:xfrm>
              <a:off x="5645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5" name="obj_15686"/>
            <p:cNvSpPr txBox="1"/>
            <p:nvPr/>
          </p:nvSpPr>
          <p:spPr>
            <a:xfrm>
              <a:off x="5645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1896" name="obj_15687"/>
            <p:cNvSpPr/>
            <p:nvPr/>
          </p:nvSpPr>
          <p:spPr>
            <a:xfrm>
              <a:off x="5791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7" name="obj_15688"/>
            <p:cNvSpPr/>
            <p:nvPr/>
          </p:nvSpPr>
          <p:spPr>
            <a:xfrm>
              <a:off x="3479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8" name="obj_15689"/>
            <p:cNvSpPr/>
            <p:nvPr/>
          </p:nvSpPr>
          <p:spPr>
            <a:xfrm>
              <a:off x="3519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9" name="obj_15690"/>
            <p:cNvSpPr/>
            <p:nvPr/>
          </p:nvSpPr>
          <p:spPr>
            <a:xfrm>
              <a:off x="3644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0" name="obj_15691"/>
            <p:cNvSpPr/>
            <p:nvPr/>
          </p:nvSpPr>
          <p:spPr>
            <a:xfrm>
              <a:off x="3684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1" name="obj_15692"/>
            <p:cNvSpPr/>
            <p:nvPr/>
          </p:nvSpPr>
          <p:spPr>
            <a:xfrm>
              <a:off x="3810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2" name="obj_15693"/>
            <p:cNvSpPr/>
            <p:nvPr/>
          </p:nvSpPr>
          <p:spPr>
            <a:xfrm>
              <a:off x="3849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3" name="obj_15694"/>
            <p:cNvSpPr/>
            <p:nvPr/>
          </p:nvSpPr>
          <p:spPr>
            <a:xfrm>
              <a:off x="3975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4" name="obj_15695"/>
            <p:cNvSpPr/>
            <p:nvPr/>
          </p:nvSpPr>
          <p:spPr>
            <a:xfrm>
              <a:off x="4014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5" name="obj_15696"/>
            <p:cNvSpPr/>
            <p:nvPr/>
          </p:nvSpPr>
          <p:spPr>
            <a:xfrm>
              <a:off x="4140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6" name="obj_15697"/>
            <p:cNvSpPr/>
            <p:nvPr/>
          </p:nvSpPr>
          <p:spPr>
            <a:xfrm>
              <a:off x="4179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7" name="obj_15698"/>
            <p:cNvSpPr/>
            <p:nvPr/>
          </p:nvSpPr>
          <p:spPr>
            <a:xfrm>
              <a:off x="4305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8" name="obj_15699"/>
            <p:cNvSpPr/>
            <p:nvPr/>
          </p:nvSpPr>
          <p:spPr>
            <a:xfrm>
              <a:off x="43307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9" name="obj_15700"/>
            <p:cNvSpPr/>
            <p:nvPr/>
          </p:nvSpPr>
          <p:spPr>
            <a:xfrm>
              <a:off x="4470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0" name="obj_15701"/>
            <p:cNvSpPr/>
            <p:nvPr/>
          </p:nvSpPr>
          <p:spPr>
            <a:xfrm>
              <a:off x="4635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1" name="obj_15702"/>
            <p:cNvSpPr/>
            <p:nvPr/>
          </p:nvSpPr>
          <p:spPr>
            <a:xfrm>
              <a:off x="4800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2" name="obj_15703"/>
            <p:cNvSpPr/>
            <p:nvPr/>
          </p:nvSpPr>
          <p:spPr>
            <a:xfrm>
              <a:off x="4965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3" name="obj_15704"/>
            <p:cNvSpPr/>
            <p:nvPr/>
          </p:nvSpPr>
          <p:spPr>
            <a:xfrm>
              <a:off x="5130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4" name="obj_15705"/>
            <p:cNvSpPr/>
            <p:nvPr/>
          </p:nvSpPr>
          <p:spPr>
            <a:xfrm>
              <a:off x="5295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5" name="obj_15706"/>
            <p:cNvSpPr/>
            <p:nvPr/>
          </p:nvSpPr>
          <p:spPr>
            <a:xfrm>
              <a:off x="5461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6" name="obj_15707"/>
            <p:cNvSpPr/>
            <p:nvPr/>
          </p:nvSpPr>
          <p:spPr>
            <a:xfrm>
              <a:off x="5626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7" name="obj_15708"/>
            <p:cNvSpPr/>
            <p:nvPr/>
          </p:nvSpPr>
          <p:spPr>
            <a:xfrm>
              <a:off x="5791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8" name="obj_15709"/>
            <p:cNvSpPr/>
            <p:nvPr/>
          </p:nvSpPr>
          <p:spPr>
            <a:xfrm>
              <a:off x="3479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9" name="obj_15710"/>
            <p:cNvSpPr/>
            <p:nvPr/>
          </p:nvSpPr>
          <p:spPr>
            <a:xfrm>
              <a:off x="3519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0" name="obj_15711"/>
            <p:cNvSpPr/>
            <p:nvPr/>
          </p:nvSpPr>
          <p:spPr>
            <a:xfrm>
              <a:off x="3644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1" name="obj_15712"/>
            <p:cNvSpPr/>
            <p:nvPr/>
          </p:nvSpPr>
          <p:spPr>
            <a:xfrm>
              <a:off x="3684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2" name="obj_15713"/>
            <p:cNvSpPr/>
            <p:nvPr/>
          </p:nvSpPr>
          <p:spPr>
            <a:xfrm>
              <a:off x="3810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3" name="obj_15714"/>
            <p:cNvSpPr/>
            <p:nvPr/>
          </p:nvSpPr>
          <p:spPr>
            <a:xfrm>
              <a:off x="3849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4" name="obj_15715"/>
            <p:cNvSpPr/>
            <p:nvPr/>
          </p:nvSpPr>
          <p:spPr>
            <a:xfrm>
              <a:off x="3975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5" name="obj_15716"/>
            <p:cNvSpPr/>
            <p:nvPr/>
          </p:nvSpPr>
          <p:spPr>
            <a:xfrm>
              <a:off x="4014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6" name="obj_15717"/>
            <p:cNvSpPr/>
            <p:nvPr/>
          </p:nvSpPr>
          <p:spPr>
            <a:xfrm>
              <a:off x="4140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7" name="obj_15718"/>
            <p:cNvSpPr/>
            <p:nvPr/>
          </p:nvSpPr>
          <p:spPr>
            <a:xfrm>
              <a:off x="4179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8" name="obj_15719"/>
            <p:cNvSpPr/>
            <p:nvPr/>
          </p:nvSpPr>
          <p:spPr>
            <a:xfrm>
              <a:off x="4305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9" name="obj_15720"/>
            <p:cNvSpPr/>
            <p:nvPr/>
          </p:nvSpPr>
          <p:spPr>
            <a:xfrm>
              <a:off x="4344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0" name="obj_15721"/>
            <p:cNvSpPr/>
            <p:nvPr/>
          </p:nvSpPr>
          <p:spPr>
            <a:xfrm>
              <a:off x="4470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1" name="obj_15722"/>
            <p:cNvSpPr/>
            <p:nvPr/>
          </p:nvSpPr>
          <p:spPr>
            <a:xfrm>
              <a:off x="44958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2" name="obj_15723"/>
            <p:cNvSpPr/>
            <p:nvPr/>
          </p:nvSpPr>
          <p:spPr>
            <a:xfrm>
              <a:off x="4635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3" name="obj_15724"/>
            <p:cNvSpPr/>
            <p:nvPr/>
          </p:nvSpPr>
          <p:spPr>
            <a:xfrm>
              <a:off x="4800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4" name="obj_15725"/>
            <p:cNvSpPr/>
            <p:nvPr/>
          </p:nvSpPr>
          <p:spPr>
            <a:xfrm>
              <a:off x="4965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5" name="obj_15726"/>
            <p:cNvSpPr/>
            <p:nvPr/>
          </p:nvSpPr>
          <p:spPr>
            <a:xfrm>
              <a:off x="5130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6" name="obj_15727"/>
            <p:cNvSpPr/>
            <p:nvPr/>
          </p:nvSpPr>
          <p:spPr>
            <a:xfrm>
              <a:off x="5295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7" name="obj_15728"/>
            <p:cNvSpPr/>
            <p:nvPr/>
          </p:nvSpPr>
          <p:spPr>
            <a:xfrm>
              <a:off x="5461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8" name="obj_15729"/>
            <p:cNvSpPr/>
            <p:nvPr/>
          </p:nvSpPr>
          <p:spPr>
            <a:xfrm>
              <a:off x="5626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9" name="obj_15730"/>
            <p:cNvSpPr/>
            <p:nvPr/>
          </p:nvSpPr>
          <p:spPr>
            <a:xfrm>
              <a:off x="5791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0" name="obj_15731"/>
            <p:cNvSpPr/>
            <p:nvPr/>
          </p:nvSpPr>
          <p:spPr>
            <a:xfrm>
              <a:off x="3479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1" name="obj_15732"/>
            <p:cNvSpPr/>
            <p:nvPr/>
          </p:nvSpPr>
          <p:spPr>
            <a:xfrm>
              <a:off x="35194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2" name="obj_15733"/>
            <p:cNvSpPr/>
            <p:nvPr/>
          </p:nvSpPr>
          <p:spPr>
            <a:xfrm>
              <a:off x="3644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3" name="obj_15734"/>
            <p:cNvSpPr/>
            <p:nvPr/>
          </p:nvSpPr>
          <p:spPr>
            <a:xfrm>
              <a:off x="3684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4" name="obj_15735"/>
            <p:cNvSpPr/>
            <p:nvPr/>
          </p:nvSpPr>
          <p:spPr>
            <a:xfrm>
              <a:off x="3810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5" name="obj_15736"/>
            <p:cNvSpPr/>
            <p:nvPr/>
          </p:nvSpPr>
          <p:spPr>
            <a:xfrm>
              <a:off x="3975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6" name="obj_15737"/>
            <p:cNvSpPr/>
            <p:nvPr/>
          </p:nvSpPr>
          <p:spPr>
            <a:xfrm>
              <a:off x="4140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7" name="obj_15738"/>
            <p:cNvSpPr/>
            <p:nvPr/>
          </p:nvSpPr>
          <p:spPr>
            <a:xfrm>
              <a:off x="41798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8" name="obj_15739"/>
            <p:cNvSpPr/>
            <p:nvPr/>
          </p:nvSpPr>
          <p:spPr>
            <a:xfrm>
              <a:off x="4305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9" name="obj_15740"/>
            <p:cNvSpPr/>
            <p:nvPr/>
          </p:nvSpPr>
          <p:spPr>
            <a:xfrm>
              <a:off x="43307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0" name="obj_15741"/>
            <p:cNvSpPr/>
            <p:nvPr/>
          </p:nvSpPr>
          <p:spPr>
            <a:xfrm>
              <a:off x="4470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1" name="obj_15742"/>
            <p:cNvSpPr/>
            <p:nvPr/>
          </p:nvSpPr>
          <p:spPr>
            <a:xfrm>
              <a:off x="4635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2" name="obj_15743"/>
            <p:cNvSpPr/>
            <p:nvPr/>
          </p:nvSpPr>
          <p:spPr>
            <a:xfrm>
              <a:off x="4800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3" name="obj_15744"/>
            <p:cNvSpPr/>
            <p:nvPr/>
          </p:nvSpPr>
          <p:spPr>
            <a:xfrm>
              <a:off x="4965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4" name="obj_15745"/>
            <p:cNvSpPr/>
            <p:nvPr/>
          </p:nvSpPr>
          <p:spPr>
            <a:xfrm>
              <a:off x="5130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5" name="obj_15746"/>
            <p:cNvSpPr/>
            <p:nvPr/>
          </p:nvSpPr>
          <p:spPr>
            <a:xfrm>
              <a:off x="5295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6" name="obj_15747"/>
            <p:cNvSpPr/>
            <p:nvPr/>
          </p:nvSpPr>
          <p:spPr>
            <a:xfrm>
              <a:off x="5461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7" name="obj_15748"/>
            <p:cNvSpPr/>
            <p:nvPr/>
          </p:nvSpPr>
          <p:spPr>
            <a:xfrm>
              <a:off x="5626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8" name="obj_15749"/>
            <p:cNvSpPr/>
            <p:nvPr/>
          </p:nvSpPr>
          <p:spPr>
            <a:xfrm>
              <a:off x="5791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9" name="obj_15750"/>
            <p:cNvSpPr/>
            <p:nvPr/>
          </p:nvSpPr>
          <p:spPr>
            <a:xfrm>
              <a:off x="3479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0" name="obj_15751"/>
            <p:cNvSpPr/>
            <p:nvPr/>
          </p:nvSpPr>
          <p:spPr>
            <a:xfrm>
              <a:off x="3519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1" name="obj_15752"/>
            <p:cNvSpPr/>
            <p:nvPr/>
          </p:nvSpPr>
          <p:spPr>
            <a:xfrm>
              <a:off x="3644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2" name="obj_15753"/>
            <p:cNvSpPr/>
            <p:nvPr/>
          </p:nvSpPr>
          <p:spPr>
            <a:xfrm>
              <a:off x="3684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3" name="obj_15754"/>
            <p:cNvSpPr/>
            <p:nvPr/>
          </p:nvSpPr>
          <p:spPr>
            <a:xfrm>
              <a:off x="3810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4" name="obj_15755"/>
            <p:cNvSpPr/>
            <p:nvPr/>
          </p:nvSpPr>
          <p:spPr>
            <a:xfrm>
              <a:off x="3849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5" name="obj_15756"/>
            <p:cNvSpPr/>
            <p:nvPr/>
          </p:nvSpPr>
          <p:spPr>
            <a:xfrm>
              <a:off x="3975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6" name="obj_15757"/>
            <p:cNvSpPr/>
            <p:nvPr/>
          </p:nvSpPr>
          <p:spPr>
            <a:xfrm>
              <a:off x="40005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7" name="obj_15758"/>
            <p:cNvSpPr/>
            <p:nvPr/>
          </p:nvSpPr>
          <p:spPr>
            <a:xfrm>
              <a:off x="4140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8" name="obj_15759"/>
            <p:cNvSpPr/>
            <p:nvPr/>
          </p:nvSpPr>
          <p:spPr>
            <a:xfrm>
              <a:off x="41656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9" name="obj_15760"/>
            <p:cNvSpPr/>
            <p:nvPr/>
          </p:nvSpPr>
          <p:spPr>
            <a:xfrm>
              <a:off x="4305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0" name="obj_15761"/>
            <p:cNvSpPr/>
            <p:nvPr/>
          </p:nvSpPr>
          <p:spPr>
            <a:xfrm>
              <a:off x="4470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1" name="obj_15762"/>
            <p:cNvSpPr/>
            <p:nvPr/>
          </p:nvSpPr>
          <p:spPr>
            <a:xfrm>
              <a:off x="4635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2" name="obj_15763"/>
            <p:cNvSpPr/>
            <p:nvPr/>
          </p:nvSpPr>
          <p:spPr>
            <a:xfrm>
              <a:off x="4800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3" name="obj_15764"/>
            <p:cNvSpPr/>
            <p:nvPr/>
          </p:nvSpPr>
          <p:spPr>
            <a:xfrm>
              <a:off x="4965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4" name="obj_15765"/>
            <p:cNvSpPr/>
            <p:nvPr/>
          </p:nvSpPr>
          <p:spPr>
            <a:xfrm>
              <a:off x="5130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5" name="obj_15766"/>
            <p:cNvSpPr/>
            <p:nvPr/>
          </p:nvSpPr>
          <p:spPr>
            <a:xfrm>
              <a:off x="5295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6" name="obj_15767"/>
            <p:cNvSpPr/>
            <p:nvPr/>
          </p:nvSpPr>
          <p:spPr>
            <a:xfrm>
              <a:off x="5461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7" name="obj_15768"/>
            <p:cNvSpPr/>
            <p:nvPr/>
          </p:nvSpPr>
          <p:spPr>
            <a:xfrm>
              <a:off x="5626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8" name="obj_15769"/>
            <p:cNvSpPr/>
            <p:nvPr/>
          </p:nvSpPr>
          <p:spPr>
            <a:xfrm>
              <a:off x="5791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9" name="obj_15770"/>
            <p:cNvSpPr/>
            <p:nvPr/>
          </p:nvSpPr>
          <p:spPr>
            <a:xfrm>
              <a:off x="3479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0" name="obj_15771"/>
            <p:cNvSpPr/>
            <p:nvPr/>
          </p:nvSpPr>
          <p:spPr>
            <a:xfrm>
              <a:off x="35052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1" name="obj_15772"/>
            <p:cNvSpPr/>
            <p:nvPr/>
          </p:nvSpPr>
          <p:spPr>
            <a:xfrm>
              <a:off x="3644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2" name="obj_15773"/>
            <p:cNvSpPr/>
            <p:nvPr/>
          </p:nvSpPr>
          <p:spPr>
            <a:xfrm>
              <a:off x="3684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3" name="obj_15774"/>
            <p:cNvSpPr/>
            <p:nvPr/>
          </p:nvSpPr>
          <p:spPr>
            <a:xfrm>
              <a:off x="3810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4" name="obj_15775"/>
            <p:cNvSpPr/>
            <p:nvPr/>
          </p:nvSpPr>
          <p:spPr>
            <a:xfrm>
              <a:off x="38354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5" name="obj_15776"/>
            <p:cNvSpPr/>
            <p:nvPr/>
          </p:nvSpPr>
          <p:spPr>
            <a:xfrm>
              <a:off x="3975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6" name="obj_15777"/>
            <p:cNvSpPr/>
            <p:nvPr/>
          </p:nvSpPr>
          <p:spPr>
            <a:xfrm>
              <a:off x="4140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7" name="obj_15778"/>
            <p:cNvSpPr/>
            <p:nvPr/>
          </p:nvSpPr>
          <p:spPr>
            <a:xfrm>
              <a:off x="4305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8" name="obj_15779"/>
            <p:cNvSpPr/>
            <p:nvPr/>
          </p:nvSpPr>
          <p:spPr>
            <a:xfrm>
              <a:off x="4470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9" name="obj_15780"/>
            <p:cNvSpPr/>
            <p:nvPr/>
          </p:nvSpPr>
          <p:spPr>
            <a:xfrm>
              <a:off x="4635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0" name="obj_15781"/>
            <p:cNvSpPr/>
            <p:nvPr/>
          </p:nvSpPr>
          <p:spPr>
            <a:xfrm>
              <a:off x="4800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1" name="obj_15782"/>
            <p:cNvSpPr/>
            <p:nvPr/>
          </p:nvSpPr>
          <p:spPr>
            <a:xfrm>
              <a:off x="4965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2" name="obj_15783"/>
            <p:cNvSpPr/>
            <p:nvPr/>
          </p:nvSpPr>
          <p:spPr>
            <a:xfrm>
              <a:off x="5130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3" name="obj_15784"/>
            <p:cNvSpPr/>
            <p:nvPr/>
          </p:nvSpPr>
          <p:spPr>
            <a:xfrm>
              <a:off x="5295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4" name="obj_15785"/>
            <p:cNvSpPr/>
            <p:nvPr/>
          </p:nvSpPr>
          <p:spPr>
            <a:xfrm>
              <a:off x="5461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5" name="obj_15786"/>
            <p:cNvSpPr/>
            <p:nvPr/>
          </p:nvSpPr>
          <p:spPr>
            <a:xfrm>
              <a:off x="5626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6" name="obj_15787"/>
            <p:cNvSpPr/>
            <p:nvPr/>
          </p:nvSpPr>
          <p:spPr>
            <a:xfrm>
              <a:off x="5791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7" name="obj_15788"/>
            <p:cNvSpPr txBox="1"/>
            <p:nvPr/>
          </p:nvSpPr>
          <p:spPr>
            <a:xfrm>
              <a:off x="3403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40</a:t>
              </a:r>
            </a:p>
          </p:txBody>
        </p:sp>
        <p:sp>
          <p:nvSpPr>
            <p:cNvPr id="1998" name="obj_15789"/>
            <p:cNvSpPr txBox="1"/>
            <p:nvPr/>
          </p:nvSpPr>
          <p:spPr>
            <a:xfrm>
              <a:off x="3403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1999" name="obj_15790"/>
            <p:cNvSpPr txBox="1"/>
            <p:nvPr/>
          </p:nvSpPr>
          <p:spPr>
            <a:xfrm>
              <a:off x="6197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Greedy</a:t>
              </a:r>
            </a:p>
          </p:txBody>
        </p:sp>
        <p:sp>
          <p:nvSpPr>
            <p:cNvPr id="2000" name="obj_15791"/>
            <p:cNvSpPr/>
            <p:nvPr/>
          </p:nvSpPr>
          <p:spPr>
            <a:xfrm>
              <a:off x="5956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1" name="obj_15792"/>
            <p:cNvSpPr/>
            <p:nvPr/>
          </p:nvSpPr>
          <p:spPr>
            <a:xfrm>
              <a:off x="6273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2" name="obj_15793"/>
            <p:cNvSpPr/>
            <p:nvPr/>
          </p:nvSpPr>
          <p:spPr>
            <a:xfrm>
              <a:off x="6438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3" name="obj_15794"/>
            <p:cNvSpPr/>
            <p:nvPr/>
          </p:nvSpPr>
          <p:spPr>
            <a:xfrm>
              <a:off x="6604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4" name="obj_15795"/>
            <p:cNvSpPr/>
            <p:nvPr/>
          </p:nvSpPr>
          <p:spPr>
            <a:xfrm>
              <a:off x="6769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5" name="obj_15796"/>
            <p:cNvSpPr/>
            <p:nvPr/>
          </p:nvSpPr>
          <p:spPr>
            <a:xfrm>
              <a:off x="6934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6" name="obj_15797"/>
            <p:cNvSpPr/>
            <p:nvPr/>
          </p:nvSpPr>
          <p:spPr>
            <a:xfrm>
              <a:off x="7099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7" name="obj_15798"/>
            <p:cNvSpPr/>
            <p:nvPr/>
          </p:nvSpPr>
          <p:spPr>
            <a:xfrm>
              <a:off x="7264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8" name="obj_15799"/>
            <p:cNvSpPr/>
            <p:nvPr/>
          </p:nvSpPr>
          <p:spPr>
            <a:xfrm>
              <a:off x="7429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9" name="obj_15800"/>
            <p:cNvSpPr/>
            <p:nvPr/>
          </p:nvSpPr>
          <p:spPr>
            <a:xfrm>
              <a:off x="7594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0" name="obj_15801"/>
            <p:cNvSpPr/>
            <p:nvPr/>
          </p:nvSpPr>
          <p:spPr>
            <a:xfrm>
              <a:off x="7759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1" name="obj_15802"/>
            <p:cNvSpPr/>
            <p:nvPr/>
          </p:nvSpPr>
          <p:spPr>
            <a:xfrm>
              <a:off x="7924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2" name="obj_15803"/>
            <p:cNvSpPr/>
            <p:nvPr/>
          </p:nvSpPr>
          <p:spPr>
            <a:xfrm>
              <a:off x="8089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3" name="obj_15804"/>
            <p:cNvSpPr/>
            <p:nvPr/>
          </p:nvSpPr>
          <p:spPr>
            <a:xfrm>
              <a:off x="8255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4" name="obj_15805"/>
            <p:cNvSpPr/>
            <p:nvPr/>
          </p:nvSpPr>
          <p:spPr>
            <a:xfrm>
              <a:off x="8420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5" name="obj_15806"/>
            <p:cNvSpPr/>
            <p:nvPr/>
          </p:nvSpPr>
          <p:spPr>
            <a:xfrm>
              <a:off x="8585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6" name="obj_15807"/>
            <p:cNvSpPr/>
            <p:nvPr/>
          </p:nvSpPr>
          <p:spPr>
            <a:xfrm>
              <a:off x="6273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7" name="obj_15808"/>
            <p:cNvSpPr/>
            <p:nvPr/>
          </p:nvSpPr>
          <p:spPr>
            <a:xfrm>
              <a:off x="6438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8" name="obj_15809"/>
            <p:cNvSpPr/>
            <p:nvPr/>
          </p:nvSpPr>
          <p:spPr>
            <a:xfrm>
              <a:off x="6604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9" name="obj_15810"/>
            <p:cNvSpPr/>
            <p:nvPr/>
          </p:nvSpPr>
          <p:spPr>
            <a:xfrm>
              <a:off x="6769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0" name="obj_15811"/>
            <p:cNvSpPr/>
            <p:nvPr/>
          </p:nvSpPr>
          <p:spPr>
            <a:xfrm>
              <a:off x="6934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1" name="obj_15812"/>
            <p:cNvSpPr/>
            <p:nvPr/>
          </p:nvSpPr>
          <p:spPr>
            <a:xfrm>
              <a:off x="7099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2" name="obj_15813"/>
            <p:cNvSpPr/>
            <p:nvPr/>
          </p:nvSpPr>
          <p:spPr>
            <a:xfrm>
              <a:off x="7264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3" name="obj_15814"/>
            <p:cNvSpPr/>
            <p:nvPr/>
          </p:nvSpPr>
          <p:spPr>
            <a:xfrm>
              <a:off x="7429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4" name="obj_15815"/>
            <p:cNvSpPr/>
            <p:nvPr/>
          </p:nvSpPr>
          <p:spPr>
            <a:xfrm>
              <a:off x="7594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5" name="obj_15816"/>
            <p:cNvSpPr/>
            <p:nvPr/>
          </p:nvSpPr>
          <p:spPr>
            <a:xfrm>
              <a:off x="7759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6" name="obj_15817"/>
            <p:cNvSpPr/>
            <p:nvPr/>
          </p:nvSpPr>
          <p:spPr>
            <a:xfrm>
              <a:off x="7924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7" name="obj_15818"/>
            <p:cNvSpPr/>
            <p:nvPr/>
          </p:nvSpPr>
          <p:spPr>
            <a:xfrm>
              <a:off x="8089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8" name="obj_15819"/>
            <p:cNvSpPr/>
            <p:nvPr/>
          </p:nvSpPr>
          <p:spPr>
            <a:xfrm>
              <a:off x="8255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9" name="obj_15820"/>
            <p:cNvSpPr/>
            <p:nvPr/>
          </p:nvSpPr>
          <p:spPr>
            <a:xfrm>
              <a:off x="8420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0" name="obj_15821"/>
            <p:cNvSpPr/>
            <p:nvPr/>
          </p:nvSpPr>
          <p:spPr>
            <a:xfrm>
              <a:off x="8585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1" name="obj_15822"/>
            <p:cNvSpPr/>
            <p:nvPr/>
          </p:nvSpPr>
          <p:spPr>
            <a:xfrm>
              <a:off x="6273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2" name="obj_15823"/>
            <p:cNvSpPr/>
            <p:nvPr/>
          </p:nvSpPr>
          <p:spPr>
            <a:xfrm>
              <a:off x="6438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3" name="obj_15824"/>
            <p:cNvSpPr/>
            <p:nvPr/>
          </p:nvSpPr>
          <p:spPr>
            <a:xfrm>
              <a:off x="6604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4" name="obj_15825"/>
            <p:cNvSpPr/>
            <p:nvPr/>
          </p:nvSpPr>
          <p:spPr>
            <a:xfrm>
              <a:off x="6769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5" name="obj_15826"/>
            <p:cNvSpPr/>
            <p:nvPr/>
          </p:nvSpPr>
          <p:spPr>
            <a:xfrm>
              <a:off x="6934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6" name="obj_15827"/>
            <p:cNvSpPr/>
            <p:nvPr/>
          </p:nvSpPr>
          <p:spPr>
            <a:xfrm>
              <a:off x="7099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7" name="obj_15828"/>
            <p:cNvSpPr/>
            <p:nvPr/>
          </p:nvSpPr>
          <p:spPr>
            <a:xfrm>
              <a:off x="7264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8" name="obj_15829"/>
            <p:cNvSpPr/>
            <p:nvPr/>
          </p:nvSpPr>
          <p:spPr>
            <a:xfrm>
              <a:off x="7429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9" name="obj_15830"/>
            <p:cNvSpPr/>
            <p:nvPr/>
          </p:nvSpPr>
          <p:spPr>
            <a:xfrm>
              <a:off x="7594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0" name="obj_15831"/>
            <p:cNvSpPr/>
            <p:nvPr/>
          </p:nvSpPr>
          <p:spPr>
            <a:xfrm>
              <a:off x="7759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1" name="obj_15832"/>
            <p:cNvSpPr/>
            <p:nvPr/>
          </p:nvSpPr>
          <p:spPr>
            <a:xfrm>
              <a:off x="7924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2" name="obj_15833"/>
            <p:cNvSpPr/>
            <p:nvPr/>
          </p:nvSpPr>
          <p:spPr>
            <a:xfrm>
              <a:off x="8089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3" name="obj_15834"/>
            <p:cNvSpPr/>
            <p:nvPr/>
          </p:nvSpPr>
          <p:spPr>
            <a:xfrm>
              <a:off x="8255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4" name="obj_15835"/>
            <p:cNvSpPr/>
            <p:nvPr/>
          </p:nvSpPr>
          <p:spPr>
            <a:xfrm>
              <a:off x="8420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5" name="obj_15836"/>
            <p:cNvSpPr/>
            <p:nvPr/>
          </p:nvSpPr>
          <p:spPr>
            <a:xfrm>
              <a:off x="8585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6" name="obj_15837"/>
            <p:cNvSpPr/>
            <p:nvPr/>
          </p:nvSpPr>
          <p:spPr>
            <a:xfrm>
              <a:off x="6273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7" name="obj_15838"/>
            <p:cNvSpPr/>
            <p:nvPr/>
          </p:nvSpPr>
          <p:spPr>
            <a:xfrm>
              <a:off x="6438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8" name="obj_15839"/>
            <p:cNvSpPr/>
            <p:nvPr/>
          </p:nvSpPr>
          <p:spPr>
            <a:xfrm>
              <a:off x="6604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9" name="obj_15840"/>
            <p:cNvSpPr/>
            <p:nvPr/>
          </p:nvSpPr>
          <p:spPr>
            <a:xfrm>
              <a:off x="6769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0" name="obj_15841"/>
            <p:cNvSpPr/>
            <p:nvPr/>
          </p:nvSpPr>
          <p:spPr>
            <a:xfrm>
              <a:off x="6934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1" name="obj_15842"/>
            <p:cNvSpPr/>
            <p:nvPr/>
          </p:nvSpPr>
          <p:spPr>
            <a:xfrm>
              <a:off x="7099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2" name="obj_15843"/>
            <p:cNvSpPr/>
            <p:nvPr/>
          </p:nvSpPr>
          <p:spPr>
            <a:xfrm>
              <a:off x="7264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3" name="obj_15844"/>
            <p:cNvSpPr/>
            <p:nvPr/>
          </p:nvSpPr>
          <p:spPr>
            <a:xfrm>
              <a:off x="7429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4" name="obj_15845"/>
            <p:cNvSpPr/>
            <p:nvPr/>
          </p:nvSpPr>
          <p:spPr>
            <a:xfrm>
              <a:off x="7594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5" name="obj_15846"/>
            <p:cNvSpPr/>
            <p:nvPr/>
          </p:nvSpPr>
          <p:spPr>
            <a:xfrm>
              <a:off x="7759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6" name="obj_15847"/>
            <p:cNvSpPr/>
            <p:nvPr/>
          </p:nvSpPr>
          <p:spPr>
            <a:xfrm>
              <a:off x="7924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7" name="obj_15848"/>
            <p:cNvSpPr/>
            <p:nvPr/>
          </p:nvSpPr>
          <p:spPr>
            <a:xfrm>
              <a:off x="8089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obj_15849"/>
            <p:cNvSpPr/>
            <p:nvPr/>
          </p:nvSpPr>
          <p:spPr>
            <a:xfrm>
              <a:off x="8255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obj_15850"/>
            <p:cNvSpPr/>
            <p:nvPr/>
          </p:nvSpPr>
          <p:spPr>
            <a:xfrm>
              <a:off x="8420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0" name="obj_15851"/>
            <p:cNvSpPr/>
            <p:nvPr/>
          </p:nvSpPr>
          <p:spPr>
            <a:xfrm>
              <a:off x="8585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1" name="obj_15852"/>
            <p:cNvSpPr/>
            <p:nvPr/>
          </p:nvSpPr>
          <p:spPr>
            <a:xfrm>
              <a:off x="6273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2" name="obj_15853"/>
            <p:cNvSpPr/>
            <p:nvPr/>
          </p:nvSpPr>
          <p:spPr>
            <a:xfrm>
              <a:off x="6438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3" name="obj_15854"/>
            <p:cNvSpPr/>
            <p:nvPr/>
          </p:nvSpPr>
          <p:spPr>
            <a:xfrm>
              <a:off x="6464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4" name="obj_15855"/>
            <p:cNvSpPr/>
            <p:nvPr/>
          </p:nvSpPr>
          <p:spPr>
            <a:xfrm>
              <a:off x="6604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5" name="obj_15856"/>
            <p:cNvSpPr/>
            <p:nvPr/>
          </p:nvSpPr>
          <p:spPr>
            <a:xfrm>
              <a:off x="6629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6" name="obj_15857"/>
            <p:cNvSpPr/>
            <p:nvPr/>
          </p:nvSpPr>
          <p:spPr>
            <a:xfrm>
              <a:off x="6769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7" name="obj_15858"/>
            <p:cNvSpPr/>
            <p:nvPr/>
          </p:nvSpPr>
          <p:spPr>
            <a:xfrm>
              <a:off x="67945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8" name="obj_15859"/>
            <p:cNvSpPr/>
            <p:nvPr/>
          </p:nvSpPr>
          <p:spPr>
            <a:xfrm>
              <a:off x="6934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9" name="obj_15860"/>
            <p:cNvSpPr/>
            <p:nvPr/>
          </p:nvSpPr>
          <p:spPr>
            <a:xfrm>
              <a:off x="69596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0" name="obj_15861"/>
            <p:cNvSpPr/>
            <p:nvPr/>
          </p:nvSpPr>
          <p:spPr>
            <a:xfrm>
              <a:off x="7099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1" name="obj_15862"/>
            <p:cNvSpPr/>
            <p:nvPr/>
          </p:nvSpPr>
          <p:spPr>
            <a:xfrm>
              <a:off x="71247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2" name="obj_15863"/>
            <p:cNvSpPr/>
            <p:nvPr/>
          </p:nvSpPr>
          <p:spPr>
            <a:xfrm>
              <a:off x="7264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3" name="obj_15864"/>
            <p:cNvSpPr/>
            <p:nvPr/>
          </p:nvSpPr>
          <p:spPr>
            <a:xfrm>
              <a:off x="7289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4" name="obj_15865"/>
            <p:cNvSpPr/>
            <p:nvPr/>
          </p:nvSpPr>
          <p:spPr>
            <a:xfrm>
              <a:off x="7429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5" name="obj_15866"/>
            <p:cNvSpPr/>
            <p:nvPr/>
          </p:nvSpPr>
          <p:spPr>
            <a:xfrm>
              <a:off x="74549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6" name="obj_15867"/>
            <p:cNvSpPr/>
            <p:nvPr/>
          </p:nvSpPr>
          <p:spPr>
            <a:xfrm>
              <a:off x="7594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7" name="obj_15868"/>
            <p:cNvSpPr/>
            <p:nvPr/>
          </p:nvSpPr>
          <p:spPr>
            <a:xfrm>
              <a:off x="76200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8" name="obj_15869"/>
            <p:cNvSpPr/>
            <p:nvPr/>
          </p:nvSpPr>
          <p:spPr>
            <a:xfrm>
              <a:off x="7759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9" name="obj_15870"/>
            <p:cNvSpPr/>
            <p:nvPr/>
          </p:nvSpPr>
          <p:spPr>
            <a:xfrm>
              <a:off x="77851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0" name="obj_15871"/>
            <p:cNvSpPr/>
            <p:nvPr/>
          </p:nvSpPr>
          <p:spPr>
            <a:xfrm>
              <a:off x="7924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1" name="obj_15872"/>
            <p:cNvSpPr/>
            <p:nvPr/>
          </p:nvSpPr>
          <p:spPr>
            <a:xfrm>
              <a:off x="79502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2" name="obj_15873"/>
            <p:cNvSpPr/>
            <p:nvPr/>
          </p:nvSpPr>
          <p:spPr>
            <a:xfrm>
              <a:off x="8089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3" name="obj_15874"/>
            <p:cNvSpPr/>
            <p:nvPr/>
          </p:nvSpPr>
          <p:spPr>
            <a:xfrm>
              <a:off x="8115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4" name="obj_15875"/>
            <p:cNvSpPr/>
            <p:nvPr/>
          </p:nvSpPr>
          <p:spPr>
            <a:xfrm>
              <a:off x="8255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5" name="obj_15876"/>
            <p:cNvSpPr/>
            <p:nvPr/>
          </p:nvSpPr>
          <p:spPr>
            <a:xfrm>
              <a:off x="8280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6" name="obj_15877"/>
            <p:cNvSpPr/>
            <p:nvPr/>
          </p:nvSpPr>
          <p:spPr>
            <a:xfrm>
              <a:off x="8420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7" name="obj_15878"/>
            <p:cNvSpPr/>
            <p:nvPr/>
          </p:nvSpPr>
          <p:spPr>
            <a:xfrm>
              <a:off x="8585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8" name="obj_15879"/>
            <p:cNvSpPr/>
            <p:nvPr/>
          </p:nvSpPr>
          <p:spPr>
            <a:xfrm>
              <a:off x="6273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9" name="obj_15880"/>
            <p:cNvSpPr/>
            <p:nvPr/>
          </p:nvSpPr>
          <p:spPr>
            <a:xfrm>
              <a:off x="62992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0" name="obj_15881"/>
            <p:cNvSpPr/>
            <p:nvPr/>
          </p:nvSpPr>
          <p:spPr>
            <a:xfrm>
              <a:off x="6438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1" name="obj_15882"/>
            <p:cNvSpPr/>
            <p:nvPr/>
          </p:nvSpPr>
          <p:spPr>
            <a:xfrm>
              <a:off x="6478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2" name="obj_15883"/>
            <p:cNvSpPr/>
            <p:nvPr/>
          </p:nvSpPr>
          <p:spPr>
            <a:xfrm>
              <a:off x="6458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3" name="obj_15884"/>
            <p:cNvSpPr txBox="1"/>
            <p:nvPr/>
          </p:nvSpPr>
          <p:spPr>
            <a:xfrm>
              <a:off x="6458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2094" name="obj_15885"/>
            <p:cNvSpPr/>
            <p:nvPr/>
          </p:nvSpPr>
          <p:spPr>
            <a:xfrm>
              <a:off x="6604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5" name="obj_15886"/>
            <p:cNvSpPr/>
            <p:nvPr/>
          </p:nvSpPr>
          <p:spPr>
            <a:xfrm>
              <a:off x="6643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6" name="obj_15887"/>
            <p:cNvSpPr/>
            <p:nvPr/>
          </p:nvSpPr>
          <p:spPr>
            <a:xfrm>
              <a:off x="6769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7" name="obj_15888"/>
            <p:cNvSpPr/>
            <p:nvPr/>
          </p:nvSpPr>
          <p:spPr>
            <a:xfrm>
              <a:off x="6808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8" name="obj_15889"/>
            <p:cNvSpPr/>
            <p:nvPr/>
          </p:nvSpPr>
          <p:spPr>
            <a:xfrm>
              <a:off x="6934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9" name="obj_15890"/>
            <p:cNvSpPr/>
            <p:nvPr/>
          </p:nvSpPr>
          <p:spPr>
            <a:xfrm>
              <a:off x="6973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0" name="obj_15891"/>
            <p:cNvSpPr/>
            <p:nvPr/>
          </p:nvSpPr>
          <p:spPr>
            <a:xfrm>
              <a:off x="7099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1" name="obj_15892"/>
            <p:cNvSpPr/>
            <p:nvPr/>
          </p:nvSpPr>
          <p:spPr>
            <a:xfrm>
              <a:off x="7138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2" name="obj_15893"/>
            <p:cNvSpPr/>
            <p:nvPr/>
          </p:nvSpPr>
          <p:spPr>
            <a:xfrm>
              <a:off x="7264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3" name="obj_15894"/>
            <p:cNvSpPr/>
            <p:nvPr/>
          </p:nvSpPr>
          <p:spPr>
            <a:xfrm>
              <a:off x="7304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4" name="obj_15895"/>
            <p:cNvSpPr/>
            <p:nvPr/>
          </p:nvSpPr>
          <p:spPr>
            <a:xfrm>
              <a:off x="7429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5" name="obj_15896"/>
            <p:cNvSpPr/>
            <p:nvPr/>
          </p:nvSpPr>
          <p:spPr>
            <a:xfrm>
              <a:off x="7469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6" name="obj_15897"/>
            <p:cNvSpPr/>
            <p:nvPr/>
          </p:nvSpPr>
          <p:spPr>
            <a:xfrm>
              <a:off x="7594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7" name="obj_15898"/>
            <p:cNvSpPr/>
            <p:nvPr/>
          </p:nvSpPr>
          <p:spPr>
            <a:xfrm>
              <a:off x="7634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8" name="obj_15899"/>
            <p:cNvSpPr/>
            <p:nvPr/>
          </p:nvSpPr>
          <p:spPr>
            <a:xfrm>
              <a:off x="7759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9" name="obj_15900"/>
            <p:cNvSpPr/>
            <p:nvPr/>
          </p:nvSpPr>
          <p:spPr>
            <a:xfrm>
              <a:off x="77993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0" name="obj_15901"/>
            <p:cNvSpPr/>
            <p:nvPr/>
          </p:nvSpPr>
          <p:spPr>
            <a:xfrm>
              <a:off x="7924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1" name="obj_15902"/>
            <p:cNvSpPr/>
            <p:nvPr/>
          </p:nvSpPr>
          <p:spPr>
            <a:xfrm>
              <a:off x="7964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2" name="obj_15903"/>
            <p:cNvSpPr/>
            <p:nvPr/>
          </p:nvSpPr>
          <p:spPr>
            <a:xfrm>
              <a:off x="8089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3" name="obj_15904"/>
            <p:cNvSpPr/>
            <p:nvPr/>
          </p:nvSpPr>
          <p:spPr>
            <a:xfrm>
              <a:off x="8129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4" name="obj_15905"/>
            <p:cNvSpPr/>
            <p:nvPr/>
          </p:nvSpPr>
          <p:spPr>
            <a:xfrm>
              <a:off x="8255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5" name="obj_15906"/>
            <p:cNvSpPr/>
            <p:nvPr/>
          </p:nvSpPr>
          <p:spPr>
            <a:xfrm>
              <a:off x="8294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6" name="obj_15907"/>
            <p:cNvSpPr/>
            <p:nvPr/>
          </p:nvSpPr>
          <p:spPr>
            <a:xfrm>
              <a:off x="8420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7" name="obj_15908"/>
            <p:cNvSpPr/>
            <p:nvPr/>
          </p:nvSpPr>
          <p:spPr>
            <a:xfrm>
              <a:off x="8439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8" name="obj_15909"/>
            <p:cNvSpPr txBox="1"/>
            <p:nvPr/>
          </p:nvSpPr>
          <p:spPr>
            <a:xfrm>
              <a:off x="8439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2119" name="obj_15910"/>
            <p:cNvSpPr/>
            <p:nvPr/>
          </p:nvSpPr>
          <p:spPr>
            <a:xfrm>
              <a:off x="8585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0" name="obj_15911"/>
            <p:cNvSpPr/>
            <p:nvPr/>
          </p:nvSpPr>
          <p:spPr>
            <a:xfrm>
              <a:off x="6273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1" name="obj_15912"/>
            <p:cNvSpPr/>
            <p:nvPr/>
          </p:nvSpPr>
          <p:spPr>
            <a:xfrm>
              <a:off x="6438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2" name="obj_15913"/>
            <p:cNvSpPr/>
            <p:nvPr/>
          </p:nvSpPr>
          <p:spPr>
            <a:xfrm>
              <a:off x="6464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3" name="obj_15914"/>
            <p:cNvSpPr/>
            <p:nvPr/>
          </p:nvSpPr>
          <p:spPr>
            <a:xfrm>
              <a:off x="6604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4" name="obj_15915"/>
            <p:cNvSpPr/>
            <p:nvPr/>
          </p:nvSpPr>
          <p:spPr>
            <a:xfrm>
              <a:off x="6629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5" name="obj_15916"/>
            <p:cNvSpPr/>
            <p:nvPr/>
          </p:nvSpPr>
          <p:spPr>
            <a:xfrm>
              <a:off x="6769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6" name="obj_15917"/>
            <p:cNvSpPr/>
            <p:nvPr/>
          </p:nvSpPr>
          <p:spPr>
            <a:xfrm>
              <a:off x="67945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7" name="obj_15918"/>
            <p:cNvSpPr/>
            <p:nvPr/>
          </p:nvSpPr>
          <p:spPr>
            <a:xfrm>
              <a:off x="6934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8" name="obj_15919"/>
            <p:cNvSpPr/>
            <p:nvPr/>
          </p:nvSpPr>
          <p:spPr>
            <a:xfrm>
              <a:off x="6959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9" name="obj_15920"/>
            <p:cNvSpPr/>
            <p:nvPr/>
          </p:nvSpPr>
          <p:spPr>
            <a:xfrm>
              <a:off x="7099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0" name="obj_15921"/>
            <p:cNvSpPr/>
            <p:nvPr/>
          </p:nvSpPr>
          <p:spPr>
            <a:xfrm>
              <a:off x="71247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1" name="obj_15922"/>
            <p:cNvSpPr/>
            <p:nvPr/>
          </p:nvSpPr>
          <p:spPr>
            <a:xfrm>
              <a:off x="7264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2" name="obj_15923"/>
            <p:cNvSpPr/>
            <p:nvPr/>
          </p:nvSpPr>
          <p:spPr>
            <a:xfrm>
              <a:off x="7289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3" name="obj_15924"/>
            <p:cNvSpPr/>
            <p:nvPr/>
          </p:nvSpPr>
          <p:spPr>
            <a:xfrm>
              <a:off x="7429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4" name="obj_15925"/>
            <p:cNvSpPr/>
            <p:nvPr/>
          </p:nvSpPr>
          <p:spPr>
            <a:xfrm>
              <a:off x="7454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5" name="obj_15926"/>
            <p:cNvSpPr/>
            <p:nvPr/>
          </p:nvSpPr>
          <p:spPr>
            <a:xfrm>
              <a:off x="7594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6" name="obj_15927"/>
            <p:cNvSpPr/>
            <p:nvPr/>
          </p:nvSpPr>
          <p:spPr>
            <a:xfrm>
              <a:off x="7620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7" name="obj_15928"/>
            <p:cNvSpPr/>
            <p:nvPr/>
          </p:nvSpPr>
          <p:spPr>
            <a:xfrm>
              <a:off x="7759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8" name="obj_15929"/>
            <p:cNvSpPr/>
            <p:nvPr/>
          </p:nvSpPr>
          <p:spPr>
            <a:xfrm>
              <a:off x="7785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9" name="obj_15930"/>
            <p:cNvSpPr/>
            <p:nvPr/>
          </p:nvSpPr>
          <p:spPr>
            <a:xfrm>
              <a:off x="7924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0" name="obj_15931"/>
            <p:cNvSpPr/>
            <p:nvPr/>
          </p:nvSpPr>
          <p:spPr>
            <a:xfrm>
              <a:off x="7950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1" name="obj_15932"/>
            <p:cNvSpPr/>
            <p:nvPr/>
          </p:nvSpPr>
          <p:spPr>
            <a:xfrm>
              <a:off x="8089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2" name="obj_15933"/>
            <p:cNvSpPr/>
            <p:nvPr/>
          </p:nvSpPr>
          <p:spPr>
            <a:xfrm>
              <a:off x="8115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3" name="obj_15934"/>
            <p:cNvSpPr/>
            <p:nvPr/>
          </p:nvSpPr>
          <p:spPr>
            <a:xfrm>
              <a:off x="8255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4" name="obj_15935"/>
            <p:cNvSpPr/>
            <p:nvPr/>
          </p:nvSpPr>
          <p:spPr>
            <a:xfrm>
              <a:off x="8280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5" name="obj_15936"/>
            <p:cNvSpPr/>
            <p:nvPr/>
          </p:nvSpPr>
          <p:spPr>
            <a:xfrm>
              <a:off x="8420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6" name="obj_15937"/>
            <p:cNvSpPr/>
            <p:nvPr/>
          </p:nvSpPr>
          <p:spPr>
            <a:xfrm>
              <a:off x="8585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7" name="obj_15938"/>
            <p:cNvSpPr/>
            <p:nvPr/>
          </p:nvSpPr>
          <p:spPr>
            <a:xfrm>
              <a:off x="6273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8" name="obj_15939"/>
            <p:cNvSpPr/>
            <p:nvPr/>
          </p:nvSpPr>
          <p:spPr>
            <a:xfrm>
              <a:off x="6438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9" name="obj_15940"/>
            <p:cNvSpPr/>
            <p:nvPr/>
          </p:nvSpPr>
          <p:spPr>
            <a:xfrm>
              <a:off x="6604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0" name="obj_15941"/>
            <p:cNvSpPr/>
            <p:nvPr/>
          </p:nvSpPr>
          <p:spPr>
            <a:xfrm>
              <a:off x="6769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1" name="obj_15942"/>
            <p:cNvSpPr/>
            <p:nvPr/>
          </p:nvSpPr>
          <p:spPr>
            <a:xfrm>
              <a:off x="6934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2" name="obj_15943"/>
            <p:cNvSpPr/>
            <p:nvPr/>
          </p:nvSpPr>
          <p:spPr>
            <a:xfrm>
              <a:off x="7099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3" name="obj_15944"/>
            <p:cNvSpPr/>
            <p:nvPr/>
          </p:nvSpPr>
          <p:spPr>
            <a:xfrm>
              <a:off x="7264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4" name="obj_15945"/>
            <p:cNvSpPr/>
            <p:nvPr/>
          </p:nvSpPr>
          <p:spPr>
            <a:xfrm>
              <a:off x="7429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5" name="obj_15946"/>
            <p:cNvSpPr/>
            <p:nvPr/>
          </p:nvSpPr>
          <p:spPr>
            <a:xfrm>
              <a:off x="7594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6" name="obj_15947"/>
            <p:cNvSpPr/>
            <p:nvPr/>
          </p:nvSpPr>
          <p:spPr>
            <a:xfrm>
              <a:off x="7759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7" name="obj_15948"/>
            <p:cNvSpPr/>
            <p:nvPr/>
          </p:nvSpPr>
          <p:spPr>
            <a:xfrm>
              <a:off x="7924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8" name="obj_15949"/>
            <p:cNvSpPr/>
            <p:nvPr/>
          </p:nvSpPr>
          <p:spPr>
            <a:xfrm>
              <a:off x="8089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9" name="obj_15950"/>
            <p:cNvSpPr/>
            <p:nvPr/>
          </p:nvSpPr>
          <p:spPr>
            <a:xfrm>
              <a:off x="8255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0" name="obj_15951"/>
            <p:cNvSpPr/>
            <p:nvPr/>
          </p:nvSpPr>
          <p:spPr>
            <a:xfrm>
              <a:off x="8420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1" name="obj_15952"/>
            <p:cNvSpPr/>
            <p:nvPr/>
          </p:nvSpPr>
          <p:spPr>
            <a:xfrm>
              <a:off x="8585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2" name="obj_15953"/>
            <p:cNvSpPr/>
            <p:nvPr/>
          </p:nvSpPr>
          <p:spPr>
            <a:xfrm>
              <a:off x="6273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3" name="obj_15954"/>
            <p:cNvSpPr/>
            <p:nvPr/>
          </p:nvSpPr>
          <p:spPr>
            <a:xfrm>
              <a:off x="6438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4" name="obj_15955"/>
            <p:cNvSpPr/>
            <p:nvPr/>
          </p:nvSpPr>
          <p:spPr>
            <a:xfrm>
              <a:off x="6604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5" name="obj_15956"/>
            <p:cNvSpPr/>
            <p:nvPr/>
          </p:nvSpPr>
          <p:spPr>
            <a:xfrm>
              <a:off x="6769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6" name="obj_15957"/>
            <p:cNvSpPr/>
            <p:nvPr/>
          </p:nvSpPr>
          <p:spPr>
            <a:xfrm>
              <a:off x="6934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7" name="obj_15958"/>
            <p:cNvSpPr/>
            <p:nvPr/>
          </p:nvSpPr>
          <p:spPr>
            <a:xfrm>
              <a:off x="7099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8" name="obj_15959"/>
            <p:cNvSpPr/>
            <p:nvPr/>
          </p:nvSpPr>
          <p:spPr>
            <a:xfrm>
              <a:off x="7264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9" name="obj_15960"/>
            <p:cNvSpPr/>
            <p:nvPr/>
          </p:nvSpPr>
          <p:spPr>
            <a:xfrm>
              <a:off x="7429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0" name="obj_15961"/>
            <p:cNvSpPr/>
            <p:nvPr/>
          </p:nvSpPr>
          <p:spPr>
            <a:xfrm>
              <a:off x="7594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1" name="obj_15962"/>
            <p:cNvSpPr/>
            <p:nvPr/>
          </p:nvSpPr>
          <p:spPr>
            <a:xfrm>
              <a:off x="7759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2" name="obj_15963"/>
            <p:cNvSpPr/>
            <p:nvPr/>
          </p:nvSpPr>
          <p:spPr>
            <a:xfrm>
              <a:off x="7924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3" name="obj_15964"/>
            <p:cNvSpPr/>
            <p:nvPr/>
          </p:nvSpPr>
          <p:spPr>
            <a:xfrm>
              <a:off x="8089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4" name="obj_15965"/>
            <p:cNvSpPr/>
            <p:nvPr/>
          </p:nvSpPr>
          <p:spPr>
            <a:xfrm>
              <a:off x="8255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5" name="obj_15966"/>
            <p:cNvSpPr/>
            <p:nvPr/>
          </p:nvSpPr>
          <p:spPr>
            <a:xfrm>
              <a:off x="8420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6" name="obj_15967"/>
            <p:cNvSpPr/>
            <p:nvPr/>
          </p:nvSpPr>
          <p:spPr>
            <a:xfrm>
              <a:off x="8585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7" name="obj_15968"/>
            <p:cNvSpPr/>
            <p:nvPr/>
          </p:nvSpPr>
          <p:spPr>
            <a:xfrm>
              <a:off x="6273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8" name="obj_15969"/>
            <p:cNvSpPr/>
            <p:nvPr/>
          </p:nvSpPr>
          <p:spPr>
            <a:xfrm>
              <a:off x="6438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9" name="obj_15970"/>
            <p:cNvSpPr/>
            <p:nvPr/>
          </p:nvSpPr>
          <p:spPr>
            <a:xfrm>
              <a:off x="6604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0" name="obj_15971"/>
            <p:cNvSpPr/>
            <p:nvPr/>
          </p:nvSpPr>
          <p:spPr>
            <a:xfrm>
              <a:off x="6769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1" name="obj_15972"/>
            <p:cNvSpPr/>
            <p:nvPr/>
          </p:nvSpPr>
          <p:spPr>
            <a:xfrm>
              <a:off x="6934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2" name="obj_15973"/>
            <p:cNvSpPr/>
            <p:nvPr/>
          </p:nvSpPr>
          <p:spPr>
            <a:xfrm>
              <a:off x="7099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3" name="obj_15974"/>
            <p:cNvSpPr/>
            <p:nvPr/>
          </p:nvSpPr>
          <p:spPr>
            <a:xfrm>
              <a:off x="7264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4" name="obj_15975"/>
            <p:cNvSpPr/>
            <p:nvPr/>
          </p:nvSpPr>
          <p:spPr>
            <a:xfrm>
              <a:off x="7429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5" name="obj_15976"/>
            <p:cNvSpPr/>
            <p:nvPr/>
          </p:nvSpPr>
          <p:spPr>
            <a:xfrm>
              <a:off x="7594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6" name="obj_15977"/>
            <p:cNvSpPr/>
            <p:nvPr/>
          </p:nvSpPr>
          <p:spPr>
            <a:xfrm>
              <a:off x="7759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7" name="obj_15978"/>
            <p:cNvSpPr/>
            <p:nvPr/>
          </p:nvSpPr>
          <p:spPr>
            <a:xfrm>
              <a:off x="7924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8" name="obj_15979"/>
            <p:cNvSpPr/>
            <p:nvPr/>
          </p:nvSpPr>
          <p:spPr>
            <a:xfrm>
              <a:off x="8089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9" name="obj_15980"/>
            <p:cNvSpPr/>
            <p:nvPr/>
          </p:nvSpPr>
          <p:spPr>
            <a:xfrm>
              <a:off x="8255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0" name="obj_15981"/>
            <p:cNvSpPr/>
            <p:nvPr/>
          </p:nvSpPr>
          <p:spPr>
            <a:xfrm>
              <a:off x="8420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1" name="obj_15982"/>
            <p:cNvSpPr/>
            <p:nvPr/>
          </p:nvSpPr>
          <p:spPr>
            <a:xfrm>
              <a:off x="8585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2" name="obj_15983"/>
            <p:cNvSpPr/>
            <p:nvPr/>
          </p:nvSpPr>
          <p:spPr>
            <a:xfrm>
              <a:off x="6273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3" name="obj_15984"/>
            <p:cNvSpPr/>
            <p:nvPr/>
          </p:nvSpPr>
          <p:spPr>
            <a:xfrm>
              <a:off x="6438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4" name="obj_15985"/>
            <p:cNvSpPr/>
            <p:nvPr/>
          </p:nvSpPr>
          <p:spPr>
            <a:xfrm>
              <a:off x="6604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5" name="obj_15986"/>
            <p:cNvSpPr/>
            <p:nvPr/>
          </p:nvSpPr>
          <p:spPr>
            <a:xfrm>
              <a:off x="6769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6" name="obj_15987"/>
            <p:cNvSpPr/>
            <p:nvPr/>
          </p:nvSpPr>
          <p:spPr>
            <a:xfrm>
              <a:off x="6934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7" name="obj_15988"/>
            <p:cNvSpPr/>
            <p:nvPr/>
          </p:nvSpPr>
          <p:spPr>
            <a:xfrm>
              <a:off x="7099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8" name="obj_15989"/>
            <p:cNvSpPr/>
            <p:nvPr/>
          </p:nvSpPr>
          <p:spPr>
            <a:xfrm>
              <a:off x="7264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9" name="obj_15990"/>
            <p:cNvSpPr/>
            <p:nvPr/>
          </p:nvSpPr>
          <p:spPr>
            <a:xfrm>
              <a:off x="7429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0" name="obj_15991"/>
            <p:cNvSpPr/>
            <p:nvPr/>
          </p:nvSpPr>
          <p:spPr>
            <a:xfrm>
              <a:off x="7594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1" name="obj_15992"/>
            <p:cNvSpPr/>
            <p:nvPr/>
          </p:nvSpPr>
          <p:spPr>
            <a:xfrm>
              <a:off x="7759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2" name="obj_15993"/>
            <p:cNvSpPr/>
            <p:nvPr/>
          </p:nvSpPr>
          <p:spPr>
            <a:xfrm>
              <a:off x="7924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3" name="obj_15994"/>
            <p:cNvSpPr/>
            <p:nvPr/>
          </p:nvSpPr>
          <p:spPr>
            <a:xfrm>
              <a:off x="8089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4" name="obj_15995"/>
            <p:cNvSpPr/>
            <p:nvPr/>
          </p:nvSpPr>
          <p:spPr>
            <a:xfrm>
              <a:off x="8255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5" name="obj_15996"/>
            <p:cNvSpPr/>
            <p:nvPr/>
          </p:nvSpPr>
          <p:spPr>
            <a:xfrm>
              <a:off x="8420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6" name="obj_15997"/>
            <p:cNvSpPr/>
            <p:nvPr/>
          </p:nvSpPr>
          <p:spPr>
            <a:xfrm>
              <a:off x="8585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07" name="obj_15998"/>
            <p:cNvCxnSpPr/>
            <p:nvPr/>
          </p:nvCxnSpPr>
          <p:spPr>
            <a:xfrm>
              <a:off x="6521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08" name="obj_15999"/>
            <p:cNvCxnSpPr/>
            <p:nvPr/>
          </p:nvCxnSpPr>
          <p:spPr>
            <a:xfrm>
              <a:off x="6686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09" name="obj_16000"/>
            <p:cNvCxnSpPr/>
            <p:nvPr/>
          </p:nvCxnSpPr>
          <p:spPr>
            <a:xfrm>
              <a:off x="68516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0" name="obj_16001"/>
            <p:cNvCxnSpPr/>
            <p:nvPr/>
          </p:nvCxnSpPr>
          <p:spPr>
            <a:xfrm>
              <a:off x="70167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1" name="obj_16002"/>
            <p:cNvCxnSpPr/>
            <p:nvPr/>
          </p:nvCxnSpPr>
          <p:spPr>
            <a:xfrm>
              <a:off x="71818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2" name="obj_16003"/>
            <p:cNvCxnSpPr/>
            <p:nvPr/>
          </p:nvCxnSpPr>
          <p:spPr>
            <a:xfrm>
              <a:off x="73469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3" name="obj_16004"/>
            <p:cNvCxnSpPr/>
            <p:nvPr/>
          </p:nvCxnSpPr>
          <p:spPr>
            <a:xfrm>
              <a:off x="75120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4" name="obj_16005"/>
            <p:cNvCxnSpPr/>
            <p:nvPr/>
          </p:nvCxnSpPr>
          <p:spPr>
            <a:xfrm>
              <a:off x="76771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5" name="obj_16006"/>
            <p:cNvCxnSpPr/>
            <p:nvPr/>
          </p:nvCxnSpPr>
          <p:spPr>
            <a:xfrm>
              <a:off x="78422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6" name="obj_16007"/>
            <p:cNvCxnSpPr/>
            <p:nvPr/>
          </p:nvCxnSpPr>
          <p:spPr>
            <a:xfrm>
              <a:off x="80073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7" name="obj_16008"/>
            <p:cNvCxnSpPr/>
            <p:nvPr/>
          </p:nvCxnSpPr>
          <p:spPr>
            <a:xfrm>
              <a:off x="8172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218" name="obj_16009"/>
            <p:cNvCxnSpPr/>
            <p:nvPr/>
          </p:nvCxnSpPr>
          <p:spPr>
            <a:xfrm>
              <a:off x="8337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2219" name="obj_16010"/>
            <p:cNvSpPr txBox="1"/>
            <p:nvPr/>
          </p:nvSpPr>
          <p:spPr>
            <a:xfrm>
              <a:off x="6197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12</a:t>
              </a:r>
            </a:p>
          </p:txBody>
        </p:sp>
        <p:sp>
          <p:nvSpPr>
            <p:cNvPr id="2220" name="obj_16011"/>
            <p:cNvSpPr txBox="1"/>
            <p:nvPr/>
          </p:nvSpPr>
          <p:spPr>
            <a:xfrm>
              <a:off x="6197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28</a:t>
              </a:r>
            </a:p>
          </p:txBody>
        </p:sp>
        <p:sp>
          <p:nvSpPr>
            <p:cNvPr id="2221" name="obj_16012"/>
            <p:cNvSpPr txBox="1"/>
            <p:nvPr/>
          </p:nvSpPr>
          <p:spPr>
            <a:xfrm>
              <a:off x="8991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A*</a:t>
              </a:r>
            </a:p>
          </p:txBody>
        </p:sp>
        <p:sp>
          <p:nvSpPr>
            <p:cNvPr id="2222" name="obj_16013"/>
            <p:cNvSpPr/>
            <p:nvPr/>
          </p:nvSpPr>
          <p:spPr>
            <a:xfrm>
              <a:off x="8750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3" name="obj_16014"/>
            <p:cNvSpPr/>
            <p:nvPr/>
          </p:nvSpPr>
          <p:spPr>
            <a:xfrm>
              <a:off x="9067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4" name="obj_16015"/>
            <p:cNvSpPr/>
            <p:nvPr/>
          </p:nvSpPr>
          <p:spPr>
            <a:xfrm>
              <a:off x="9232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5" name="obj_16016"/>
            <p:cNvSpPr/>
            <p:nvPr/>
          </p:nvSpPr>
          <p:spPr>
            <a:xfrm>
              <a:off x="9398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6" name="obj_16017"/>
            <p:cNvSpPr/>
            <p:nvPr/>
          </p:nvSpPr>
          <p:spPr>
            <a:xfrm>
              <a:off x="9563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7" name="obj_16018"/>
            <p:cNvSpPr/>
            <p:nvPr/>
          </p:nvSpPr>
          <p:spPr>
            <a:xfrm>
              <a:off x="9728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8" name="obj_16019"/>
            <p:cNvSpPr/>
            <p:nvPr/>
          </p:nvSpPr>
          <p:spPr>
            <a:xfrm>
              <a:off x="9893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9" name="obj_16020"/>
            <p:cNvSpPr/>
            <p:nvPr/>
          </p:nvSpPr>
          <p:spPr>
            <a:xfrm>
              <a:off x="10058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0" name="obj_16021"/>
            <p:cNvSpPr/>
            <p:nvPr/>
          </p:nvSpPr>
          <p:spPr>
            <a:xfrm>
              <a:off x="10223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1" name="obj_16022"/>
            <p:cNvSpPr/>
            <p:nvPr/>
          </p:nvSpPr>
          <p:spPr>
            <a:xfrm>
              <a:off x="10388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2" name="obj_16023"/>
            <p:cNvSpPr/>
            <p:nvPr/>
          </p:nvSpPr>
          <p:spPr>
            <a:xfrm>
              <a:off x="10553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3" name="obj_16024"/>
            <p:cNvSpPr/>
            <p:nvPr/>
          </p:nvSpPr>
          <p:spPr>
            <a:xfrm>
              <a:off x="10718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4" name="obj_16025"/>
            <p:cNvSpPr/>
            <p:nvPr/>
          </p:nvSpPr>
          <p:spPr>
            <a:xfrm>
              <a:off x="10883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5" name="obj_16026"/>
            <p:cNvSpPr/>
            <p:nvPr/>
          </p:nvSpPr>
          <p:spPr>
            <a:xfrm>
              <a:off x="11049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6" name="obj_16027"/>
            <p:cNvSpPr/>
            <p:nvPr/>
          </p:nvSpPr>
          <p:spPr>
            <a:xfrm>
              <a:off x="11214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7" name="obj_16028"/>
            <p:cNvSpPr/>
            <p:nvPr/>
          </p:nvSpPr>
          <p:spPr>
            <a:xfrm>
              <a:off x="11379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8" name="obj_16029"/>
            <p:cNvSpPr/>
            <p:nvPr/>
          </p:nvSpPr>
          <p:spPr>
            <a:xfrm>
              <a:off x="9067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9" name="obj_16030"/>
            <p:cNvSpPr/>
            <p:nvPr/>
          </p:nvSpPr>
          <p:spPr>
            <a:xfrm>
              <a:off x="9232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0" name="obj_16031"/>
            <p:cNvSpPr/>
            <p:nvPr/>
          </p:nvSpPr>
          <p:spPr>
            <a:xfrm>
              <a:off x="9398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1" name="obj_16032"/>
            <p:cNvSpPr/>
            <p:nvPr/>
          </p:nvSpPr>
          <p:spPr>
            <a:xfrm>
              <a:off x="9563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2" name="obj_16033"/>
            <p:cNvSpPr/>
            <p:nvPr/>
          </p:nvSpPr>
          <p:spPr>
            <a:xfrm>
              <a:off x="9728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3" name="obj_16034"/>
            <p:cNvSpPr/>
            <p:nvPr/>
          </p:nvSpPr>
          <p:spPr>
            <a:xfrm>
              <a:off x="9893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4" name="obj_16035"/>
            <p:cNvSpPr/>
            <p:nvPr/>
          </p:nvSpPr>
          <p:spPr>
            <a:xfrm>
              <a:off x="10058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5" name="obj_16036"/>
            <p:cNvSpPr/>
            <p:nvPr/>
          </p:nvSpPr>
          <p:spPr>
            <a:xfrm>
              <a:off x="10223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6" name="obj_16037"/>
            <p:cNvSpPr/>
            <p:nvPr/>
          </p:nvSpPr>
          <p:spPr>
            <a:xfrm>
              <a:off x="10388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7" name="obj_16038"/>
            <p:cNvSpPr/>
            <p:nvPr/>
          </p:nvSpPr>
          <p:spPr>
            <a:xfrm>
              <a:off x="10553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8" name="obj_16039"/>
            <p:cNvSpPr/>
            <p:nvPr/>
          </p:nvSpPr>
          <p:spPr>
            <a:xfrm>
              <a:off x="10718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9" name="obj_16040"/>
            <p:cNvSpPr/>
            <p:nvPr/>
          </p:nvSpPr>
          <p:spPr>
            <a:xfrm>
              <a:off x="10883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0" name="obj_16041"/>
            <p:cNvSpPr/>
            <p:nvPr/>
          </p:nvSpPr>
          <p:spPr>
            <a:xfrm>
              <a:off x="11049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1" name="obj_16042"/>
            <p:cNvSpPr/>
            <p:nvPr/>
          </p:nvSpPr>
          <p:spPr>
            <a:xfrm>
              <a:off x="11214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2" name="obj_16043"/>
            <p:cNvSpPr/>
            <p:nvPr/>
          </p:nvSpPr>
          <p:spPr>
            <a:xfrm>
              <a:off x="11379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3" name="obj_16044"/>
            <p:cNvSpPr/>
            <p:nvPr/>
          </p:nvSpPr>
          <p:spPr>
            <a:xfrm>
              <a:off x="9067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4" name="obj_16045"/>
            <p:cNvSpPr/>
            <p:nvPr/>
          </p:nvSpPr>
          <p:spPr>
            <a:xfrm>
              <a:off x="9232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5" name="obj_16046"/>
            <p:cNvSpPr/>
            <p:nvPr/>
          </p:nvSpPr>
          <p:spPr>
            <a:xfrm>
              <a:off x="92583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6" name="obj_16047"/>
            <p:cNvSpPr/>
            <p:nvPr/>
          </p:nvSpPr>
          <p:spPr>
            <a:xfrm>
              <a:off x="9398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7" name="obj_16048"/>
            <p:cNvSpPr/>
            <p:nvPr/>
          </p:nvSpPr>
          <p:spPr>
            <a:xfrm>
              <a:off x="9563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8" name="obj_16049"/>
            <p:cNvSpPr/>
            <p:nvPr/>
          </p:nvSpPr>
          <p:spPr>
            <a:xfrm>
              <a:off x="9728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9" name="obj_16050"/>
            <p:cNvSpPr/>
            <p:nvPr/>
          </p:nvSpPr>
          <p:spPr>
            <a:xfrm>
              <a:off x="97536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0" name="obj_16051"/>
            <p:cNvSpPr/>
            <p:nvPr/>
          </p:nvSpPr>
          <p:spPr>
            <a:xfrm>
              <a:off x="9893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1" name="obj_16052"/>
            <p:cNvSpPr/>
            <p:nvPr/>
          </p:nvSpPr>
          <p:spPr>
            <a:xfrm>
              <a:off x="99187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2" name="obj_16053"/>
            <p:cNvSpPr/>
            <p:nvPr/>
          </p:nvSpPr>
          <p:spPr>
            <a:xfrm>
              <a:off x="10058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3" name="obj_16054"/>
            <p:cNvSpPr/>
            <p:nvPr/>
          </p:nvSpPr>
          <p:spPr>
            <a:xfrm>
              <a:off x="100838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4" name="obj_16055"/>
            <p:cNvSpPr/>
            <p:nvPr/>
          </p:nvSpPr>
          <p:spPr>
            <a:xfrm>
              <a:off x="10223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5" name="obj_16056"/>
            <p:cNvSpPr/>
            <p:nvPr/>
          </p:nvSpPr>
          <p:spPr>
            <a:xfrm>
              <a:off x="10388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6" name="obj_16057"/>
            <p:cNvSpPr/>
            <p:nvPr/>
          </p:nvSpPr>
          <p:spPr>
            <a:xfrm>
              <a:off x="10553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7" name="obj_16058"/>
            <p:cNvSpPr/>
            <p:nvPr/>
          </p:nvSpPr>
          <p:spPr>
            <a:xfrm>
              <a:off x="10718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8" name="obj_16059"/>
            <p:cNvSpPr/>
            <p:nvPr/>
          </p:nvSpPr>
          <p:spPr>
            <a:xfrm>
              <a:off x="10883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9" name="obj_16060"/>
            <p:cNvSpPr/>
            <p:nvPr/>
          </p:nvSpPr>
          <p:spPr>
            <a:xfrm>
              <a:off x="11049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0" name="obj_16061"/>
            <p:cNvSpPr/>
            <p:nvPr/>
          </p:nvSpPr>
          <p:spPr>
            <a:xfrm>
              <a:off x="11214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1" name="obj_16062"/>
            <p:cNvSpPr/>
            <p:nvPr/>
          </p:nvSpPr>
          <p:spPr>
            <a:xfrm>
              <a:off x="11379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2" name="obj_16063"/>
            <p:cNvSpPr/>
            <p:nvPr/>
          </p:nvSpPr>
          <p:spPr>
            <a:xfrm>
              <a:off x="9067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3" name="obj_16064"/>
            <p:cNvSpPr/>
            <p:nvPr/>
          </p:nvSpPr>
          <p:spPr>
            <a:xfrm>
              <a:off x="90932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4" name="obj_16065"/>
            <p:cNvSpPr/>
            <p:nvPr/>
          </p:nvSpPr>
          <p:spPr>
            <a:xfrm>
              <a:off x="9232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5" name="obj_16066"/>
            <p:cNvSpPr/>
            <p:nvPr/>
          </p:nvSpPr>
          <p:spPr>
            <a:xfrm>
              <a:off x="9272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6" name="obj_16067"/>
            <p:cNvSpPr/>
            <p:nvPr/>
          </p:nvSpPr>
          <p:spPr>
            <a:xfrm>
              <a:off x="9398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7" name="obj_16068"/>
            <p:cNvSpPr/>
            <p:nvPr/>
          </p:nvSpPr>
          <p:spPr>
            <a:xfrm>
              <a:off x="9437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8" name="obj_16069"/>
            <p:cNvSpPr/>
            <p:nvPr/>
          </p:nvSpPr>
          <p:spPr>
            <a:xfrm>
              <a:off x="9563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9" name="obj_16070"/>
            <p:cNvSpPr/>
            <p:nvPr/>
          </p:nvSpPr>
          <p:spPr>
            <a:xfrm>
              <a:off x="9602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0" name="obj_16071"/>
            <p:cNvSpPr/>
            <p:nvPr/>
          </p:nvSpPr>
          <p:spPr>
            <a:xfrm>
              <a:off x="9728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1" name="obj_16072"/>
            <p:cNvSpPr/>
            <p:nvPr/>
          </p:nvSpPr>
          <p:spPr>
            <a:xfrm>
              <a:off x="9767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2" name="obj_16073"/>
            <p:cNvSpPr/>
            <p:nvPr/>
          </p:nvSpPr>
          <p:spPr>
            <a:xfrm>
              <a:off x="9893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3" name="obj_16074"/>
            <p:cNvSpPr/>
            <p:nvPr/>
          </p:nvSpPr>
          <p:spPr>
            <a:xfrm>
              <a:off x="9932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4" name="obj_16075"/>
            <p:cNvSpPr/>
            <p:nvPr/>
          </p:nvSpPr>
          <p:spPr>
            <a:xfrm>
              <a:off x="10058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5" name="obj_16076"/>
            <p:cNvSpPr/>
            <p:nvPr/>
          </p:nvSpPr>
          <p:spPr>
            <a:xfrm>
              <a:off x="10098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6" name="obj_16077"/>
            <p:cNvSpPr/>
            <p:nvPr/>
          </p:nvSpPr>
          <p:spPr>
            <a:xfrm>
              <a:off x="10223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7" name="obj_16078"/>
            <p:cNvSpPr/>
            <p:nvPr/>
          </p:nvSpPr>
          <p:spPr>
            <a:xfrm>
              <a:off x="10388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8" name="obj_16079"/>
            <p:cNvSpPr/>
            <p:nvPr/>
          </p:nvSpPr>
          <p:spPr>
            <a:xfrm>
              <a:off x="10553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9" name="obj_16080"/>
            <p:cNvSpPr/>
            <p:nvPr/>
          </p:nvSpPr>
          <p:spPr>
            <a:xfrm>
              <a:off x="10718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0" name="obj_16081"/>
            <p:cNvSpPr/>
            <p:nvPr/>
          </p:nvSpPr>
          <p:spPr>
            <a:xfrm>
              <a:off x="10883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1" name="obj_16082"/>
            <p:cNvSpPr/>
            <p:nvPr/>
          </p:nvSpPr>
          <p:spPr>
            <a:xfrm>
              <a:off x="11049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2" name="obj_16083"/>
            <p:cNvSpPr/>
            <p:nvPr/>
          </p:nvSpPr>
          <p:spPr>
            <a:xfrm>
              <a:off x="11214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3" name="obj_16084"/>
            <p:cNvSpPr/>
            <p:nvPr/>
          </p:nvSpPr>
          <p:spPr>
            <a:xfrm>
              <a:off x="11379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4" name="obj_16085"/>
            <p:cNvSpPr/>
            <p:nvPr/>
          </p:nvSpPr>
          <p:spPr>
            <a:xfrm>
              <a:off x="9067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5" name="obj_16086"/>
            <p:cNvSpPr/>
            <p:nvPr/>
          </p:nvSpPr>
          <p:spPr>
            <a:xfrm>
              <a:off x="9107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6" name="obj_16087"/>
            <p:cNvSpPr/>
            <p:nvPr/>
          </p:nvSpPr>
          <p:spPr>
            <a:xfrm>
              <a:off x="9232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7" name="obj_16088"/>
            <p:cNvSpPr/>
            <p:nvPr/>
          </p:nvSpPr>
          <p:spPr>
            <a:xfrm>
              <a:off x="9272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8" name="obj_16089"/>
            <p:cNvSpPr/>
            <p:nvPr/>
          </p:nvSpPr>
          <p:spPr>
            <a:xfrm>
              <a:off x="9398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9" name="obj_16090"/>
            <p:cNvSpPr/>
            <p:nvPr/>
          </p:nvSpPr>
          <p:spPr>
            <a:xfrm>
              <a:off x="9437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0" name="obj_16091"/>
            <p:cNvSpPr/>
            <p:nvPr/>
          </p:nvSpPr>
          <p:spPr>
            <a:xfrm>
              <a:off x="9563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1" name="obj_16092"/>
            <p:cNvSpPr/>
            <p:nvPr/>
          </p:nvSpPr>
          <p:spPr>
            <a:xfrm>
              <a:off x="9602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2" name="obj_16093"/>
            <p:cNvSpPr/>
            <p:nvPr/>
          </p:nvSpPr>
          <p:spPr>
            <a:xfrm>
              <a:off x="9728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3" name="obj_16094"/>
            <p:cNvSpPr/>
            <p:nvPr/>
          </p:nvSpPr>
          <p:spPr>
            <a:xfrm>
              <a:off x="9767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4" name="obj_16095"/>
            <p:cNvSpPr/>
            <p:nvPr/>
          </p:nvSpPr>
          <p:spPr>
            <a:xfrm>
              <a:off x="9893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5" name="obj_16096"/>
            <p:cNvSpPr/>
            <p:nvPr/>
          </p:nvSpPr>
          <p:spPr>
            <a:xfrm>
              <a:off x="9932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6" name="obj_16097"/>
            <p:cNvSpPr/>
            <p:nvPr/>
          </p:nvSpPr>
          <p:spPr>
            <a:xfrm>
              <a:off x="10058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7" name="obj_16098"/>
            <p:cNvSpPr/>
            <p:nvPr/>
          </p:nvSpPr>
          <p:spPr>
            <a:xfrm>
              <a:off x="10083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8" name="obj_16099"/>
            <p:cNvSpPr/>
            <p:nvPr/>
          </p:nvSpPr>
          <p:spPr>
            <a:xfrm>
              <a:off x="10223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9" name="obj_16100"/>
            <p:cNvSpPr/>
            <p:nvPr/>
          </p:nvSpPr>
          <p:spPr>
            <a:xfrm>
              <a:off x="10388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0" name="obj_16101"/>
            <p:cNvSpPr/>
            <p:nvPr/>
          </p:nvSpPr>
          <p:spPr>
            <a:xfrm>
              <a:off x="10553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1" name="obj_16102"/>
            <p:cNvSpPr/>
            <p:nvPr/>
          </p:nvSpPr>
          <p:spPr>
            <a:xfrm>
              <a:off x="10718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2" name="obj_16103"/>
            <p:cNvSpPr/>
            <p:nvPr/>
          </p:nvSpPr>
          <p:spPr>
            <a:xfrm>
              <a:off x="10883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3" name="obj_16104"/>
            <p:cNvSpPr/>
            <p:nvPr/>
          </p:nvSpPr>
          <p:spPr>
            <a:xfrm>
              <a:off x="11049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4" name="obj_16105"/>
            <p:cNvSpPr/>
            <p:nvPr/>
          </p:nvSpPr>
          <p:spPr>
            <a:xfrm>
              <a:off x="11074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5" name="obj_16106"/>
            <p:cNvSpPr/>
            <p:nvPr/>
          </p:nvSpPr>
          <p:spPr>
            <a:xfrm>
              <a:off x="11214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6" name="obj_16107"/>
            <p:cNvSpPr/>
            <p:nvPr/>
          </p:nvSpPr>
          <p:spPr>
            <a:xfrm>
              <a:off x="11379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7" name="obj_16108"/>
            <p:cNvSpPr/>
            <p:nvPr/>
          </p:nvSpPr>
          <p:spPr>
            <a:xfrm>
              <a:off x="9067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8" name="obj_16109"/>
            <p:cNvSpPr/>
            <p:nvPr/>
          </p:nvSpPr>
          <p:spPr>
            <a:xfrm>
              <a:off x="9107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9" name="obj_16110"/>
            <p:cNvSpPr/>
            <p:nvPr/>
          </p:nvSpPr>
          <p:spPr>
            <a:xfrm>
              <a:off x="9232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0" name="obj_16111"/>
            <p:cNvSpPr/>
            <p:nvPr/>
          </p:nvSpPr>
          <p:spPr>
            <a:xfrm>
              <a:off x="9272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1" name="obj_16112"/>
            <p:cNvSpPr/>
            <p:nvPr/>
          </p:nvSpPr>
          <p:spPr>
            <a:xfrm>
              <a:off x="9252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2" name="obj_16113"/>
            <p:cNvSpPr txBox="1"/>
            <p:nvPr/>
          </p:nvSpPr>
          <p:spPr>
            <a:xfrm>
              <a:off x="9252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2323" name="obj_16114"/>
            <p:cNvSpPr/>
            <p:nvPr/>
          </p:nvSpPr>
          <p:spPr>
            <a:xfrm>
              <a:off x="9398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4" name="obj_16115"/>
            <p:cNvSpPr/>
            <p:nvPr/>
          </p:nvSpPr>
          <p:spPr>
            <a:xfrm>
              <a:off x="9437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5" name="obj_16116"/>
            <p:cNvSpPr/>
            <p:nvPr/>
          </p:nvSpPr>
          <p:spPr>
            <a:xfrm>
              <a:off x="9563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6" name="obj_16117"/>
            <p:cNvSpPr/>
            <p:nvPr/>
          </p:nvSpPr>
          <p:spPr>
            <a:xfrm>
              <a:off x="9602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7" name="obj_16118"/>
            <p:cNvSpPr/>
            <p:nvPr/>
          </p:nvSpPr>
          <p:spPr>
            <a:xfrm>
              <a:off x="9728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8" name="obj_16119"/>
            <p:cNvSpPr/>
            <p:nvPr/>
          </p:nvSpPr>
          <p:spPr>
            <a:xfrm>
              <a:off x="9767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9" name="obj_16120"/>
            <p:cNvSpPr/>
            <p:nvPr/>
          </p:nvSpPr>
          <p:spPr>
            <a:xfrm>
              <a:off x="9893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0" name="obj_16121"/>
            <p:cNvSpPr/>
            <p:nvPr/>
          </p:nvSpPr>
          <p:spPr>
            <a:xfrm>
              <a:off x="9932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1" name="obj_16122"/>
            <p:cNvSpPr/>
            <p:nvPr/>
          </p:nvSpPr>
          <p:spPr>
            <a:xfrm>
              <a:off x="10058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2" name="obj_16123"/>
            <p:cNvSpPr/>
            <p:nvPr/>
          </p:nvSpPr>
          <p:spPr>
            <a:xfrm>
              <a:off x="100838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3" name="obj_16124"/>
            <p:cNvSpPr/>
            <p:nvPr/>
          </p:nvSpPr>
          <p:spPr>
            <a:xfrm>
              <a:off x="10223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4" name="obj_16125"/>
            <p:cNvSpPr/>
            <p:nvPr/>
          </p:nvSpPr>
          <p:spPr>
            <a:xfrm>
              <a:off x="10388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5" name="obj_16126"/>
            <p:cNvSpPr/>
            <p:nvPr/>
          </p:nvSpPr>
          <p:spPr>
            <a:xfrm>
              <a:off x="10553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6" name="obj_16127"/>
            <p:cNvSpPr/>
            <p:nvPr/>
          </p:nvSpPr>
          <p:spPr>
            <a:xfrm>
              <a:off x="10718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7" name="obj_16128"/>
            <p:cNvSpPr/>
            <p:nvPr/>
          </p:nvSpPr>
          <p:spPr>
            <a:xfrm>
              <a:off x="10883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8" name="obj_16129"/>
            <p:cNvSpPr/>
            <p:nvPr/>
          </p:nvSpPr>
          <p:spPr>
            <a:xfrm>
              <a:off x="10909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9" name="obj_16130"/>
            <p:cNvSpPr/>
            <p:nvPr/>
          </p:nvSpPr>
          <p:spPr>
            <a:xfrm>
              <a:off x="11049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0" name="obj_16131"/>
            <p:cNvSpPr/>
            <p:nvPr/>
          </p:nvSpPr>
          <p:spPr>
            <a:xfrm>
              <a:off x="11088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1" name="obj_16132"/>
            <p:cNvSpPr/>
            <p:nvPr/>
          </p:nvSpPr>
          <p:spPr>
            <a:xfrm>
              <a:off x="11214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2" name="obj_16133"/>
            <p:cNvSpPr/>
            <p:nvPr/>
          </p:nvSpPr>
          <p:spPr>
            <a:xfrm>
              <a:off x="112395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3" name="obj_16134"/>
            <p:cNvSpPr/>
            <p:nvPr/>
          </p:nvSpPr>
          <p:spPr>
            <a:xfrm>
              <a:off x="11233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4" name="obj_16135"/>
            <p:cNvSpPr txBox="1"/>
            <p:nvPr/>
          </p:nvSpPr>
          <p:spPr>
            <a:xfrm>
              <a:off x="11233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2345" name="obj_16136"/>
            <p:cNvSpPr/>
            <p:nvPr/>
          </p:nvSpPr>
          <p:spPr>
            <a:xfrm>
              <a:off x="11379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6" name="obj_16137"/>
            <p:cNvSpPr/>
            <p:nvPr/>
          </p:nvSpPr>
          <p:spPr>
            <a:xfrm>
              <a:off x="9067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7" name="obj_16138"/>
            <p:cNvSpPr/>
            <p:nvPr/>
          </p:nvSpPr>
          <p:spPr>
            <a:xfrm>
              <a:off x="9107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8" name="obj_16139"/>
            <p:cNvSpPr/>
            <p:nvPr/>
          </p:nvSpPr>
          <p:spPr>
            <a:xfrm>
              <a:off x="9232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9" name="obj_16140"/>
            <p:cNvSpPr/>
            <p:nvPr/>
          </p:nvSpPr>
          <p:spPr>
            <a:xfrm>
              <a:off x="9272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0" name="obj_16141"/>
            <p:cNvSpPr/>
            <p:nvPr/>
          </p:nvSpPr>
          <p:spPr>
            <a:xfrm>
              <a:off x="9398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1" name="obj_16142"/>
            <p:cNvSpPr/>
            <p:nvPr/>
          </p:nvSpPr>
          <p:spPr>
            <a:xfrm>
              <a:off x="9437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2" name="obj_16143"/>
            <p:cNvSpPr/>
            <p:nvPr/>
          </p:nvSpPr>
          <p:spPr>
            <a:xfrm>
              <a:off x="9563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3" name="obj_16144"/>
            <p:cNvSpPr/>
            <p:nvPr/>
          </p:nvSpPr>
          <p:spPr>
            <a:xfrm>
              <a:off x="9602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4" name="obj_16145"/>
            <p:cNvSpPr/>
            <p:nvPr/>
          </p:nvSpPr>
          <p:spPr>
            <a:xfrm>
              <a:off x="9728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5" name="obj_16146"/>
            <p:cNvSpPr/>
            <p:nvPr/>
          </p:nvSpPr>
          <p:spPr>
            <a:xfrm>
              <a:off x="9767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6" name="obj_16147"/>
            <p:cNvSpPr/>
            <p:nvPr/>
          </p:nvSpPr>
          <p:spPr>
            <a:xfrm>
              <a:off x="9893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7" name="obj_16148"/>
            <p:cNvSpPr/>
            <p:nvPr/>
          </p:nvSpPr>
          <p:spPr>
            <a:xfrm>
              <a:off x="9932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8" name="obj_16149"/>
            <p:cNvSpPr/>
            <p:nvPr/>
          </p:nvSpPr>
          <p:spPr>
            <a:xfrm>
              <a:off x="10058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9" name="obj_16150"/>
            <p:cNvSpPr/>
            <p:nvPr/>
          </p:nvSpPr>
          <p:spPr>
            <a:xfrm>
              <a:off x="10083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0" name="obj_16151"/>
            <p:cNvSpPr/>
            <p:nvPr/>
          </p:nvSpPr>
          <p:spPr>
            <a:xfrm>
              <a:off x="10223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1" name="obj_16152"/>
            <p:cNvSpPr/>
            <p:nvPr/>
          </p:nvSpPr>
          <p:spPr>
            <a:xfrm>
              <a:off x="10248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2" name="obj_16153"/>
            <p:cNvSpPr/>
            <p:nvPr/>
          </p:nvSpPr>
          <p:spPr>
            <a:xfrm>
              <a:off x="10388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3" name="obj_16154"/>
            <p:cNvSpPr/>
            <p:nvPr/>
          </p:nvSpPr>
          <p:spPr>
            <a:xfrm>
              <a:off x="10414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4" name="obj_16155"/>
            <p:cNvSpPr/>
            <p:nvPr/>
          </p:nvSpPr>
          <p:spPr>
            <a:xfrm>
              <a:off x="10553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5" name="obj_16156"/>
            <p:cNvSpPr/>
            <p:nvPr/>
          </p:nvSpPr>
          <p:spPr>
            <a:xfrm>
              <a:off x="10579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6" name="obj_16157"/>
            <p:cNvSpPr/>
            <p:nvPr/>
          </p:nvSpPr>
          <p:spPr>
            <a:xfrm>
              <a:off x="10718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7" name="obj_16158"/>
            <p:cNvSpPr/>
            <p:nvPr/>
          </p:nvSpPr>
          <p:spPr>
            <a:xfrm>
              <a:off x="10744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8" name="obj_16159"/>
            <p:cNvSpPr/>
            <p:nvPr/>
          </p:nvSpPr>
          <p:spPr>
            <a:xfrm>
              <a:off x="10883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9" name="obj_16160"/>
            <p:cNvSpPr/>
            <p:nvPr/>
          </p:nvSpPr>
          <p:spPr>
            <a:xfrm>
              <a:off x="10909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0" name="obj_16161"/>
            <p:cNvSpPr/>
            <p:nvPr/>
          </p:nvSpPr>
          <p:spPr>
            <a:xfrm>
              <a:off x="11049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1" name="obj_16162"/>
            <p:cNvSpPr/>
            <p:nvPr/>
          </p:nvSpPr>
          <p:spPr>
            <a:xfrm>
              <a:off x="11088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2" name="obj_16163"/>
            <p:cNvSpPr/>
            <p:nvPr/>
          </p:nvSpPr>
          <p:spPr>
            <a:xfrm>
              <a:off x="11214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3" name="obj_16164"/>
            <p:cNvSpPr/>
            <p:nvPr/>
          </p:nvSpPr>
          <p:spPr>
            <a:xfrm>
              <a:off x="11253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4" name="obj_16165"/>
            <p:cNvSpPr/>
            <p:nvPr/>
          </p:nvSpPr>
          <p:spPr>
            <a:xfrm>
              <a:off x="11379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5" name="obj_16166"/>
            <p:cNvSpPr/>
            <p:nvPr/>
          </p:nvSpPr>
          <p:spPr>
            <a:xfrm>
              <a:off x="11404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6" name="obj_16167"/>
            <p:cNvSpPr/>
            <p:nvPr/>
          </p:nvSpPr>
          <p:spPr>
            <a:xfrm>
              <a:off x="9067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7" name="obj_16168"/>
            <p:cNvSpPr/>
            <p:nvPr/>
          </p:nvSpPr>
          <p:spPr>
            <a:xfrm>
              <a:off x="90932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8" name="obj_16169"/>
            <p:cNvSpPr/>
            <p:nvPr/>
          </p:nvSpPr>
          <p:spPr>
            <a:xfrm>
              <a:off x="9232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9" name="obj_16170"/>
            <p:cNvSpPr/>
            <p:nvPr/>
          </p:nvSpPr>
          <p:spPr>
            <a:xfrm>
              <a:off x="9272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0" name="obj_16171"/>
            <p:cNvSpPr/>
            <p:nvPr/>
          </p:nvSpPr>
          <p:spPr>
            <a:xfrm>
              <a:off x="9398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1" name="obj_16172"/>
            <p:cNvSpPr/>
            <p:nvPr/>
          </p:nvSpPr>
          <p:spPr>
            <a:xfrm>
              <a:off x="9437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2" name="obj_16173"/>
            <p:cNvSpPr/>
            <p:nvPr/>
          </p:nvSpPr>
          <p:spPr>
            <a:xfrm>
              <a:off x="9563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3" name="obj_16174"/>
            <p:cNvSpPr/>
            <p:nvPr/>
          </p:nvSpPr>
          <p:spPr>
            <a:xfrm>
              <a:off x="9602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4" name="obj_16175"/>
            <p:cNvSpPr/>
            <p:nvPr/>
          </p:nvSpPr>
          <p:spPr>
            <a:xfrm>
              <a:off x="9728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5" name="obj_16176"/>
            <p:cNvSpPr/>
            <p:nvPr/>
          </p:nvSpPr>
          <p:spPr>
            <a:xfrm>
              <a:off x="9767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6" name="obj_16177"/>
            <p:cNvSpPr/>
            <p:nvPr/>
          </p:nvSpPr>
          <p:spPr>
            <a:xfrm>
              <a:off x="9893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7" name="obj_16178"/>
            <p:cNvSpPr/>
            <p:nvPr/>
          </p:nvSpPr>
          <p:spPr>
            <a:xfrm>
              <a:off x="9932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8" name="obj_16179"/>
            <p:cNvSpPr/>
            <p:nvPr/>
          </p:nvSpPr>
          <p:spPr>
            <a:xfrm>
              <a:off x="10058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9" name="obj_16180"/>
            <p:cNvSpPr/>
            <p:nvPr/>
          </p:nvSpPr>
          <p:spPr>
            <a:xfrm>
              <a:off x="10098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0" name="obj_16181"/>
            <p:cNvSpPr/>
            <p:nvPr/>
          </p:nvSpPr>
          <p:spPr>
            <a:xfrm>
              <a:off x="10223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1" name="obj_16182"/>
            <p:cNvSpPr/>
            <p:nvPr/>
          </p:nvSpPr>
          <p:spPr>
            <a:xfrm>
              <a:off x="102631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2" name="obj_16183"/>
            <p:cNvSpPr/>
            <p:nvPr/>
          </p:nvSpPr>
          <p:spPr>
            <a:xfrm>
              <a:off x="10388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3" name="obj_16184"/>
            <p:cNvSpPr/>
            <p:nvPr/>
          </p:nvSpPr>
          <p:spPr>
            <a:xfrm>
              <a:off x="104282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4" name="obj_16185"/>
            <p:cNvSpPr/>
            <p:nvPr/>
          </p:nvSpPr>
          <p:spPr>
            <a:xfrm>
              <a:off x="10553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5" name="obj_16186"/>
            <p:cNvSpPr/>
            <p:nvPr/>
          </p:nvSpPr>
          <p:spPr>
            <a:xfrm>
              <a:off x="105933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6" name="obj_16187"/>
            <p:cNvSpPr/>
            <p:nvPr/>
          </p:nvSpPr>
          <p:spPr>
            <a:xfrm>
              <a:off x="10718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7" name="obj_16188"/>
            <p:cNvSpPr/>
            <p:nvPr/>
          </p:nvSpPr>
          <p:spPr>
            <a:xfrm>
              <a:off x="10758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8" name="obj_16189"/>
            <p:cNvSpPr/>
            <p:nvPr/>
          </p:nvSpPr>
          <p:spPr>
            <a:xfrm>
              <a:off x="10883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9" name="obj_16190"/>
            <p:cNvSpPr/>
            <p:nvPr/>
          </p:nvSpPr>
          <p:spPr>
            <a:xfrm>
              <a:off x="10923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0" name="obj_16191"/>
            <p:cNvSpPr/>
            <p:nvPr/>
          </p:nvSpPr>
          <p:spPr>
            <a:xfrm>
              <a:off x="11049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1" name="obj_16192"/>
            <p:cNvSpPr/>
            <p:nvPr/>
          </p:nvSpPr>
          <p:spPr>
            <a:xfrm>
              <a:off x="11088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2" name="obj_16193"/>
            <p:cNvSpPr/>
            <p:nvPr/>
          </p:nvSpPr>
          <p:spPr>
            <a:xfrm>
              <a:off x="11214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3" name="obj_16194"/>
            <p:cNvSpPr/>
            <p:nvPr/>
          </p:nvSpPr>
          <p:spPr>
            <a:xfrm>
              <a:off x="11253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4" name="obj_16195"/>
            <p:cNvSpPr/>
            <p:nvPr/>
          </p:nvSpPr>
          <p:spPr>
            <a:xfrm>
              <a:off x="11379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5" name="obj_16196"/>
            <p:cNvSpPr/>
            <p:nvPr/>
          </p:nvSpPr>
          <p:spPr>
            <a:xfrm>
              <a:off x="114046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6" name="obj_16197"/>
            <p:cNvSpPr/>
            <p:nvPr/>
          </p:nvSpPr>
          <p:spPr>
            <a:xfrm>
              <a:off x="9067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7" name="obj_16198"/>
            <p:cNvSpPr/>
            <p:nvPr/>
          </p:nvSpPr>
          <p:spPr>
            <a:xfrm>
              <a:off x="9232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8" name="obj_16199"/>
            <p:cNvSpPr/>
            <p:nvPr/>
          </p:nvSpPr>
          <p:spPr>
            <a:xfrm>
              <a:off x="92583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9" name="obj_16200"/>
            <p:cNvSpPr/>
            <p:nvPr/>
          </p:nvSpPr>
          <p:spPr>
            <a:xfrm>
              <a:off x="9398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0" name="obj_16201"/>
            <p:cNvSpPr/>
            <p:nvPr/>
          </p:nvSpPr>
          <p:spPr>
            <a:xfrm>
              <a:off x="9563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1" name="obj_16202"/>
            <p:cNvSpPr/>
            <p:nvPr/>
          </p:nvSpPr>
          <p:spPr>
            <a:xfrm>
              <a:off x="9728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2" name="obj_16203"/>
            <p:cNvSpPr/>
            <p:nvPr/>
          </p:nvSpPr>
          <p:spPr>
            <a:xfrm>
              <a:off x="97536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3" name="obj_16204"/>
            <p:cNvSpPr/>
            <p:nvPr/>
          </p:nvSpPr>
          <p:spPr>
            <a:xfrm>
              <a:off x="9893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4" name="obj_16205"/>
            <p:cNvSpPr/>
            <p:nvPr/>
          </p:nvSpPr>
          <p:spPr>
            <a:xfrm>
              <a:off x="99187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5" name="obj_16206"/>
            <p:cNvSpPr/>
            <p:nvPr/>
          </p:nvSpPr>
          <p:spPr>
            <a:xfrm>
              <a:off x="10058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6" name="obj_16207"/>
            <p:cNvSpPr/>
            <p:nvPr/>
          </p:nvSpPr>
          <p:spPr>
            <a:xfrm>
              <a:off x="100838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7" name="obj_16208"/>
            <p:cNvSpPr/>
            <p:nvPr/>
          </p:nvSpPr>
          <p:spPr>
            <a:xfrm>
              <a:off x="10223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8" name="obj_16209"/>
            <p:cNvSpPr/>
            <p:nvPr/>
          </p:nvSpPr>
          <p:spPr>
            <a:xfrm>
              <a:off x="10388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9" name="obj_16210"/>
            <p:cNvSpPr/>
            <p:nvPr/>
          </p:nvSpPr>
          <p:spPr>
            <a:xfrm>
              <a:off x="104140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0" name="obj_16211"/>
            <p:cNvSpPr/>
            <p:nvPr/>
          </p:nvSpPr>
          <p:spPr>
            <a:xfrm>
              <a:off x="10553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1" name="obj_16212"/>
            <p:cNvSpPr/>
            <p:nvPr/>
          </p:nvSpPr>
          <p:spPr>
            <a:xfrm>
              <a:off x="105791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2" name="obj_16213"/>
            <p:cNvSpPr/>
            <p:nvPr/>
          </p:nvSpPr>
          <p:spPr>
            <a:xfrm>
              <a:off x="10718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3" name="obj_16214"/>
            <p:cNvSpPr/>
            <p:nvPr/>
          </p:nvSpPr>
          <p:spPr>
            <a:xfrm>
              <a:off x="10883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4" name="obj_16215"/>
            <p:cNvSpPr/>
            <p:nvPr/>
          </p:nvSpPr>
          <p:spPr>
            <a:xfrm>
              <a:off x="11049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5" name="obj_16216"/>
            <p:cNvSpPr/>
            <p:nvPr/>
          </p:nvSpPr>
          <p:spPr>
            <a:xfrm>
              <a:off x="110744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6" name="obj_16217"/>
            <p:cNvSpPr/>
            <p:nvPr/>
          </p:nvSpPr>
          <p:spPr>
            <a:xfrm>
              <a:off x="11214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7" name="obj_16218"/>
            <p:cNvSpPr/>
            <p:nvPr/>
          </p:nvSpPr>
          <p:spPr>
            <a:xfrm>
              <a:off x="112395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8" name="obj_16219"/>
            <p:cNvSpPr/>
            <p:nvPr/>
          </p:nvSpPr>
          <p:spPr>
            <a:xfrm>
              <a:off x="11379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9" name="obj_16220"/>
            <p:cNvSpPr/>
            <p:nvPr/>
          </p:nvSpPr>
          <p:spPr>
            <a:xfrm>
              <a:off x="9067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0" name="obj_16221"/>
            <p:cNvSpPr/>
            <p:nvPr/>
          </p:nvSpPr>
          <p:spPr>
            <a:xfrm>
              <a:off x="9232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1" name="obj_16222"/>
            <p:cNvSpPr/>
            <p:nvPr/>
          </p:nvSpPr>
          <p:spPr>
            <a:xfrm>
              <a:off x="9398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2" name="obj_16223"/>
            <p:cNvSpPr/>
            <p:nvPr/>
          </p:nvSpPr>
          <p:spPr>
            <a:xfrm>
              <a:off x="9563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3" name="obj_16224"/>
            <p:cNvSpPr/>
            <p:nvPr/>
          </p:nvSpPr>
          <p:spPr>
            <a:xfrm>
              <a:off x="9728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4" name="obj_16225"/>
            <p:cNvSpPr/>
            <p:nvPr/>
          </p:nvSpPr>
          <p:spPr>
            <a:xfrm>
              <a:off x="9893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5" name="obj_16226"/>
            <p:cNvSpPr/>
            <p:nvPr/>
          </p:nvSpPr>
          <p:spPr>
            <a:xfrm>
              <a:off x="10058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6" name="obj_16227"/>
            <p:cNvSpPr/>
            <p:nvPr/>
          </p:nvSpPr>
          <p:spPr>
            <a:xfrm>
              <a:off x="10223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7" name="obj_16228"/>
            <p:cNvSpPr/>
            <p:nvPr/>
          </p:nvSpPr>
          <p:spPr>
            <a:xfrm>
              <a:off x="10388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8" name="obj_16229"/>
            <p:cNvSpPr/>
            <p:nvPr/>
          </p:nvSpPr>
          <p:spPr>
            <a:xfrm>
              <a:off x="10553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9" name="obj_16230"/>
            <p:cNvSpPr/>
            <p:nvPr/>
          </p:nvSpPr>
          <p:spPr>
            <a:xfrm>
              <a:off x="10718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0" name="obj_16231"/>
            <p:cNvSpPr/>
            <p:nvPr/>
          </p:nvSpPr>
          <p:spPr>
            <a:xfrm>
              <a:off x="10883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1" name="obj_16232"/>
            <p:cNvSpPr/>
            <p:nvPr/>
          </p:nvSpPr>
          <p:spPr>
            <a:xfrm>
              <a:off x="11049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2" name="obj_16233"/>
            <p:cNvSpPr/>
            <p:nvPr/>
          </p:nvSpPr>
          <p:spPr>
            <a:xfrm>
              <a:off x="11214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3" name="obj_16234"/>
            <p:cNvSpPr/>
            <p:nvPr/>
          </p:nvSpPr>
          <p:spPr>
            <a:xfrm>
              <a:off x="11379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4" name="obj_16235"/>
            <p:cNvSpPr/>
            <p:nvPr/>
          </p:nvSpPr>
          <p:spPr>
            <a:xfrm>
              <a:off x="9067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5" name="obj_16236"/>
            <p:cNvSpPr/>
            <p:nvPr/>
          </p:nvSpPr>
          <p:spPr>
            <a:xfrm>
              <a:off x="9232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6" name="obj_16237"/>
            <p:cNvSpPr/>
            <p:nvPr/>
          </p:nvSpPr>
          <p:spPr>
            <a:xfrm>
              <a:off x="9398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7" name="obj_16238"/>
            <p:cNvSpPr/>
            <p:nvPr/>
          </p:nvSpPr>
          <p:spPr>
            <a:xfrm>
              <a:off x="9563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8" name="obj_16239"/>
            <p:cNvSpPr/>
            <p:nvPr/>
          </p:nvSpPr>
          <p:spPr>
            <a:xfrm>
              <a:off x="9728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9" name="obj_16240"/>
            <p:cNvSpPr/>
            <p:nvPr/>
          </p:nvSpPr>
          <p:spPr>
            <a:xfrm>
              <a:off x="9893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0" name="obj_16241"/>
            <p:cNvSpPr/>
            <p:nvPr/>
          </p:nvSpPr>
          <p:spPr>
            <a:xfrm>
              <a:off x="10058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1" name="obj_16242"/>
            <p:cNvSpPr/>
            <p:nvPr/>
          </p:nvSpPr>
          <p:spPr>
            <a:xfrm>
              <a:off x="10223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2" name="obj_16243"/>
            <p:cNvSpPr/>
            <p:nvPr/>
          </p:nvSpPr>
          <p:spPr>
            <a:xfrm>
              <a:off x="10388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3" name="obj_16244"/>
            <p:cNvSpPr/>
            <p:nvPr/>
          </p:nvSpPr>
          <p:spPr>
            <a:xfrm>
              <a:off x="10553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4" name="obj_16245"/>
            <p:cNvSpPr/>
            <p:nvPr/>
          </p:nvSpPr>
          <p:spPr>
            <a:xfrm>
              <a:off x="10718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5" name="obj_16246"/>
            <p:cNvSpPr/>
            <p:nvPr/>
          </p:nvSpPr>
          <p:spPr>
            <a:xfrm>
              <a:off x="10883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6" name="obj_16247"/>
            <p:cNvSpPr/>
            <p:nvPr/>
          </p:nvSpPr>
          <p:spPr>
            <a:xfrm>
              <a:off x="11049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7" name="obj_16248"/>
            <p:cNvSpPr/>
            <p:nvPr/>
          </p:nvSpPr>
          <p:spPr>
            <a:xfrm>
              <a:off x="11214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8" name="obj_16249"/>
            <p:cNvSpPr/>
            <p:nvPr/>
          </p:nvSpPr>
          <p:spPr>
            <a:xfrm>
              <a:off x="11379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9" name="obj_16250"/>
            <p:cNvSpPr txBox="1"/>
            <p:nvPr/>
          </p:nvSpPr>
          <p:spPr>
            <a:xfrm>
              <a:off x="8991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40</a:t>
              </a:r>
            </a:p>
          </p:txBody>
        </p:sp>
        <p:sp>
          <p:nvSpPr>
            <p:cNvPr id="2460" name="obj_16251"/>
            <p:cNvSpPr txBox="1"/>
            <p:nvPr/>
          </p:nvSpPr>
          <p:spPr>
            <a:xfrm>
              <a:off x="8991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2461" name="obj_16252"/>
            <p:cNvSpPr txBox="1"/>
            <p:nvPr/>
          </p:nvSpPr>
          <p:spPr>
            <a:xfrm>
              <a:off x="609600" y="5499100"/>
              <a:ext cx="10985500" cy="3175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Синхронный кадр 40: завершившиеся поиски сохраняют итог</a:t>
              </a:r>
            </a:p>
          </p:txBody>
        </p:sp>
      </p:grpSp>
      <p:grpSp>
        <p:nvGrpSpPr>
          <p:cNvPr id="5" name="comparison_60"/>
          <p:cNvGrpSpPr/>
          <p:nvPr/>
        </p:nvGrpSpPr>
        <p:grpSpPr>
          <a:xfrm>
            <a:off x="368300" y="1625600"/>
            <a:ext cx="11341100" cy="4254500"/>
            <a:chOff x="368300" y="1625600"/>
            <a:chExt cx="11341100" cy="4254500"/>
          </a:xfrm>
        </p:grpSpPr>
        <p:sp>
          <p:nvSpPr>
            <p:cNvPr id="2462" name="obj_16254"/>
            <p:cNvSpPr/>
            <p:nvPr/>
          </p:nvSpPr>
          <p:spPr>
            <a:xfrm>
              <a:off x="482600" y="16256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3" name="obj_16255"/>
            <p:cNvSpPr txBox="1"/>
            <p:nvPr/>
          </p:nvSpPr>
          <p:spPr>
            <a:xfrm>
              <a:off x="609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BFS</a:t>
              </a:r>
            </a:p>
          </p:txBody>
        </p:sp>
        <p:sp>
          <p:nvSpPr>
            <p:cNvPr id="2464" name="obj_16256"/>
            <p:cNvSpPr/>
            <p:nvPr/>
          </p:nvSpPr>
          <p:spPr>
            <a:xfrm>
              <a:off x="368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5" name="obj_16257"/>
            <p:cNvSpPr/>
            <p:nvPr/>
          </p:nvSpPr>
          <p:spPr>
            <a:xfrm>
              <a:off x="685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6" name="obj_16258"/>
            <p:cNvSpPr/>
            <p:nvPr/>
          </p:nvSpPr>
          <p:spPr>
            <a:xfrm>
              <a:off x="7254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7" name="obj_16259"/>
            <p:cNvSpPr/>
            <p:nvPr/>
          </p:nvSpPr>
          <p:spPr>
            <a:xfrm>
              <a:off x="850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8" name="obj_16260"/>
            <p:cNvSpPr/>
            <p:nvPr/>
          </p:nvSpPr>
          <p:spPr>
            <a:xfrm>
              <a:off x="8905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9" name="obj_16261"/>
            <p:cNvSpPr/>
            <p:nvPr/>
          </p:nvSpPr>
          <p:spPr>
            <a:xfrm>
              <a:off x="1016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0" name="obj_16262"/>
            <p:cNvSpPr/>
            <p:nvPr/>
          </p:nvSpPr>
          <p:spPr>
            <a:xfrm>
              <a:off x="10556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1" name="obj_16263"/>
            <p:cNvSpPr/>
            <p:nvPr/>
          </p:nvSpPr>
          <p:spPr>
            <a:xfrm>
              <a:off x="1181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2" name="obj_16264"/>
            <p:cNvSpPr/>
            <p:nvPr/>
          </p:nvSpPr>
          <p:spPr>
            <a:xfrm>
              <a:off x="12065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3" name="obj_16265"/>
            <p:cNvSpPr/>
            <p:nvPr/>
          </p:nvSpPr>
          <p:spPr>
            <a:xfrm>
              <a:off x="1346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4" name="obj_16266"/>
            <p:cNvSpPr/>
            <p:nvPr/>
          </p:nvSpPr>
          <p:spPr>
            <a:xfrm>
              <a:off x="1511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5" name="obj_16267"/>
            <p:cNvSpPr/>
            <p:nvPr/>
          </p:nvSpPr>
          <p:spPr>
            <a:xfrm>
              <a:off x="1676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6" name="obj_16268"/>
            <p:cNvSpPr/>
            <p:nvPr/>
          </p:nvSpPr>
          <p:spPr>
            <a:xfrm>
              <a:off x="1841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7" name="obj_16269"/>
            <p:cNvSpPr/>
            <p:nvPr/>
          </p:nvSpPr>
          <p:spPr>
            <a:xfrm>
              <a:off x="2006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8" name="obj_16270"/>
            <p:cNvSpPr/>
            <p:nvPr/>
          </p:nvSpPr>
          <p:spPr>
            <a:xfrm>
              <a:off x="2171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9" name="obj_16271"/>
            <p:cNvSpPr/>
            <p:nvPr/>
          </p:nvSpPr>
          <p:spPr>
            <a:xfrm>
              <a:off x="2336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0" name="obj_16272"/>
            <p:cNvSpPr/>
            <p:nvPr/>
          </p:nvSpPr>
          <p:spPr>
            <a:xfrm>
              <a:off x="2501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1" name="obj_16273"/>
            <p:cNvSpPr/>
            <p:nvPr/>
          </p:nvSpPr>
          <p:spPr>
            <a:xfrm>
              <a:off x="2667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2" name="obj_16274"/>
            <p:cNvSpPr/>
            <p:nvPr/>
          </p:nvSpPr>
          <p:spPr>
            <a:xfrm>
              <a:off x="2832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3" name="obj_16275"/>
            <p:cNvSpPr/>
            <p:nvPr/>
          </p:nvSpPr>
          <p:spPr>
            <a:xfrm>
              <a:off x="2997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4" name="obj_16276"/>
            <p:cNvSpPr/>
            <p:nvPr/>
          </p:nvSpPr>
          <p:spPr>
            <a:xfrm>
              <a:off x="685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5" name="obj_16277"/>
            <p:cNvSpPr/>
            <p:nvPr/>
          </p:nvSpPr>
          <p:spPr>
            <a:xfrm>
              <a:off x="7254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6" name="obj_16278"/>
            <p:cNvSpPr/>
            <p:nvPr/>
          </p:nvSpPr>
          <p:spPr>
            <a:xfrm>
              <a:off x="850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7" name="obj_16279"/>
            <p:cNvSpPr/>
            <p:nvPr/>
          </p:nvSpPr>
          <p:spPr>
            <a:xfrm>
              <a:off x="8905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8" name="obj_16280"/>
            <p:cNvSpPr/>
            <p:nvPr/>
          </p:nvSpPr>
          <p:spPr>
            <a:xfrm>
              <a:off x="1016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9" name="obj_16281"/>
            <p:cNvSpPr/>
            <p:nvPr/>
          </p:nvSpPr>
          <p:spPr>
            <a:xfrm>
              <a:off x="10556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0" name="obj_16282"/>
            <p:cNvSpPr/>
            <p:nvPr/>
          </p:nvSpPr>
          <p:spPr>
            <a:xfrm>
              <a:off x="1181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1" name="obj_16283"/>
            <p:cNvSpPr/>
            <p:nvPr/>
          </p:nvSpPr>
          <p:spPr>
            <a:xfrm>
              <a:off x="12207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2" name="obj_16284"/>
            <p:cNvSpPr/>
            <p:nvPr/>
          </p:nvSpPr>
          <p:spPr>
            <a:xfrm>
              <a:off x="1346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3" name="obj_16285"/>
            <p:cNvSpPr/>
            <p:nvPr/>
          </p:nvSpPr>
          <p:spPr>
            <a:xfrm>
              <a:off x="13716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4" name="obj_16286"/>
            <p:cNvSpPr/>
            <p:nvPr/>
          </p:nvSpPr>
          <p:spPr>
            <a:xfrm>
              <a:off x="1511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5" name="obj_16287"/>
            <p:cNvSpPr/>
            <p:nvPr/>
          </p:nvSpPr>
          <p:spPr>
            <a:xfrm>
              <a:off x="1676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6" name="obj_16288"/>
            <p:cNvSpPr/>
            <p:nvPr/>
          </p:nvSpPr>
          <p:spPr>
            <a:xfrm>
              <a:off x="1841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7" name="obj_16289"/>
            <p:cNvSpPr/>
            <p:nvPr/>
          </p:nvSpPr>
          <p:spPr>
            <a:xfrm>
              <a:off x="2006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8" name="obj_16290"/>
            <p:cNvSpPr/>
            <p:nvPr/>
          </p:nvSpPr>
          <p:spPr>
            <a:xfrm>
              <a:off x="2171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9" name="obj_16291"/>
            <p:cNvSpPr/>
            <p:nvPr/>
          </p:nvSpPr>
          <p:spPr>
            <a:xfrm>
              <a:off x="2336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0" name="obj_16292"/>
            <p:cNvSpPr/>
            <p:nvPr/>
          </p:nvSpPr>
          <p:spPr>
            <a:xfrm>
              <a:off x="2501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1" name="obj_16293"/>
            <p:cNvSpPr/>
            <p:nvPr/>
          </p:nvSpPr>
          <p:spPr>
            <a:xfrm>
              <a:off x="2667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2" name="obj_16294"/>
            <p:cNvSpPr/>
            <p:nvPr/>
          </p:nvSpPr>
          <p:spPr>
            <a:xfrm>
              <a:off x="2832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3" name="obj_16295"/>
            <p:cNvSpPr/>
            <p:nvPr/>
          </p:nvSpPr>
          <p:spPr>
            <a:xfrm>
              <a:off x="2997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4" name="obj_16296"/>
            <p:cNvSpPr/>
            <p:nvPr/>
          </p:nvSpPr>
          <p:spPr>
            <a:xfrm>
              <a:off x="685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5" name="obj_16297"/>
            <p:cNvSpPr/>
            <p:nvPr/>
          </p:nvSpPr>
          <p:spPr>
            <a:xfrm>
              <a:off x="7254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6" name="obj_16298"/>
            <p:cNvSpPr/>
            <p:nvPr/>
          </p:nvSpPr>
          <p:spPr>
            <a:xfrm>
              <a:off x="850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7" name="obj_16299"/>
            <p:cNvSpPr/>
            <p:nvPr/>
          </p:nvSpPr>
          <p:spPr>
            <a:xfrm>
              <a:off x="890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8" name="obj_16300"/>
            <p:cNvSpPr/>
            <p:nvPr/>
          </p:nvSpPr>
          <p:spPr>
            <a:xfrm>
              <a:off x="1016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9" name="obj_16301"/>
            <p:cNvSpPr/>
            <p:nvPr/>
          </p:nvSpPr>
          <p:spPr>
            <a:xfrm>
              <a:off x="1181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0" name="obj_16302"/>
            <p:cNvSpPr/>
            <p:nvPr/>
          </p:nvSpPr>
          <p:spPr>
            <a:xfrm>
              <a:off x="1346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1" name="obj_16303"/>
            <p:cNvSpPr/>
            <p:nvPr/>
          </p:nvSpPr>
          <p:spPr>
            <a:xfrm>
              <a:off x="13858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2" name="obj_16304"/>
            <p:cNvSpPr/>
            <p:nvPr/>
          </p:nvSpPr>
          <p:spPr>
            <a:xfrm>
              <a:off x="1511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3" name="obj_16305"/>
            <p:cNvSpPr/>
            <p:nvPr/>
          </p:nvSpPr>
          <p:spPr>
            <a:xfrm>
              <a:off x="15367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4" name="obj_16306"/>
            <p:cNvSpPr/>
            <p:nvPr/>
          </p:nvSpPr>
          <p:spPr>
            <a:xfrm>
              <a:off x="1676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5" name="obj_16307"/>
            <p:cNvSpPr/>
            <p:nvPr/>
          </p:nvSpPr>
          <p:spPr>
            <a:xfrm>
              <a:off x="17018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6" name="obj_16308"/>
            <p:cNvSpPr/>
            <p:nvPr/>
          </p:nvSpPr>
          <p:spPr>
            <a:xfrm>
              <a:off x="1841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7" name="obj_16309"/>
            <p:cNvSpPr/>
            <p:nvPr/>
          </p:nvSpPr>
          <p:spPr>
            <a:xfrm>
              <a:off x="2006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8" name="obj_16310"/>
            <p:cNvSpPr/>
            <p:nvPr/>
          </p:nvSpPr>
          <p:spPr>
            <a:xfrm>
              <a:off x="2171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9" name="obj_16311"/>
            <p:cNvSpPr/>
            <p:nvPr/>
          </p:nvSpPr>
          <p:spPr>
            <a:xfrm>
              <a:off x="2336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0" name="obj_16312"/>
            <p:cNvSpPr/>
            <p:nvPr/>
          </p:nvSpPr>
          <p:spPr>
            <a:xfrm>
              <a:off x="2501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1" name="obj_16313"/>
            <p:cNvSpPr/>
            <p:nvPr/>
          </p:nvSpPr>
          <p:spPr>
            <a:xfrm>
              <a:off x="2667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2" name="obj_16314"/>
            <p:cNvSpPr/>
            <p:nvPr/>
          </p:nvSpPr>
          <p:spPr>
            <a:xfrm>
              <a:off x="2832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3" name="obj_16315"/>
            <p:cNvSpPr/>
            <p:nvPr/>
          </p:nvSpPr>
          <p:spPr>
            <a:xfrm>
              <a:off x="2997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4" name="obj_16316"/>
            <p:cNvSpPr/>
            <p:nvPr/>
          </p:nvSpPr>
          <p:spPr>
            <a:xfrm>
              <a:off x="685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5" name="obj_16317"/>
            <p:cNvSpPr/>
            <p:nvPr/>
          </p:nvSpPr>
          <p:spPr>
            <a:xfrm>
              <a:off x="725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6" name="obj_16318"/>
            <p:cNvSpPr/>
            <p:nvPr/>
          </p:nvSpPr>
          <p:spPr>
            <a:xfrm>
              <a:off x="850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7" name="obj_16319"/>
            <p:cNvSpPr/>
            <p:nvPr/>
          </p:nvSpPr>
          <p:spPr>
            <a:xfrm>
              <a:off x="890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8" name="obj_16320"/>
            <p:cNvSpPr/>
            <p:nvPr/>
          </p:nvSpPr>
          <p:spPr>
            <a:xfrm>
              <a:off x="1016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9" name="obj_16321"/>
            <p:cNvSpPr/>
            <p:nvPr/>
          </p:nvSpPr>
          <p:spPr>
            <a:xfrm>
              <a:off x="1055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0" name="obj_16322"/>
            <p:cNvSpPr/>
            <p:nvPr/>
          </p:nvSpPr>
          <p:spPr>
            <a:xfrm>
              <a:off x="1181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1" name="obj_16323"/>
            <p:cNvSpPr/>
            <p:nvPr/>
          </p:nvSpPr>
          <p:spPr>
            <a:xfrm>
              <a:off x="1220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2" name="obj_16324"/>
            <p:cNvSpPr/>
            <p:nvPr/>
          </p:nvSpPr>
          <p:spPr>
            <a:xfrm>
              <a:off x="1346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3" name="obj_16325"/>
            <p:cNvSpPr/>
            <p:nvPr/>
          </p:nvSpPr>
          <p:spPr>
            <a:xfrm>
              <a:off x="1385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4" name="obj_16326"/>
            <p:cNvSpPr/>
            <p:nvPr/>
          </p:nvSpPr>
          <p:spPr>
            <a:xfrm>
              <a:off x="1511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5" name="obj_16327"/>
            <p:cNvSpPr/>
            <p:nvPr/>
          </p:nvSpPr>
          <p:spPr>
            <a:xfrm>
              <a:off x="1550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6" name="obj_16328"/>
            <p:cNvSpPr/>
            <p:nvPr/>
          </p:nvSpPr>
          <p:spPr>
            <a:xfrm>
              <a:off x="1676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7" name="obj_16329"/>
            <p:cNvSpPr/>
            <p:nvPr/>
          </p:nvSpPr>
          <p:spPr>
            <a:xfrm>
              <a:off x="1716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8" name="obj_16330"/>
            <p:cNvSpPr/>
            <p:nvPr/>
          </p:nvSpPr>
          <p:spPr>
            <a:xfrm>
              <a:off x="1841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9" name="obj_16331"/>
            <p:cNvSpPr/>
            <p:nvPr/>
          </p:nvSpPr>
          <p:spPr>
            <a:xfrm>
              <a:off x="2006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0" name="obj_16332"/>
            <p:cNvSpPr/>
            <p:nvPr/>
          </p:nvSpPr>
          <p:spPr>
            <a:xfrm>
              <a:off x="2171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1" name="obj_16333"/>
            <p:cNvSpPr/>
            <p:nvPr/>
          </p:nvSpPr>
          <p:spPr>
            <a:xfrm>
              <a:off x="2336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2" name="obj_16334"/>
            <p:cNvSpPr/>
            <p:nvPr/>
          </p:nvSpPr>
          <p:spPr>
            <a:xfrm>
              <a:off x="2501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3" name="obj_16335"/>
            <p:cNvSpPr/>
            <p:nvPr/>
          </p:nvSpPr>
          <p:spPr>
            <a:xfrm>
              <a:off x="2667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4" name="obj_16336"/>
            <p:cNvSpPr/>
            <p:nvPr/>
          </p:nvSpPr>
          <p:spPr>
            <a:xfrm>
              <a:off x="2832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5" name="obj_16337"/>
            <p:cNvSpPr/>
            <p:nvPr/>
          </p:nvSpPr>
          <p:spPr>
            <a:xfrm>
              <a:off x="2997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6" name="obj_16338"/>
            <p:cNvSpPr/>
            <p:nvPr/>
          </p:nvSpPr>
          <p:spPr>
            <a:xfrm>
              <a:off x="685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7" name="obj_16339"/>
            <p:cNvSpPr/>
            <p:nvPr/>
          </p:nvSpPr>
          <p:spPr>
            <a:xfrm>
              <a:off x="725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8" name="obj_16340"/>
            <p:cNvSpPr/>
            <p:nvPr/>
          </p:nvSpPr>
          <p:spPr>
            <a:xfrm>
              <a:off x="850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9" name="obj_16341"/>
            <p:cNvSpPr/>
            <p:nvPr/>
          </p:nvSpPr>
          <p:spPr>
            <a:xfrm>
              <a:off x="890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0" name="obj_16342"/>
            <p:cNvSpPr/>
            <p:nvPr/>
          </p:nvSpPr>
          <p:spPr>
            <a:xfrm>
              <a:off x="1016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1" name="obj_16343"/>
            <p:cNvSpPr/>
            <p:nvPr/>
          </p:nvSpPr>
          <p:spPr>
            <a:xfrm>
              <a:off x="1055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2" name="obj_16344"/>
            <p:cNvSpPr/>
            <p:nvPr/>
          </p:nvSpPr>
          <p:spPr>
            <a:xfrm>
              <a:off x="1181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3" name="obj_16345"/>
            <p:cNvSpPr/>
            <p:nvPr/>
          </p:nvSpPr>
          <p:spPr>
            <a:xfrm>
              <a:off x="1220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4" name="obj_16346"/>
            <p:cNvSpPr/>
            <p:nvPr/>
          </p:nvSpPr>
          <p:spPr>
            <a:xfrm>
              <a:off x="1346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5" name="obj_16347"/>
            <p:cNvSpPr/>
            <p:nvPr/>
          </p:nvSpPr>
          <p:spPr>
            <a:xfrm>
              <a:off x="1385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6" name="obj_16348"/>
            <p:cNvSpPr/>
            <p:nvPr/>
          </p:nvSpPr>
          <p:spPr>
            <a:xfrm>
              <a:off x="1511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7" name="obj_16349"/>
            <p:cNvSpPr/>
            <p:nvPr/>
          </p:nvSpPr>
          <p:spPr>
            <a:xfrm>
              <a:off x="1550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8" name="obj_16350"/>
            <p:cNvSpPr/>
            <p:nvPr/>
          </p:nvSpPr>
          <p:spPr>
            <a:xfrm>
              <a:off x="1676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9" name="obj_16351"/>
            <p:cNvSpPr/>
            <p:nvPr/>
          </p:nvSpPr>
          <p:spPr>
            <a:xfrm>
              <a:off x="17160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0" name="obj_16352"/>
            <p:cNvSpPr/>
            <p:nvPr/>
          </p:nvSpPr>
          <p:spPr>
            <a:xfrm>
              <a:off x="1841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1" name="obj_16353"/>
            <p:cNvSpPr/>
            <p:nvPr/>
          </p:nvSpPr>
          <p:spPr>
            <a:xfrm>
              <a:off x="18811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2" name="obj_16354"/>
            <p:cNvSpPr/>
            <p:nvPr/>
          </p:nvSpPr>
          <p:spPr>
            <a:xfrm>
              <a:off x="2006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3" name="obj_16355"/>
            <p:cNvSpPr/>
            <p:nvPr/>
          </p:nvSpPr>
          <p:spPr>
            <a:xfrm>
              <a:off x="20320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4" name="obj_16356"/>
            <p:cNvSpPr/>
            <p:nvPr/>
          </p:nvSpPr>
          <p:spPr>
            <a:xfrm>
              <a:off x="2171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5" name="obj_16357"/>
            <p:cNvSpPr/>
            <p:nvPr/>
          </p:nvSpPr>
          <p:spPr>
            <a:xfrm>
              <a:off x="2336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6" name="obj_16358"/>
            <p:cNvSpPr/>
            <p:nvPr/>
          </p:nvSpPr>
          <p:spPr>
            <a:xfrm>
              <a:off x="2501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7" name="obj_16359"/>
            <p:cNvSpPr/>
            <p:nvPr/>
          </p:nvSpPr>
          <p:spPr>
            <a:xfrm>
              <a:off x="2667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8" name="obj_16360"/>
            <p:cNvSpPr/>
            <p:nvPr/>
          </p:nvSpPr>
          <p:spPr>
            <a:xfrm>
              <a:off x="2832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9" name="obj_16361"/>
            <p:cNvSpPr/>
            <p:nvPr/>
          </p:nvSpPr>
          <p:spPr>
            <a:xfrm>
              <a:off x="2997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0" name="obj_16362"/>
            <p:cNvSpPr/>
            <p:nvPr/>
          </p:nvSpPr>
          <p:spPr>
            <a:xfrm>
              <a:off x="685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1" name="obj_16363"/>
            <p:cNvSpPr/>
            <p:nvPr/>
          </p:nvSpPr>
          <p:spPr>
            <a:xfrm>
              <a:off x="725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2" name="obj_16364"/>
            <p:cNvSpPr/>
            <p:nvPr/>
          </p:nvSpPr>
          <p:spPr>
            <a:xfrm>
              <a:off x="850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3" name="obj_16365"/>
            <p:cNvSpPr/>
            <p:nvPr/>
          </p:nvSpPr>
          <p:spPr>
            <a:xfrm>
              <a:off x="890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4" name="obj_16366"/>
            <p:cNvSpPr/>
            <p:nvPr/>
          </p:nvSpPr>
          <p:spPr>
            <a:xfrm>
              <a:off x="870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5" name="obj_16367"/>
            <p:cNvSpPr txBox="1"/>
            <p:nvPr/>
          </p:nvSpPr>
          <p:spPr>
            <a:xfrm>
              <a:off x="870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2576" name="obj_16368"/>
            <p:cNvSpPr/>
            <p:nvPr/>
          </p:nvSpPr>
          <p:spPr>
            <a:xfrm>
              <a:off x="1016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7" name="obj_16369"/>
            <p:cNvSpPr/>
            <p:nvPr/>
          </p:nvSpPr>
          <p:spPr>
            <a:xfrm>
              <a:off x="1055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8" name="obj_16370"/>
            <p:cNvSpPr/>
            <p:nvPr/>
          </p:nvSpPr>
          <p:spPr>
            <a:xfrm>
              <a:off x="1181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9" name="obj_16371"/>
            <p:cNvSpPr/>
            <p:nvPr/>
          </p:nvSpPr>
          <p:spPr>
            <a:xfrm>
              <a:off x="1220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0" name="obj_16372"/>
            <p:cNvSpPr/>
            <p:nvPr/>
          </p:nvSpPr>
          <p:spPr>
            <a:xfrm>
              <a:off x="1346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1" name="obj_16373"/>
            <p:cNvSpPr/>
            <p:nvPr/>
          </p:nvSpPr>
          <p:spPr>
            <a:xfrm>
              <a:off x="1385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2" name="obj_16374"/>
            <p:cNvSpPr/>
            <p:nvPr/>
          </p:nvSpPr>
          <p:spPr>
            <a:xfrm>
              <a:off x="1511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3" name="obj_16375"/>
            <p:cNvSpPr/>
            <p:nvPr/>
          </p:nvSpPr>
          <p:spPr>
            <a:xfrm>
              <a:off x="1550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4" name="obj_16376"/>
            <p:cNvSpPr/>
            <p:nvPr/>
          </p:nvSpPr>
          <p:spPr>
            <a:xfrm>
              <a:off x="1676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5" name="obj_16377"/>
            <p:cNvSpPr/>
            <p:nvPr/>
          </p:nvSpPr>
          <p:spPr>
            <a:xfrm>
              <a:off x="1716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6" name="obj_16378"/>
            <p:cNvSpPr/>
            <p:nvPr/>
          </p:nvSpPr>
          <p:spPr>
            <a:xfrm>
              <a:off x="1841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7" name="obj_16379"/>
            <p:cNvSpPr/>
            <p:nvPr/>
          </p:nvSpPr>
          <p:spPr>
            <a:xfrm>
              <a:off x="1881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8" name="obj_16380"/>
            <p:cNvSpPr/>
            <p:nvPr/>
          </p:nvSpPr>
          <p:spPr>
            <a:xfrm>
              <a:off x="2006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9" name="obj_16381"/>
            <p:cNvSpPr/>
            <p:nvPr/>
          </p:nvSpPr>
          <p:spPr>
            <a:xfrm>
              <a:off x="2046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0" name="obj_16382"/>
            <p:cNvSpPr/>
            <p:nvPr/>
          </p:nvSpPr>
          <p:spPr>
            <a:xfrm>
              <a:off x="2171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1" name="obj_16383"/>
            <p:cNvSpPr/>
            <p:nvPr/>
          </p:nvSpPr>
          <p:spPr>
            <a:xfrm>
              <a:off x="21971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2" name="obj_16384"/>
            <p:cNvSpPr/>
            <p:nvPr/>
          </p:nvSpPr>
          <p:spPr>
            <a:xfrm>
              <a:off x="2336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3" name="obj_16385"/>
            <p:cNvSpPr/>
            <p:nvPr/>
          </p:nvSpPr>
          <p:spPr>
            <a:xfrm>
              <a:off x="2501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4" name="obj_16386"/>
            <p:cNvSpPr/>
            <p:nvPr/>
          </p:nvSpPr>
          <p:spPr>
            <a:xfrm>
              <a:off x="2667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5" name="obj_16387"/>
            <p:cNvSpPr/>
            <p:nvPr/>
          </p:nvSpPr>
          <p:spPr>
            <a:xfrm>
              <a:off x="2832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6" name="obj_16388"/>
            <p:cNvSpPr/>
            <p:nvPr/>
          </p:nvSpPr>
          <p:spPr>
            <a:xfrm>
              <a:off x="2851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7" name="obj_16389"/>
            <p:cNvSpPr txBox="1"/>
            <p:nvPr/>
          </p:nvSpPr>
          <p:spPr>
            <a:xfrm>
              <a:off x="2851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2598" name="obj_16390"/>
            <p:cNvSpPr/>
            <p:nvPr/>
          </p:nvSpPr>
          <p:spPr>
            <a:xfrm>
              <a:off x="2997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9" name="obj_16391"/>
            <p:cNvSpPr/>
            <p:nvPr/>
          </p:nvSpPr>
          <p:spPr>
            <a:xfrm>
              <a:off x="685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0" name="obj_16392"/>
            <p:cNvSpPr/>
            <p:nvPr/>
          </p:nvSpPr>
          <p:spPr>
            <a:xfrm>
              <a:off x="725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1" name="obj_16393"/>
            <p:cNvSpPr/>
            <p:nvPr/>
          </p:nvSpPr>
          <p:spPr>
            <a:xfrm>
              <a:off x="850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2" name="obj_16394"/>
            <p:cNvSpPr/>
            <p:nvPr/>
          </p:nvSpPr>
          <p:spPr>
            <a:xfrm>
              <a:off x="890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3" name="obj_16395"/>
            <p:cNvSpPr/>
            <p:nvPr/>
          </p:nvSpPr>
          <p:spPr>
            <a:xfrm>
              <a:off x="1016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4" name="obj_16396"/>
            <p:cNvSpPr/>
            <p:nvPr/>
          </p:nvSpPr>
          <p:spPr>
            <a:xfrm>
              <a:off x="1055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5" name="obj_16397"/>
            <p:cNvSpPr/>
            <p:nvPr/>
          </p:nvSpPr>
          <p:spPr>
            <a:xfrm>
              <a:off x="1181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6" name="obj_16398"/>
            <p:cNvSpPr/>
            <p:nvPr/>
          </p:nvSpPr>
          <p:spPr>
            <a:xfrm>
              <a:off x="1220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7" name="obj_16399"/>
            <p:cNvSpPr/>
            <p:nvPr/>
          </p:nvSpPr>
          <p:spPr>
            <a:xfrm>
              <a:off x="1346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8" name="obj_16400"/>
            <p:cNvSpPr/>
            <p:nvPr/>
          </p:nvSpPr>
          <p:spPr>
            <a:xfrm>
              <a:off x="1385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9" name="obj_16401"/>
            <p:cNvSpPr/>
            <p:nvPr/>
          </p:nvSpPr>
          <p:spPr>
            <a:xfrm>
              <a:off x="1511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0" name="obj_16402"/>
            <p:cNvSpPr/>
            <p:nvPr/>
          </p:nvSpPr>
          <p:spPr>
            <a:xfrm>
              <a:off x="1550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1" name="obj_16403"/>
            <p:cNvSpPr/>
            <p:nvPr/>
          </p:nvSpPr>
          <p:spPr>
            <a:xfrm>
              <a:off x="1676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2" name="obj_16404"/>
            <p:cNvSpPr/>
            <p:nvPr/>
          </p:nvSpPr>
          <p:spPr>
            <a:xfrm>
              <a:off x="17160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3" name="obj_16405"/>
            <p:cNvSpPr/>
            <p:nvPr/>
          </p:nvSpPr>
          <p:spPr>
            <a:xfrm>
              <a:off x="1841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4" name="obj_16406"/>
            <p:cNvSpPr/>
            <p:nvPr/>
          </p:nvSpPr>
          <p:spPr>
            <a:xfrm>
              <a:off x="18811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5" name="obj_16407"/>
            <p:cNvSpPr/>
            <p:nvPr/>
          </p:nvSpPr>
          <p:spPr>
            <a:xfrm>
              <a:off x="2006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6" name="obj_16408"/>
            <p:cNvSpPr/>
            <p:nvPr/>
          </p:nvSpPr>
          <p:spPr>
            <a:xfrm>
              <a:off x="2032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7" name="obj_16409"/>
            <p:cNvSpPr/>
            <p:nvPr/>
          </p:nvSpPr>
          <p:spPr>
            <a:xfrm>
              <a:off x="2171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8" name="obj_16410"/>
            <p:cNvSpPr/>
            <p:nvPr/>
          </p:nvSpPr>
          <p:spPr>
            <a:xfrm>
              <a:off x="2336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9" name="obj_16411"/>
            <p:cNvSpPr/>
            <p:nvPr/>
          </p:nvSpPr>
          <p:spPr>
            <a:xfrm>
              <a:off x="2501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0" name="obj_16412"/>
            <p:cNvSpPr/>
            <p:nvPr/>
          </p:nvSpPr>
          <p:spPr>
            <a:xfrm>
              <a:off x="2667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1" name="obj_16413"/>
            <p:cNvSpPr/>
            <p:nvPr/>
          </p:nvSpPr>
          <p:spPr>
            <a:xfrm>
              <a:off x="2832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2" name="obj_16414"/>
            <p:cNvSpPr/>
            <p:nvPr/>
          </p:nvSpPr>
          <p:spPr>
            <a:xfrm>
              <a:off x="2997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3" name="obj_16415"/>
            <p:cNvSpPr/>
            <p:nvPr/>
          </p:nvSpPr>
          <p:spPr>
            <a:xfrm>
              <a:off x="685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4" name="obj_16416"/>
            <p:cNvSpPr/>
            <p:nvPr/>
          </p:nvSpPr>
          <p:spPr>
            <a:xfrm>
              <a:off x="725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5" name="obj_16417"/>
            <p:cNvSpPr/>
            <p:nvPr/>
          </p:nvSpPr>
          <p:spPr>
            <a:xfrm>
              <a:off x="850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6" name="obj_16418"/>
            <p:cNvSpPr/>
            <p:nvPr/>
          </p:nvSpPr>
          <p:spPr>
            <a:xfrm>
              <a:off x="890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7" name="obj_16419"/>
            <p:cNvSpPr/>
            <p:nvPr/>
          </p:nvSpPr>
          <p:spPr>
            <a:xfrm>
              <a:off x="1016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8" name="obj_16420"/>
            <p:cNvSpPr/>
            <p:nvPr/>
          </p:nvSpPr>
          <p:spPr>
            <a:xfrm>
              <a:off x="1055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9" name="obj_16421"/>
            <p:cNvSpPr/>
            <p:nvPr/>
          </p:nvSpPr>
          <p:spPr>
            <a:xfrm>
              <a:off x="1181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0" name="obj_16422"/>
            <p:cNvSpPr/>
            <p:nvPr/>
          </p:nvSpPr>
          <p:spPr>
            <a:xfrm>
              <a:off x="1220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1" name="obj_16423"/>
            <p:cNvSpPr/>
            <p:nvPr/>
          </p:nvSpPr>
          <p:spPr>
            <a:xfrm>
              <a:off x="1346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2" name="obj_16424"/>
            <p:cNvSpPr/>
            <p:nvPr/>
          </p:nvSpPr>
          <p:spPr>
            <a:xfrm>
              <a:off x="1385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3" name="obj_16425"/>
            <p:cNvSpPr/>
            <p:nvPr/>
          </p:nvSpPr>
          <p:spPr>
            <a:xfrm>
              <a:off x="1511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4" name="obj_16426"/>
            <p:cNvSpPr/>
            <p:nvPr/>
          </p:nvSpPr>
          <p:spPr>
            <a:xfrm>
              <a:off x="1550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5" name="obj_16427"/>
            <p:cNvSpPr/>
            <p:nvPr/>
          </p:nvSpPr>
          <p:spPr>
            <a:xfrm>
              <a:off x="1676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6" name="obj_16428"/>
            <p:cNvSpPr/>
            <p:nvPr/>
          </p:nvSpPr>
          <p:spPr>
            <a:xfrm>
              <a:off x="1716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7" name="obj_16429"/>
            <p:cNvSpPr/>
            <p:nvPr/>
          </p:nvSpPr>
          <p:spPr>
            <a:xfrm>
              <a:off x="1841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8" name="obj_16430"/>
            <p:cNvSpPr/>
            <p:nvPr/>
          </p:nvSpPr>
          <p:spPr>
            <a:xfrm>
              <a:off x="18669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9" name="obj_16431"/>
            <p:cNvSpPr/>
            <p:nvPr/>
          </p:nvSpPr>
          <p:spPr>
            <a:xfrm>
              <a:off x="2006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0" name="obj_16432"/>
            <p:cNvSpPr/>
            <p:nvPr/>
          </p:nvSpPr>
          <p:spPr>
            <a:xfrm>
              <a:off x="2171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1" name="obj_16433"/>
            <p:cNvSpPr/>
            <p:nvPr/>
          </p:nvSpPr>
          <p:spPr>
            <a:xfrm>
              <a:off x="2336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2" name="obj_16434"/>
            <p:cNvSpPr/>
            <p:nvPr/>
          </p:nvSpPr>
          <p:spPr>
            <a:xfrm>
              <a:off x="2501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3" name="obj_16435"/>
            <p:cNvSpPr/>
            <p:nvPr/>
          </p:nvSpPr>
          <p:spPr>
            <a:xfrm>
              <a:off x="2667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4" name="obj_16436"/>
            <p:cNvSpPr/>
            <p:nvPr/>
          </p:nvSpPr>
          <p:spPr>
            <a:xfrm>
              <a:off x="2832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5" name="obj_16437"/>
            <p:cNvSpPr/>
            <p:nvPr/>
          </p:nvSpPr>
          <p:spPr>
            <a:xfrm>
              <a:off x="2997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6" name="obj_16438"/>
            <p:cNvSpPr/>
            <p:nvPr/>
          </p:nvSpPr>
          <p:spPr>
            <a:xfrm>
              <a:off x="685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7" name="obj_16439"/>
            <p:cNvSpPr/>
            <p:nvPr/>
          </p:nvSpPr>
          <p:spPr>
            <a:xfrm>
              <a:off x="7254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8" name="obj_16440"/>
            <p:cNvSpPr/>
            <p:nvPr/>
          </p:nvSpPr>
          <p:spPr>
            <a:xfrm>
              <a:off x="850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9" name="obj_16441"/>
            <p:cNvSpPr/>
            <p:nvPr/>
          </p:nvSpPr>
          <p:spPr>
            <a:xfrm>
              <a:off x="890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0" name="obj_16442"/>
            <p:cNvSpPr/>
            <p:nvPr/>
          </p:nvSpPr>
          <p:spPr>
            <a:xfrm>
              <a:off x="1016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1" name="obj_16443"/>
            <p:cNvSpPr/>
            <p:nvPr/>
          </p:nvSpPr>
          <p:spPr>
            <a:xfrm>
              <a:off x="1181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2" name="obj_16444"/>
            <p:cNvSpPr/>
            <p:nvPr/>
          </p:nvSpPr>
          <p:spPr>
            <a:xfrm>
              <a:off x="1346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3" name="obj_16445"/>
            <p:cNvSpPr/>
            <p:nvPr/>
          </p:nvSpPr>
          <p:spPr>
            <a:xfrm>
              <a:off x="13858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4" name="obj_16446"/>
            <p:cNvSpPr/>
            <p:nvPr/>
          </p:nvSpPr>
          <p:spPr>
            <a:xfrm>
              <a:off x="1511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5" name="obj_16447"/>
            <p:cNvSpPr/>
            <p:nvPr/>
          </p:nvSpPr>
          <p:spPr>
            <a:xfrm>
              <a:off x="15509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6" name="obj_16448"/>
            <p:cNvSpPr/>
            <p:nvPr/>
          </p:nvSpPr>
          <p:spPr>
            <a:xfrm>
              <a:off x="1676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7" name="obj_16449"/>
            <p:cNvSpPr/>
            <p:nvPr/>
          </p:nvSpPr>
          <p:spPr>
            <a:xfrm>
              <a:off x="17018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8" name="obj_16450"/>
            <p:cNvSpPr/>
            <p:nvPr/>
          </p:nvSpPr>
          <p:spPr>
            <a:xfrm>
              <a:off x="1841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9" name="obj_16451"/>
            <p:cNvSpPr/>
            <p:nvPr/>
          </p:nvSpPr>
          <p:spPr>
            <a:xfrm>
              <a:off x="2006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0" name="obj_16452"/>
            <p:cNvSpPr/>
            <p:nvPr/>
          </p:nvSpPr>
          <p:spPr>
            <a:xfrm>
              <a:off x="2171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1" name="obj_16453"/>
            <p:cNvSpPr/>
            <p:nvPr/>
          </p:nvSpPr>
          <p:spPr>
            <a:xfrm>
              <a:off x="2336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2" name="obj_16454"/>
            <p:cNvSpPr/>
            <p:nvPr/>
          </p:nvSpPr>
          <p:spPr>
            <a:xfrm>
              <a:off x="2501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3" name="obj_16455"/>
            <p:cNvSpPr/>
            <p:nvPr/>
          </p:nvSpPr>
          <p:spPr>
            <a:xfrm>
              <a:off x="2667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4" name="obj_16456"/>
            <p:cNvSpPr/>
            <p:nvPr/>
          </p:nvSpPr>
          <p:spPr>
            <a:xfrm>
              <a:off x="2832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5" name="obj_16457"/>
            <p:cNvSpPr/>
            <p:nvPr/>
          </p:nvSpPr>
          <p:spPr>
            <a:xfrm>
              <a:off x="2997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6" name="obj_16458"/>
            <p:cNvSpPr/>
            <p:nvPr/>
          </p:nvSpPr>
          <p:spPr>
            <a:xfrm>
              <a:off x="685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7" name="obj_16459"/>
            <p:cNvSpPr/>
            <p:nvPr/>
          </p:nvSpPr>
          <p:spPr>
            <a:xfrm>
              <a:off x="725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8" name="obj_16460"/>
            <p:cNvSpPr/>
            <p:nvPr/>
          </p:nvSpPr>
          <p:spPr>
            <a:xfrm>
              <a:off x="850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9" name="obj_16461"/>
            <p:cNvSpPr/>
            <p:nvPr/>
          </p:nvSpPr>
          <p:spPr>
            <a:xfrm>
              <a:off x="890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0" name="obj_16462"/>
            <p:cNvSpPr/>
            <p:nvPr/>
          </p:nvSpPr>
          <p:spPr>
            <a:xfrm>
              <a:off x="1016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1" name="obj_16463"/>
            <p:cNvSpPr/>
            <p:nvPr/>
          </p:nvSpPr>
          <p:spPr>
            <a:xfrm>
              <a:off x="1055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2" name="obj_16464"/>
            <p:cNvSpPr/>
            <p:nvPr/>
          </p:nvSpPr>
          <p:spPr>
            <a:xfrm>
              <a:off x="1181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3" name="obj_16465"/>
            <p:cNvSpPr/>
            <p:nvPr/>
          </p:nvSpPr>
          <p:spPr>
            <a:xfrm>
              <a:off x="12207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4" name="obj_16466"/>
            <p:cNvSpPr/>
            <p:nvPr/>
          </p:nvSpPr>
          <p:spPr>
            <a:xfrm>
              <a:off x="1346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5" name="obj_16467"/>
            <p:cNvSpPr/>
            <p:nvPr/>
          </p:nvSpPr>
          <p:spPr>
            <a:xfrm>
              <a:off x="13716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6" name="obj_16468"/>
            <p:cNvSpPr/>
            <p:nvPr/>
          </p:nvSpPr>
          <p:spPr>
            <a:xfrm>
              <a:off x="1511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7" name="obj_16469"/>
            <p:cNvSpPr/>
            <p:nvPr/>
          </p:nvSpPr>
          <p:spPr>
            <a:xfrm>
              <a:off x="15367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8" name="obj_16470"/>
            <p:cNvSpPr/>
            <p:nvPr/>
          </p:nvSpPr>
          <p:spPr>
            <a:xfrm>
              <a:off x="1676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9" name="obj_16471"/>
            <p:cNvSpPr/>
            <p:nvPr/>
          </p:nvSpPr>
          <p:spPr>
            <a:xfrm>
              <a:off x="1841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0" name="obj_16472"/>
            <p:cNvSpPr/>
            <p:nvPr/>
          </p:nvSpPr>
          <p:spPr>
            <a:xfrm>
              <a:off x="2006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1" name="obj_16473"/>
            <p:cNvSpPr/>
            <p:nvPr/>
          </p:nvSpPr>
          <p:spPr>
            <a:xfrm>
              <a:off x="2171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2" name="obj_16474"/>
            <p:cNvSpPr/>
            <p:nvPr/>
          </p:nvSpPr>
          <p:spPr>
            <a:xfrm>
              <a:off x="2336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3" name="obj_16475"/>
            <p:cNvSpPr/>
            <p:nvPr/>
          </p:nvSpPr>
          <p:spPr>
            <a:xfrm>
              <a:off x="2501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4" name="obj_16476"/>
            <p:cNvSpPr/>
            <p:nvPr/>
          </p:nvSpPr>
          <p:spPr>
            <a:xfrm>
              <a:off x="2667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5" name="obj_16477"/>
            <p:cNvSpPr/>
            <p:nvPr/>
          </p:nvSpPr>
          <p:spPr>
            <a:xfrm>
              <a:off x="2832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6" name="obj_16478"/>
            <p:cNvSpPr/>
            <p:nvPr/>
          </p:nvSpPr>
          <p:spPr>
            <a:xfrm>
              <a:off x="2997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7" name="obj_16479"/>
            <p:cNvSpPr/>
            <p:nvPr/>
          </p:nvSpPr>
          <p:spPr>
            <a:xfrm>
              <a:off x="685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8" name="obj_16480"/>
            <p:cNvSpPr/>
            <p:nvPr/>
          </p:nvSpPr>
          <p:spPr>
            <a:xfrm>
              <a:off x="7254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9" name="obj_16481"/>
            <p:cNvSpPr/>
            <p:nvPr/>
          </p:nvSpPr>
          <p:spPr>
            <a:xfrm>
              <a:off x="850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0" name="obj_16482"/>
            <p:cNvSpPr/>
            <p:nvPr/>
          </p:nvSpPr>
          <p:spPr>
            <a:xfrm>
              <a:off x="890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1" name="obj_16483"/>
            <p:cNvSpPr/>
            <p:nvPr/>
          </p:nvSpPr>
          <p:spPr>
            <a:xfrm>
              <a:off x="1016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2" name="obj_16484"/>
            <p:cNvSpPr/>
            <p:nvPr/>
          </p:nvSpPr>
          <p:spPr>
            <a:xfrm>
              <a:off x="10556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3" name="obj_16485"/>
            <p:cNvSpPr/>
            <p:nvPr/>
          </p:nvSpPr>
          <p:spPr>
            <a:xfrm>
              <a:off x="1181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4" name="obj_16486"/>
            <p:cNvSpPr/>
            <p:nvPr/>
          </p:nvSpPr>
          <p:spPr>
            <a:xfrm>
              <a:off x="12065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5" name="obj_16487"/>
            <p:cNvSpPr/>
            <p:nvPr/>
          </p:nvSpPr>
          <p:spPr>
            <a:xfrm>
              <a:off x="1346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6" name="obj_16488"/>
            <p:cNvSpPr/>
            <p:nvPr/>
          </p:nvSpPr>
          <p:spPr>
            <a:xfrm>
              <a:off x="1511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7" name="obj_16489"/>
            <p:cNvSpPr/>
            <p:nvPr/>
          </p:nvSpPr>
          <p:spPr>
            <a:xfrm>
              <a:off x="1676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8" name="obj_16490"/>
            <p:cNvSpPr/>
            <p:nvPr/>
          </p:nvSpPr>
          <p:spPr>
            <a:xfrm>
              <a:off x="1841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9" name="obj_16491"/>
            <p:cNvSpPr/>
            <p:nvPr/>
          </p:nvSpPr>
          <p:spPr>
            <a:xfrm>
              <a:off x="2006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0" name="obj_16492"/>
            <p:cNvSpPr/>
            <p:nvPr/>
          </p:nvSpPr>
          <p:spPr>
            <a:xfrm>
              <a:off x="2171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1" name="obj_16493"/>
            <p:cNvSpPr/>
            <p:nvPr/>
          </p:nvSpPr>
          <p:spPr>
            <a:xfrm>
              <a:off x="2336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2" name="obj_16494"/>
            <p:cNvSpPr/>
            <p:nvPr/>
          </p:nvSpPr>
          <p:spPr>
            <a:xfrm>
              <a:off x="2501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3" name="obj_16495"/>
            <p:cNvSpPr/>
            <p:nvPr/>
          </p:nvSpPr>
          <p:spPr>
            <a:xfrm>
              <a:off x="2667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4" name="obj_16496"/>
            <p:cNvSpPr/>
            <p:nvPr/>
          </p:nvSpPr>
          <p:spPr>
            <a:xfrm>
              <a:off x="2832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5" name="obj_16497"/>
            <p:cNvSpPr/>
            <p:nvPr/>
          </p:nvSpPr>
          <p:spPr>
            <a:xfrm>
              <a:off x="2997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6" name="obj_16498"/>
            <p:cNvSpPr txBox="1"/>
            <p:nvPr/>
          </p:nvSpPr>
          <p:spPr>
            <a:xfrm>
              <a:off x="609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60</a:t>
              </a:r>
            </a:p>
          </p:txBody>
        </p:sp>
        <p:sp>
          <p:nvSpPr>
            <p:cNvPr id="2707" name="obj_16499"/>
            <p:cNvSpPr txBox="1"/>
            <p:nvPr/>
          </p:nvSpPr>
          <p:spPr>
            <a:xfrm>
              <a:off x="609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2708" name="obj_16500"/>
            <p:cNvSpPr txBox="1"/>
            <p:nvPr/>
          </p:nvSpPr>
          <p:spPr>
            <a:xfrm>
              <a:off x="3403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Дейкстра</a:t>
              </a:r>
            </a:p>
          </p:txBody>
        </p:sp>
        <p:sp>
          <p:nvSpPr>
            <p:cNvPr id="2709" name="obj_16501"/>
            <p:cNvSpPr/>
            <p:nvPr/>
          </p:nvSpPr>
          <p:spPr>
            <a:xfrm>
              <a:off x="3162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0" name="obj_16502"/>
            <p:cNvSpPr/>
            <p:nvPr/>
          </p:nvSpPr>
          <p:spPr>
            <a:xfrm>
              <a:off x="3479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1" name="obj_16503"/>
            <p:cNvSpPr/>
            <p:nvPr/>
          </p:nvSpPr>
          <p:spPr>
            <a:xfrm>
              <a:off x="35194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2" name="obj_16504"/>
            <p:cNvSpPr/>
            <p:nvPr/>
          </p:nvSpPr>
          <p:spPr>
            <a:xfrm>
              <a:off x="3644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3" name="obj_16505"/>
            <p:cNvSpPr/>
            <p:nvPr/>
          </p:nvSpPr>
          <p:spPr>
            <a:xfrm>
              <a:off x="36845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4" name="obj_16506"/>
            <p:cNvSpPr/>
            <p:nvPr/>
          </p:nvSpPr>
          <p:spPr>
            <a:xfrm>
              <a:off x="3810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5" name="obj_16507"/>
            <p:cNvSpPr/>
            <p:nvPr/>
          </p:nvSpPr>
          <p:spPr>
            <a:xfrm>
              <a:off x="38496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6" name="obj_16508"/>
            <p:cNvSpPr/>
            <p:nvPr/>
          </p:nvSpPr>
          <p:spPr>
            <a:xfrm>
              <a:off x="3975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7" name="obj_16509"/>
            <p:cNvSpPr/>
            <p:nvPr/>
          </p:nvSpPr>
          <p:spPr>
            <a:xfrm>
              <a:off x="40147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8" name="obj_16510"/>
            <p:cNvSpPr/>
            <p:nvPr/>
          </p:nvSpPr>
          <p:spPr>
            <a:xfrm>
              <a:off x="4140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9" name="obj_16511"/>
            <p:cNvSpPr/>
            <p:nvPr/>
          </p:nvSpPr>
          <p:spPr>
            <a:xfrm>
              <a:off x="41656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0" name="obj_16512"/>
            <p:cNvSpPr/>
            <p:nvPr/>
          </p:nvSpPr>
          <p:spPr>
            <a:xfrm>
              <a:off x="4305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1" name="obj_16513"/>
            <p:cNvSpPr/>
            <p:nvPr/>
          </p:nvSpPr>
          <p:spPr>
            <a:xfrm>
              <a:off x="4470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2" name="obj_16514"/>
            <p:cNvSpPr/>
            <p:nvPr/>
          </p:nvSpPr>
          <p:spPr>
            <a:xfrm>
              <a:off x="4635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3" name="obj_16515"/>
            <p:cNvSpPr/>
            <p:nvPr/>
          </p:nvSpPr>
          <p:spPr>
            <a:xfrm>
              <a:off x="4800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4" name="obj_16516"/>
            <p:cNvSpPr/>
            <p:nvPr/>
          </p:nvSpPr>
          <p:spPr>
            <a:xfrm>
              <a:off x="4965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5" name="obj_16517"/>
            <p:cNvSpPr/>
            <p:nvPr/>
          </p:nvSpPr>
          <p:spPr>
            <a:xfrm>
              <a:off x="5130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6" name="obj_16518"/>
            <p:cNvSpPr/>
            <p:nvPr/>
          </p:nvSpPr>
          <p:spPr>
            <a:xfrm>
              <a:off x="5295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7" name="obj_16519"/>
            <p:cNvSpPr/>
            <p:nvPr/>
          </p:nvSpPr>
          <p:spPr>
            <a:xfrm>
              <a:off x="5461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8" name="obj_16520"/>
            <p:cNvSpPr/>
            <p:nvPr/>
          </p:nvSpPr>
          <p:spPr>
            <a:xfrm>
              <a:off x="5626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9" name="obj_16521"/>
            <p:cNvSpPr/>
            <p:nvPr/>
          </p:nvSpPr>
          <p:spPr>
            <a:xfrm>
              <a:off x="5791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0" name="obj_16522"/>
            <p:cNvSpPr/>
            <p:nvPr/>
          </p:nvSpPr>
          <p:spPr>
            <a:xfrm>
              <a:off x="3479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1" name="obj_16523"/>
            <p:cNvSpPr/>
            <p:nvPr/>
          </p:nvSpPr>
          <p:spPr>
            <a:xfrm>
              <a:off x="35194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2" name="obj_16524"/>
            <p:cNvSpPr/>
            <p:nvPr/>
          </p:nvSpPr>
          <p:spPr>
            <a:xfrm>
              <a:off x="3644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3" name="obj_16525"/>
            <p:cNvSpPr/>
            <p:nvPr/>
          </p:nvSpPr>
          <p:spPr>
            <a:xfrm>
              <a:off x="36845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4" name="obj_16526"/>
            <p:cNvSpPr/>
            <p:nvPr/>
          </p:nvSpPr>
          <p:spPr>
            <a:xfrm>
              <a:off x="3810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5" name="obj_16527"/>
            <p:cNvSpPr/>
            <p:nvPr/>
          </p:nvSpPr>
          <p:spPr>
            <a:xfrm>
              <a:off x="38496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6" name="obj_16528"/>
            <p:cNvSpPr/>
            <p:nvPr/>
          </p:nvSpPr>
          <p:spPr>
            <a:xfrm>
              <a:off x="3975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7" name="obj_16529"/>
            <p:cNvSpPr/>
            <p:nvPr/>
          </p:nvSpPr>
          <p:spPr>
            <a:xfrm>
              <a:off x="40147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8" name="obj_16530"/>
            <p:cNvSpPr/>
            <p:nvPr/>
          </p:nvSpPr>
          <p:spPr>
            <a:xfrm>
              <a:off x="4140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9" name="obj_16531"/>
            <p:cNvSpPr/>
            <p:nvPr/>
          </p:nvSpPr>
          <p:spPr>
            <a:xfrm>
              <a:off x="41798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0" name="obj_16532"/>
            <p:cNvSpPr/>
            <p:nvPr/>
          </p:nvSpPr>
          <p:spPr>
            <a:xfrm>
              <a:off x="4305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1" name="obj_16533"/>
            <p:cNvSpPr/>
            <p:nvPr/>
          </p:nvSpPr>
          <p:spPr>
            <a:xfrm>
              <a:off x="43307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2" name="obj_16534"/>
            <p:cNvSpPr/>
            <p:nvPr/>
          </p:nvSpPr>
          <p:spPr>
            <a:xfrm>
              <a:off x="4470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3" name="obj_16535"/>
            <p:cNvSpPr/>
            <p:nvPr/>
          </p:nvSpPr>
          <p:spPr>
            <a:xfrm>
              <a:off x="4635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4" name="obj_16536"/>
            <p:cNvSpPr/>
            <p:nvPr/>
          </p:nvSpPr>
          <p:spPr>
            <a:xfrm>
              <a:off x="4800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5" name="obj_16537"/>
            <p:cNvSpPr/>
            <p:nvPr/>
          </p:nvSpPr>
          <p:spPr>
            <a:xfrm>
              <a:off x="4965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6" name="obj_16538"/>
            <p:cNvSpPr/>
            <p:nvPr/>
          </p:nvSpPr>
          <p:spPr>
            <a:xfrm>
              <a:off x="5130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7" name="obj_16539"/>
            <p:cNvSpPr/>
            <p:nvPr/>
          </p:nvSpPr>
          <p:spPr>
            <a:xfrm>
              <a:off x="5295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8" name="obj_16540"/>
            <p:cNvSpPr/>
            <p:nvPr/>
          </p:nvSpPr>
          <p:spPr>
            <a:xfrm>
              <a:off x="5461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9" name="obj_16541"/>
            <p:cNvSpPr/>
            <p:nvPr/>
          </p:nvSpPr>
          <p:spPr>
            <a:xfrm>
              <a:off x="5626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0" name="obj_16542"/>
            <p:cNvSpPr/>
            <p:nvPr/>
          </p:nvSpPr>
          <p:spPr>
            <a:xfrm>
              <a:off x="5791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1" name="obj_16543"/>
            <p:cNvSpPr/>
            <p:nvPr/>
          </p:nvSpPr>
          <p:spPr>
            <a:xfrm>
              <a:off x="3479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2" name="obj_16544"/>
            <p:cNvSpPr/>
            <p:nvPr/>
          </p:nvSpPr>
          <p:spPr>
            <a:xfrm>
              <a:off x="35194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3" name="obj_16545"/>
            <p:cNvSpPr/>
            <p:nvPr/>
          </p:nvSpPr>
          <p:spPr>
            <a:xfrm>
              <a:off x="3644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4" name="obj_16546"/>
            <p:cNvSpPr/>
            <p:nvPr/>
          </p:nvSpPr>
          <p:spPr>
            <a:xfrm>
              <a:off x="3684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5" name="obj_16547"/>
            <p:cNvSpPr/>
            <p:nvPr/>
          </p:nvSpPr>
          <p:spPr>
            <a:xfrm>
              <a:off x="3810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6" name="obj_16548"/>
            <p:cNvSpPr/>
            <p:nvPr/>
          </p:nvSpPr>
          <p:spPr>
            <a:xfrm>
              <a:off x="3975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7" name="obj_16549"/>
            <p:cNvSpPr/>
            <p:nvPr/>
          </p:nvSpPr>
          <p:spPr>
            <a:xfrm>
              <a:off x="4140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8" name="obj_16550"/>
            <p:cNvSpPr/>
            <p:nvPr/>
          </p:nvSpPr>
          <p:spPr>
            <a:xfrm>
              <a:off x="41798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9" name="obj_16551"/>
            <p:cNvSpPr/>
            <p:nvPr/>
          </p:nvSpPr>
          <p:spPr>
            <a:xfrm>
              <a:off x="4305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0" name="obj_16552"/>
            <p:cNvSpPr/>
            <p:nvPr/>
          </p:nvSpPr>
          <p:spPr>
            <a:xfrm>
              <a:off x="43449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1" name="obj_16553"/>
            <p:cNvSpPr/>
            <p:nvPr/>
          </p:nvSpPr>
          <p:spPr>
            <a:xfrm>
              <a:off x="4470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2" name="obj_16554"/>
            <p:cNvSpPr/>
            <p:nvPr/>
          </p:nvSpPr>
          <p:spPr>
            <a:xfrm>
              <a:off x="44958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3" name="obj_16555"/>
            <p:cNvSpPr/>
            <p:nvPr/>
          </p:nvSpPr>
          <p:spPr>
            <a:xfrm>
              <a:off x="4635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4" name="obj_16556"/>
            <p:cNvSpPr/>
            <p:nvPr/>
          </p:nvSpPr>
          <p:spPr>
            <a:xfrm>
              <a:off x="4800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5" name="obj_16557"/>
            <p:cNvSpPr/>
            <p:nvPr/>
          </p:nvSpPr>
          <p:spPr>
            <a:xfrm>
              <a:off x="4965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6" name="obj_16558"/>
            <p:cNvSpPr/>
            <p:nvPr/>
          </p:nvSpPr>
          <p:spPr>
            <a:xfrm>
              <a:off x="5130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7" name="obj_16559"/>
            <p:cNvSpPr/>
            <p:nvPr/>
          </p:nvSpPr>
          <p:spPr>
            <a:xfrm>
              <a:off x="5295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8" name="obj_16560"/>
            <p:cNvSpPr/>
            <p:nvPr/>
          </p:nvSpPr>
          <p:spPr>
            <a:xfrm>
              <a:off x="5461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9" name="obj_16561"/>
            <p:cNvSpPr/>
            <p:nvPr/>
          </p:nvSpPr>
          <p:spPr>
            <a:xfrm>
              <a:off x="5626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0" name="obj_16562"/>
            <p:cNvSpPr/>
            <p:nvPr/>
          </p:nvSpPr>
          <p:spPr>
            <a:xfrm>
              <a:off x="5791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1" name="obj_16563"/>
            <p:cNvSpPr/>
            <p:nvPr/>
          </p:nvSpPr>
          <p:spPr>
            <a:xfrm>
              <a:off x="3479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2" name="obj_16564"/>
            <p:cNvSpPr/>
            <p:nvPr/>
          </p:nvSpPr>
          <p:spPr>
            <a:xfrm>
              <a:off x="3519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3" name="obj_16565"/>
            <p:cNvSpPr/>
            <p:nvPr/>
          </p:nvSpPr>
          <p:spPr>
            <a:xfrm>
              <a:off x="3644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4" name="obj_16566"/>
            <p:cNvSpPr/>
            <p:nvPr/>
          </p:nvSpPr>
          <p:spPr>
            <a:xfrm>
              <a:off x="3684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5" name="obj_16567"/>
            <p:cNvSpPr/>
            <p:nvPr/>
          </p:nvSpPr>
          <p:spPr>
            <a:xfrm>
              <a:off x="3810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6" name="obj_16568"/>
            <p:cNvSpPr/>
            <p:nvPr/>
          </p:nvSpPr>
          <p:spPr>
            <a:xfrm>
              <a:off x="3849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7" name="obj_16569"/>
            <p:cNvSpPr/>
            <p:nvPr/>
          </p:nvSpPr>
          <p:spPr>
            <a:xfrm>
              <a:off x="3975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8" name="obj_16570"/>
            <p:cNvSpPr/>
            <p:nvPr/>
          </p:nvSpPr>
          <p:spPr>
            <a:xfrm>
              <a:off x="4014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9" name="obj_16571"/>
            <p:cNvSpPr/>
            <p:nvPr/>
          </p:nvSpPr>
          <p:spPr>
            <a:xfrm>
              <a:off x="4140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0" name="obj_16572"/>
            <p:cNvSpPr/>
            <p:nvPr/>
          </p:nvSpPr>
          <p:spPr>
            <a:xfrm>
              <a:off x="4179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1" name="obj_16573"/>
            <p:cNvSpPr/>
            <p:nvPr/>
          </p:nvSpPr>
          <p:spPr>
            <a:xfrm>
              <a:off x="4305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2" name="obj_16574"/>
            <p:cNvSpPr/>
            <p:nvPr/>
          </p:nvSpPr>
          <p:spPr>
            <a:xfrm>
              <a:off x="4344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3" name="obj_16575"/>
            <p:cNvSpPr/>
            <p:nvPr/>
          </p:nvSpPr>
          <p:spPr>
            <a:xfrm>
              <a:off x="4470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4" name="obj_16576"/>
            <p:cNvSpPr/>
            <p:nvPr/>
          </p:nvSpPr>
          <p:spPr>
            <a:xfrm>
              <a:off x="4510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5" name="obj_16577"/>
            <p:cNvSpPr/>
            <p:nvPr/>
          </p:nvSpPr>
          <p:spPr>
            <a:xfrm>
              <a:off x="4635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6" name="obj_16578"/>
            <p:cNvSpPr/>
            <p:nvPr/>
          </p:nvSpPr>
          <p:spPr>
            <a:xfrm>
              <a:off x="4800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7" name="obj_16579"/>
            <p:cNvSpPr/>
            <p:nvPr/>
          </p:nvSpPr>
          <p:spPr>
            <a:xfrm>
              <a:off x="4965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8" name="obj_16580"/>
            <p:cNvSpPr/>
            <p:nvPr/>
          </p:nvSpPr>
          <p:spPr>
            <a:xfrm>
              <a:off x="5130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9" name="obj_16581"/>
            <p:cNvSpPr/>
            <p:nvPr/>
          </p:nvSpPr>
          <p:spPr>
            <a:xfrm>
              <a:off x="5295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0" name="obj_16582"/>
            <p:cNvSpPr/>
            <p:nvPr/>
          </p:nvSpPr>
          <p:spPr>
            <a:xfrm>
              <a:off x="5461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1" name="obj_16583"/>
            <p:cNvSpPr/>
            <p:nvPr/>
          </p:nvSpPr>
          <p:spPr>
            <a:xfrm>
              <a:off x="5626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2" name="obj_16584"/>
            <p:cNvSpPr/>
            <p:nvPr/>
          </p:nvSpPr>
          <p:spPr>
            <a:xfrm>
              <a:off x="5791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3" name="obj_16585"/>
            <p:cNvSpPr/>
            <p:nvPr/>
          </p:nvSpPr>
          <p:spPr>
            <a:xfrm>
              <a:off x="3479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4" name="obj_16586"/>
            <p:cNvSpPr/>
            <p:nvPr/>
          </p:nvSpPr>
          <p:spPr>
            <a:xfrm>
              <a:off x="3519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5" name="obj_16587"/>
            <p:cNvSpPr/>
            <p:nvPr/>
          </p:nvSpPr>
          <p:spPr>
            <a:xfrm>
              <a:off x="3644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6" name="obj_16588"/>
            <p:cNvSpPr/>
            <p:nvPr/>
          </p:nvSpPr>
          <p:spPr>
            <a:xfrm>
              <a:off x="3684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7" name="obj_16589"/>
            <p:cNvSpPr/>
            <p:nvPr/>
          </p:nvSpPr>
          <p:spPr>
            <a:xfrm>
              <a:off x="3810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8" name="obj_16590"/>
            <p:cNvSpPr/>
            <p:nvPr/>
          </p:nvSpPr>
          <p:spPr>
            <a:xfrm>
              <a:off x="3849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9" name="obj_16591"/>
            <p:cNvSpPr/>
            <p:nvPr/>
          </p:nvSpPr>
          <p:spPr>
            <a:xfrm>
              <a:off x="3975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0" name="obj_16592"/>
            <p:cNvSpPr/>
            <p:nvPr/>
          </p:nvSpPr>
          <p:spPr>
            <a:xfrm>
              <a:off x="4014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1" name="obj_16593"/>
            <p:cNvSpPr/>
            <p:nvPr/>
          </p:nvSpPr>
          <p:spPr>
            <a:xfrm>
              <a:off x="4140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2" name="obj_16594"/>
            <p:cNvSpPr/>
            <p:nvPr/>
          </p:nvSpPr>
          <p:spPr>
            <a:xfrm>
              <a:off x="4179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3" name="obj_16595"/>
            <p:cNvSpPr/>
            <p:nvPr/>
          </p:nvSpPr>
          <p:spPr>
            <a:xfrm>
              <a:off x="4305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4" name="obj_16596"/>
            <p:cNvSpPr/>
            <p:nvPr/>
          </p:nvSpPr>
          <p:spPr>
            <a:xfrm>
              <a:off x="4344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5" name="obj_16597"/>
            <p:cNvSpPr/>
            <p:nvPr/>
          </p:nvSpPr>
          <p:spPr>
            <a:xfrm>
              <a:off x="4470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6" name="obj_16598"/>
            <p:cNvSpPr/>
            <p:nvPr/>
          </p:nvSpPr>
          <p:spPr>
            <a:xfrm>
              <a:off x="4495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7" name="obj_16599"/>
            <p:cNvSpPr/>
            <p:nvPr/>
          </p:nvSpPr>
          <p:spPr>
            <a:xfrm>
              <a:off x="4635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8" name="obj_16600"/>
            <p:cNvSpPr/>
            <p:nvPr/>
          </p:nvSpPr>
          <p:spPr>
            <a:xfrm>
              <a:off x="4800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9" name="obj_16601"/>
            <p:cNvSpPr/>
            <p:nvPr/>
          </p:nvSpPr>
          <p:spPr>
            <a:xfrm>
              <a:off x="4965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0" name="obj_16602"/>
            <p:cNvSpPr/>
            <p:nvPr/>
          </p:nvSpPr>
          <p:spPr>
            <a:xfrm>
              <a:off x="5130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1" name="obj_16603"/>
            <p:cNvSpPr/>
            <p:nvPr/>
          </p:nvSpPr>
          <p:spPr>
            <a:xfrm>
              <a:off x="5295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2" name="obj_16604"/>
            <p:cNvSpPr/>
            <p:nvPr/>
          </p:nvSpPr>
          <p:spPr>
            <a:xfrm>
              <a:off x="5461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3" name="obj_16605"/>
            <p:cNvSpPr/>
            <p:nvPr/>
          </p:nvSpPr>
          <p:spPr>
            <a:xfrm>
              <a:off x="5626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4" name="obj_16606"/>
            <p:cNvSpPr/>
            <p:nvPr/>
          </p:nvSpPr>
          <p:spPr>
            <a:xfrm>
              <a:off x="5791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5" name="obj_16607"/>
            <p:cNvSpPr/>
            <p:nvPr/>
          </p:nvSpPr>
          <p:spPr>
            <a:xfrm>
              <a:off x="3479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6" name="obj_16608"/>
            <p:cNvSpPr/>
            <p:nvPr/>
          </p:nvSpPr>
          <p:spPr>
            <a:xfrm>
              <a:off x="3519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7" name="obj_16609"/>
            <p:cNvSpPr/>
            <p:nvPr/>
          </p:nvSpPr>
          <p:spPr>
            <a:xfrm>
              <a:off x="3644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8" name="obj_16610"/>
            <p:cNvSpPr/>
            <p:nvPr/>
          </p:nvSpPr>
          <p:spPr>
            <a:xfrm>
              <a:off x="3684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9" name="obj_16611"/>
            <p:cNvSpPr/>
            <p:nvPr/>
          </p:nvSpPr>
          <p:spPr>
            <a:xfrm>
              <a:off x="3664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0" name="obj_16612"/>
            <p:cNvSpPr txBox="1"/>
            <p:nvPr/>
          </p:nvSpPr>
          <p:spPr>
            <a:xfrm>
              <a:off x="3664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2821" name="obj_16613"/>
            <p:cNvSpPr/>
            <p:nvPr/>
          </p:nvSpPr>
          <p:spPr>
            <a:xfrm>
              <a:off x="3810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2" name="obj_16614"/>
            <p:cNvSpPr/>
            <p:nvPr/>
          </p:nvSpPr>
          <p:spPr>
            <a:xfrm>
              <a:off x="3849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3" name="obj_16615"/>
            <p:cNvSpPr/>
            <p:nvPr/>
          </p:nvSpPr>
          <p:spPr>
            <a:xfrm>
              <a:off x="3975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4" name="obj_16616"/>
            <p:cNvSpPr/>
            <p:nvPr/>
          </p:nvSpPr>
          <p:spPr>
            <a:xfrm>
              <a:off x="4014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5" name="obj_16617"/>
            <p:cNvSpPr/>
            <p:nvPr/>
          </p:nvSpPr>
          <p:spPr>
            <a:xfrm>
              <a:off x="4140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6" name="obj_16618"/>
            <p:cNvSpPr/>
            <p:nvPr/>
          </p:nvSpPr>
          <p:spPr>
            <a:xfrm>
              <a:off x="4179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7" name="obj_16619"/>
            <p:cNvSpPr/>
            <p:nvPr/>
          </p:nvSpPr>
          <p:spPr>
            <a:xfrm>
              <a:off x="4305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8" name="obj_16620"/>
            <p:cNvSpPr/>
            <p:nvPr/>
          </p:nvSpPr>
          <p:spPr>
            <a:xfrm>
              <a:off x="4344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9" name="obj_16621"/>
            <p:cNvSpPr/>
            <p:nvPr/>
          </p:nvSpPr>
          <p:spPr>
            <a:xfrm>
              <a:off x="4470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0" name="obj_16622"/>
            <p:cNvSpPr/>
            <p:nvPr/>
          </p:nvSpPr>
          <p:spPr>
            <a:xfrm>
              <a:off x="44958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1" name="obj_16623"/>
            <p:cNvSpPr/>
            <p:nvPr/>
          </p:nvSpPr>
          <p:spPr>
            <a:xfrm>
              <a:off x="4635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2" name="obj_16624"/>
            <p:cNvSpPr/>
            <p:nvPr/>
          </p:nvSpPr>
          <p:spPr>
            <a:xfrm>
              <a:off x="4800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3" name="obj_16625"/>
            <p:cNvSpPr/>
            <p:nvPr/>
          </p:nvSpPr>
          <p:spPr>
            <a:xfrm>
              <a:off x="4965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4" name="obj_16626"/>
            <p:cNvSpPr/>
            <p:nvPr/>
          </p:nvSpPr>
          <p:spPr>
            <a:xfrm>
              <a:off x="5130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5" name="obj_16627"/>
            <p:cNvSpPr/>
            <p:nvPr/>
          </p:nvSpPr>
          <p:spPr>
            <a:xfrm>
              <a:off x="5295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6" name="obj_16628"/>
            <p:cNvSpPr/>
            <p:nvPr/>
          </p:nvSpPr>
          <p:spPr>
            <a:xfrm>
              <a:off x="5461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7" name="obj_16629"/>
            <p:cNvSpPr/>
            <p:nvPr/>
          </p:nvSpPr>
          <p:spPr>
            <a:xfrm>
              <a:off x="5626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8" name="obj_16630"/>
            <p:cNvSpPr/>
            <p:nvPr/>
          </p:nvSpPr>
          <p:spPr>
            <a:xfrm>
              <a:off x="5645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9" name="obj_16631"/>
            <p:cNvSpPr txBox="1"/>
            <p:nvPr/>
          </p:nvSpPr>
          <p:spPr>
            <a:xfrm>
              <a:off x="5645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2840" name="obj_16632"/>
            <p:cNvSpPr/>
            <p:nvPr/>
          </p:nvSpPr>
          <p:spPr>
            <a:xfrm>
              <a:off x="5791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1" name="obj_16633"/>
            <p:cNvSpPr/>
            <p:nvPr/>
          </p:nvSpPr>
          <p:spPr>
            <a:xfrm>
              <a:off x="3479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2" name="obj_16634"/>
            <p:cNvSpPr/>
            <p:nvPr/>
          </p:nvSpPr>
          <p:spPr>
            <a:xfrm>
              <a:off x="3519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3" name="obj_16635"/>
            <p:cNvSpPr/>
            <p:nvPr/>
          </p:nvSpPr>
          <p:spPr>
            <a:xfrm>
              <a:off x="3644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4" name="obj_16636"/>
            <p:cNvSpPr/>
            <p:nvPr/>
          </p:nvSpPr>
          <p:spPr>
            <a:xfrm>
              <a:off x="3684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5" name="obj_16637"/>
            <p:cNvSpPr/>
            <p:nvPr/>
          </p:nvSpPr>
          <p:spPr>
            <a:xfrm>
              <a:off x="3810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6" name="obj_16638"/>
            <p:cNvSpPr/>
            <p:nvPr/>
          </p:nvSpPr>
          <p:spPr>
            <a:xfrm>
              <a:off x="3849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7" name="obj_16639"/>
            <p:cNvSpPr/>
            <p:nvPr/>
          </p:nvSpPr>
          <p:spPr>
            <a:xfrm>
              <a:off x="3975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8" name="obj_16640"/>
            <p:cNvSpPr/>
            <p:nvPr/>
          </p:nvSpPr>
          <p:spPr>
            <a:xfrm>
              <a:off x="4014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9" name="obj_16641"/>
            <p:cNvSpPr/>
            <p:nvPr/>
          </p:nvSpPr>
          <p:spPr>
            <a:xfrm>
              <a:off x="4140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0" name="obj_16642"/>
            <p:cNvSpPr/>
            <p:nvPr/>
          </p:nvSpPr>
          <p:spPr>
            <a:xfrm>
              <a:off x="4179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1" name="obj_16643"/>
            <p:cNvSpPr/>
            <p:nvPr/>
          </p:nvSpPr>
          <p:spPr>
            <a:xfrm>
              <a:off x="4305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2" name="obj_16644"/>
            <p:cNvSpPr/>
            <p:nvPr/>
          </p:nvSpPr>
          <p:spPr>
            <a:xfrm>
              <a:off x="4344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3" name="obj_16645"/>
            <p:cNvSpPr/>
            <p:nvPr/>
          </p:nvSpPr>
          <p:spPr>
            <a:xfrm>
              <a:off x="4470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4" name="obj_16646"/>
            <p:cNvSpPr/>
            <p:nvPr/>
          </p:nvSpPr>
          <p:spPr>
            <a:xfrm>
              <a:off x="4495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5" name="obj_16647"/>
            <p:cNvSpPr/>
            <p:nvPr/>
          </p:nvSpPr>
          <p:spPr>
            <a:xfrm>
              <a:off x="4635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6" name="obj_16648"/>
            <p:cNvSpPr/>
            <p:nvPr/>
          </p:nvSpPr>
          <p:spPr>
            <a:xfrm>
              <a:off x="4660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7" name="obj_16649"/>
            <p:cNvSpPr/>
            <p:nvPr/>
          </p:nvSpPr>
          <p:spPr>
            <a:xfrm>
              <a:off x="4800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8" name="obj_16650"/>
            <p:cNvSpPr/>
            <p:nvPr/>
          </p:nvSpPr>
          <p:spPr>
            <a:xfrm>
              <a:off x="4965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9" name="obj_16651"/>
            <p:cNvSpPr/>
            <p:nvPr/>
          </p:nvSpPr>
          <p:spPr>
            <a:xfrm>
              <a:off x="5130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0" name="obj_16652"/>
            <p:cNvSpPr/>
            <p:nvPr/>
          </p:nvSpPr>
          <p:spPr>
            <a:xfrm>
              <a:off x="5295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1" name="obj_16653"/>
            <p:cNvSpPr/>
            <p:nvPr/>
          </p:nvSpPr>
          <p:spPr>
            <a:xfrm>
              <a:off x="5461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2" name="obj_16654"/>
            <p:cNvSpPr/>
            <p:nvPr/>
          </p:nvSpPr>
          <p:spPr>
            <a:xfrm>
              <a:off x="5626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3" name="obj_16655"/>
            <p:cNvSpPr/>
            <p:nvPr/>
          </p:nvSpPr>
          <p:spPr>
            <a:xfrm>
              <a:off x="5791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4" name="obj_16656"/>
            <p:cNvSpPr/>
            <p:nvPr/>
          </p:nvSpPr>
          <p:spPr>
            <a:xfrm>
              <a:off x="3479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5" name="obj_16657"/>
            <p:cNvSpPr/>
            <p:nvPr/>
          </p:nvSpPr>
          <p:spPr>
            <a:xfrm>
              <a:off x="3519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6" name="obj_16658"/>
            <p:cNvSpPr/>
            <p:nvPr/>
          </p:nvSpPr>
          <p:spPr>
            <a:xfrm>
              <a:off x="3644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7" name="obj_16659"/>
            <p:cNvSpPr/>
            <p:nvPr/>
          </p:nvSpPr>
          <p:spPr>
            <a:xfrm>
              <a:off x="3684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8" name="obj_16660"/>
            <p:cNvSpPr/>
            <p:nvPr/>
          </p:nvSpPr>
          <p:spPr>
            <a:xfrm>
              <a:off x="3810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9" name="obj_16661"/>
            <p:cNvSpPr/>
            <p:nvPr/>
          </p:nvSpPr>
          <p:spPr>
            <a:xfrm>
              <a:off x="3849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0" name="obj_16662"/>
            <p:cNvSpPr/>
            <p:nvPr/>
          </p:nvSpPr>
          <p:spPr>
            <a:xfrm>
              <a:off x="3975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1" name="obj_16663"/>
            <p:cNvSpPr/>
            <p:nvPr/>
          </p:nvSpPr>
          <p:spPr>
            <a:xfrm>
              <a:off x="4014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2" name="obj_16664"/>
            <p:cNvSpPr/>
            <p:nvPr/>
          </p:nvSpPr>
          <p:spPr>
            <a:xfrm>
              <a:off x="4140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3" name="obj_16665"/>
            <p:cNvSpPr/>
            <p:nvPr/>
          </p:nvSpPr>
          <p:spPr>
            <a:xfrm>
              <a:off x="4179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4" name="obj_16666"/>
            <p:cNvSpPr/>
            <p:nvPr/>
          </p:nvSpPr>
          <p:spPr>
            <a:xfrm>
              <a:off x="4305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5" name="obj_16667"/>
            <p:cNvSpPr/>
            <p:nvPr/>
          </p:nvSpPr>
          <p:spPr>
            <a:xfrm>
              <a:off x="4344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6" name="obj_16668"/>
            <p:cNvSpPr/>
            <p:nvPr/>
          </p:nvSpPr>
          <p:spPr>
            <a:xfrm>
              <a:off x="4470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7" name="obj_16669"/>
            <p:cNvSpPr/>
            <p:nvPr/>
          </p:nvSpPr>
          <p:spPr>
            <a:xfrm>
              <a:off x="4510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8" name="obj_16670"/>
            <p:cNvSpPr/>
            <p:nvPr/>
          </p:nvSpPr>
          <p:spPr>
            <a:xfrm>
              <a:off x="4635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9" name="obj_16671"/>
            <p:cNvSpPr/>
            <p:nvPr/>
          </p:nvSpPr>
          <p:spPr>
            <a:xfrm>
              <a:off x="46751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0" name="obj_16672"/>
            <p:cNvSpPr/>
            <p:nvPr/>
          </p:nvSpPr>
          <p:spPr>
            <a:xfrm>
              <a:off x="4800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1" name="obj_16673"/>
            <p:cNvSpPr/>
            <p:nvPr/>
          </p:nvSpPr>
          <p:spPr>
            <a:xfrm>
              <a:off x="48260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2" name="obj_16674"/>
            <p:cNvSpPr/>
            <p:nvPr/>
          </p:nvSpPr>
          <p:spPr>
            <a:xfrm>
              <a:off x="4965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3" name="obj_16675"/>
            <p:cNvSpPr/>
            <p:nvPr/>
          </p:nvSpPr>
          <p:spPr>
            <a:xfrm>
              <a:off x="5130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4" name="obj_16676"/>
            <p:cNvSpPr/>
            <p:nvPr/>
          </p:nvSpPr>
          <p:spPr>
            <a:xfrm>
              <a:off x="5295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5" name="obj_16677"/>
            <p:cNvSpPr/>
            <p:nvPr/>
          </p:nvSpPr>
          <p:spPr>
            <a:xfrm>
              <a:off x="5461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6" name="obj_16678"/>
            <p:cNvSpPr/>
            <p:nvPr/>
          </p:nvSpPr>
          <p:spPr>
            <a:xfrm>
              <a:off x="5626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7" name="obj_16679"/>
            <p:cNvSpPr/>
            <p:nvPr/>
          </p:nvSpPr>
          <p:spPr>
            <a:xfrm>
              <a:off x="5791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8" name="obj_16680"/>
            <p:cNvSpPr/>
            <p:nvPr/>
          </p:nvSpPr>
          <p:spPr>
            <a:xfrm>
              <a:off x="3479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9" name="obj_16681"/>
            <p:cNvSpPr/>
            <p:nvPr/>
          </p:nvSpPr>
          <p:spPr>
            <a:xfrm>
              <a:off x="35194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0" name="obj_16682"/>
            <p:cNvSpPr/>
            <p:nvPr/>
          </p:nvSpPr>
          <p:spPr>
            <a:xfrm>
              <a:off x="3644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1" name="obj_16683"/>
            <p:cNvSpPr/>
            <p:nvPr/>
          </p:nvSpPr>
          <p:spPr>
            <a:xfrm>
              <a:off x="3684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2" name="obj_16684"/>
            <p:cNvSpPr/>
            <p:nvPr/>
          </p:nvSpPr>
          <p:spPr>
            <a:xfrm>
              <a:off x="3810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3" name="obj_16685"/>
            <p:cNvSpPr/>
            <p:nvPr/>
          </p:nvSpPr>
          <p:spPr>
            <a:xfrm>
              <a:off x="3975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4" name="obj_16686"/>
            <p:cNvSpPr/>
            <p:nvPr/>
          </p:nvSpPr>
          <p:spPr>
            <a:xfrm>
              <a:off x="4140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5" name="obj_16687"/>
            <p:cNvSpPr/>
            <p:nvPr/>
          </p:nvSpPr>
          <p:spPr>
            <a:xfrm>
              <a:off x="41798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6" name="obj_16688"/>
            <p:cNvSpPr/>
            <p:nvPr/>
          </p:nvSpPr>
          <p:spPr>
            <a:xfrm>
              <a:off x="4305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7" name="obj_16689"/>
            <p:cNvSpPr/>
            <p:nvPr/>
          </p:nvSpPr>
          <p:spPr>
            <a:xfrm>
              <a:off x="43449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8" name="obj_16690"/>
            <p:cNvSpPr/>
            <p:nvPr/>
          </p:nvSpPr>
          <p:spPr>
            <a:xfrm>
              <a:off x="4470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9" name="obj_16691"/>
            <p:cNvSpPr/>
            <p:nvPr/>
          </p:nvSpPr>
          <p:spPr>
            <a:xfrm>
              <a:off x="45100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0" name="obj_16692"/>
            <p:cNvSpPr/>
            <p:nvPr/>
          </p:nvSpPr>
          <p:spPr>
            <a:xfrm>
              <a:off x="4635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1" name="obj_16693"/>
            <p:cNvSpPr/>
            <p:nvPr/>
          </p:nvSpPr>
          <p:spPr>
            <a:xfrm>
              <a:off x="4800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2" name="obj_16694"/>
            <p:cNvSpPr/>
            <p:nvPr/>
          </p:nvSpPr>
          <p:spPr>
            <a:xfrm>
              <a:off x="4965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3" name="obj_16695"/>
            <p:cNvSpPr/>
            <p:nvPr/>
          </p:nvSpPr>
          <p:spPr>
            <a:xfrm>
              <a:off x="5130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4" name="obj_16696"/>
            <p:cNvSpPr/>
            <p:nvPr/>
          </p:nvSpPr>
          <p:spPr>
            <a:xfrm>
              <a:off x="5295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5" name="obj_16697"/>
            <p:cNvSpPr/>
            <p:nvPr/>
          </p:nvSpPr>
          <p:spPr>
            <a:xfrm>
              <a:off x="5461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6" name="obj_16698"/>
            <p:cNvSpPr/>
            <p:nvPr/>
          </p:nvSpPr>
          <p:spPr>
            <a:xfrm>
              <a:off x="5626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7" name="obj_16699"/>
            <p:cNvSpPr/>
            <p:nvPr/>
          </p:nvSpPr>
          <p:spPr>
            <a:xfrm>
              <a:off x="5791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8" name="obj_16700"/>
            <p:cNvSpPr/>
            <p:nvPr/>
          </p:nvSpPr>
          <p:spPr>
            <a:xfrm>
              <a:off x="3479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9" name="obj_16701"/>
            <p:cNvSpPr/>
            <p:nvPr/>
          </p:nvSpPr>
          <p:spPr>
            <a:xfrm>
              <a:off x="3519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0" name="obj_16702"/>
            <p:cNvSpPr/>
            <p:nvPr/>
          </p:nvSpPr>
          <p:spPr>
            <a:xfrm>
              <a:off x="3644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1" name="obj_16703"/>
            <p:cNvSpPr/>
            <p:nvPr/>
          </p:nvSpPr>
          <p:spPr>
            <a:xfrm>
              <a:off x="3684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2" name="obj_16704"/>
            <p:cNvSpPr/>
            <p:nvPr/>
          </p:nvSpPr>
          <p:spPr>
            <a:xfrm>
              <a:off x="3810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3" name="obj_16705"/>
            <p:cNvSpPr/>
            <p:nvPr/>
          </p:nvSpPr>
          <p:spPr>
            <a:xfrm>
              <a:off x="3849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4" name="obj_16706"/>
            <p:cNvSpPr/>
            <p:nvPr/>
          </p:nvSpPr>
          <p:spPr>
            <a:xfrm>
              <a:off x="3975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5" name="obj_16707"/>
            <p:cNvSpPr/>
            <p:nvPr/>
          </p:nvSpPr>
          <p:spPr>
            <a:xfrm>
              <a:off x="40147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6" name="obj_16708"/>
            <p:cNvSpPr/>
            <p:nvPr/>
          </p:nvSpPr>
          <p:spPr>
            <a:xfrm>
              <a:off x="4140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7" name="obj_16709"/>
            <p:cNvSpPr/>
            <p:nvPr/>
          </p:nvSpPr>
          <p:spPr>
            <a:xfrm>
              <a:off x="41798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8" name="obj_16710"/>
            <p:cNvSpPr/>
            <p:nvPr/>
          </p:nvSpPr>
          <p:spPr>
            <a:xfrm>
              <a:off x="4305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9" name="obj_16711"/>
            <p:cNvSpPr/>
            <p:nvPr/>
          </p:nvSpPr>
          <p:spPr>
            <a:xfrm>
              <a:off x="43307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0" name="obj_16712"/>
            <p:cNvSpPr/>
            <p:nvPr/>
          </p:nvSpPr>
          <p:spPr>
            <a:xfrm>
              <a:off x="4470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1" name="obj_16713"/>
            <p:cNvSpPr/>
            <p:nvPr/>
          </p:nvSpPr>
          <p:spPr>
            <a:xfrm>
              <a:off x="44958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2" name="obj_16714"/>
            <p:cNvSpPr/>
            <p:nvPr/>
          </p:nvSpPr>
          <p:spPr>
            <a:xfrm>
              <a:off x="4635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3" name="obj_16715"/>
            <p:cNvSpPr/>
            <p:nvPr/>
          </p:nvSpPr>
          <p:spPr>
            <a:xfrm>
              <a:off x="4800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4" name="obj_16716"/>
            <p:cNvSpPr/>
            <p:nvPr/>
          </p:nvSpPr>
          <p:spPr>
            <a:xfrm>
              <a:off x="4965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5" name="obj_16717"/>
            <p:cNvSpPr/>
            <p:nvPr/>
          </p:nvSpPr>
          <p:spPr>
            <a:xfrm>
              <a:off x="5130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6" name="obj_16718"/>
            <p:cNvSpPr/>
            <p:nvPr/>
          </p:nvSpPr>
          <p:spPr>
            <a:xfrm>
              <a:off x="5295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7" name="obj_16719"/>
            <p:cNvSpPr/>
            <p:nvPr/>
          </p:nvSpPr>
          <p:spPr>
            <a:xfrm>
              <a:off x="5461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8" name="obj_16720"/>
            <p:cNvSpPr/>
            <p:nvPr/>
          </p:nvSpPr>
          <p:spPr>
            <a:xfrm>
              <a:off x="5626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9" name="obj_16721"/>
            <p:cNvSpPr/>
            <p:nvPr/>
          </p:nvSpPr>
          <p:spPr>
            <a:xfrm>
              <a:off x="5791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0" name="obj_16722"/>
            <p:cNvSpPr/>
            <p:nvPr/>
          </p:nvSpPr>
          <p:spPr>
            <a:xfrm>
              <a:off x="3479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1" name="obj_16723"/>
            <p:cNvSpPr/>
            <p:nvPr/>
          </p:nvSpPr>
          <p:spPr>
            <a:xfrm>
              <a:off x="35194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2" name="obj_16724"/>
            <p:cNvSpPr/>
            <p:nvPr/>
          </p:nvSpPr>
          <p:spPr>
            <a:xfrm>
              <a:off x="3644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3" name="obj_16725"/>
            <p:cNvSpPr/>
            <p:nvPr/>
          </p:nvSpPr>
          <p:spPr>
            <a:xfrm>
              <a:off x="3684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4" name="obj_16726"/>
            <p:cNvSpPr/>
            <p:nvPr/>
          </p:nvSpPr>
          <p:spPr>
            <a:xfrm>
              <a:off x="3810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5" name="obj_16727"/>
            <p:cNvSpPr/>
            <p:nvPr/>
          </p:nvSpPr>
          <p:spPr>
            <a:xfrm>
              <a:off x="38496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6" name="obj_16728"/>
            <p:cNvSpPr/>
            <p:nvPr/>
          </p:nvSpPr>
          <p:spPr>
            <a:xfrm>
              <a:off x="3975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7" name="obj_16729"/>
            <p:cNvSpPr/>
            <p:nvPr/>
          </p:nvSpPr>
          <p:spPr>
            <a:xfrm>
              <a:off x="40147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8" name="obj_16730"/>
            <p:cNvSpPr/>
            <p:nvPr/>
          </p:nvSpPr>
          <p:spPr>
            <a:xfrm>
              <a:off x="4140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9" name="obj_16731"/>
            <p:cNvSpPr/>
            <p:nvPr/>
          </p:nvSpPr>
          <p:spPr>
            <a:xfrm>
              <a:off x="41656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0" name="obj_16732"/>
            <p:cNvSpPr/>
            <p:nvPr/>
          </p:nvSpPr>
          <p:spPr>
            <a:xfrm>
              <a:off x="4305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1" name="obj_16733"/>
            <p:cNvSpPr/>
            <p:nvPr/>
          </p:nvSpPr>
          <p:spPr>
            <a:xfrm>
              <a:off x="4470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2" name="obj_16734"/>
            <p:cNvSpPr/>
            <p:nvPr/>
          </p:nvSpPr>
          <p:spPr>
            <a:xfrm>
              <a:off x="4635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3" name="obj_16735"/>
            <p:cNvSpPr/>
            <p:nvPr/>
          </p:nvSpPr>
          <p:spPr>
            <a:xfrm>
              <a:off x="4800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4" name="obj_16736"/>
            <p:cNvSpPr/>
            <p:nvPr/>
          </p:nvSpPr>
          <p:spPr>
            <a:xfrm>
              <a:off x="4965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5" name="obj_16737"/>
            <p:cNvSpPr/>
            <p:nvPr/>
          </p:nvSpPr>
          <p:spPr>
            <a:xfrm>
              <a:off x="5130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6" name="obj_16738"/>
            <p:cNvSpPr/>
            <p:nvPr/>
          </p:nvSpPr>
          <p:spPr>
            <a:xfrm>
              <a:off x="5295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7" name="obj_16739"/>
            <p:cNvSpPr/>
            <p:nvPr/>
          </p:nvSpPr>
          <p:spPr>
            <a:xfrm>
              <a:off x="5461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8" name="obj_16740"/>
            <p:cNvSpPr/>
            <p:nvPr/>
          </p:nvSpPr>
          <p:spPr>
            <a:xfrm>
              <a:off x="5626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9" name="obj_16741"/>
            <p:cNvSpPr/>
            <p:nvPr/>
          </p:nvSpPr>
          <p:spPr>
            <a:xfrm>
              <a:off x="5791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0" name="obj_16742"/>
            <p:cNvSpPr txBox="1"/>
            <p:nvPr/>
          </p:nvSpPr>
          <p:spPr>
            <a:xfrm>
              <a:off x="3403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60</a:t>
              </a:r>
            </a:p>
          </p:txBody>
        </p:sp>
        <p:sp>
          <p:nvSpPr>
            <p:cNvPr id="2951" name="obj_16743"/>
            <p:cNvSpPr txBox="1"/>
            <p:nvPr/>
          </p:nvSpPr>
          <p:spPr>
            <a:xfrm>
              <a:off x="3403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Поиск продолжается</a:t>
              </a:r>
            </a:p>
          </p:txBody>
        </p:sp>
        <p:sp>
          <p:nvSpPr>
            <p:cNvPr id="2952" name="obj_16744"/>
            <p:cNvSpPr txBox="1"/>
            <p:nvPr/>
          </p:nvSpPr>
          <p:spPr>
            <a:xfrm>
              <a:off x="6197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Greedy</a:t>
              </a:r>
            </a:p>
          </p:txBody>
        </p:sp>
        <p:sp>
          <p:nvSpPr>
            <p:cNvPr id="2953" name="obj_16745"/>
            <p:cNvSpPr/>
            <p:nvPr/>
          </p:nvSpPr>
          <p:spPr>
            <a:xfrm>
              <a:off x="5956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4" name="obj_16746"/>
            <p:cNvSpPr/>
            <p:nvPr/>
          </p:nvSpPr>
          <p:spPr>
            <a:xfrm>
              <a:off x="6273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5" name="obj_16747"/>
            <p:cNvSpPr/>
            <p:nvPr/>
          </p:nvSpPr>
          <p:spPr>
            <a:xfrm>
              <a:off x="6438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6" name="obj_16748"/>
            <p:cNvSpPr/>
            <p:nvPr/>
          </p:nvSpPr>
          <p:spPr>
            <a:xfrm>
              <a:off x="6604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7" name="obj_16749"/>
            <p:cNvSpPr/>
            <p:nvPr/>
          </p:nvSpPr>
          <p:spPr>
            <a:xfrm>
              <a:off x="6769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8" name="obj_16750"/>
            <p:cNvSpPr/>
            <p:nvPr/>
          </p:nvSpPr>
          <p:spPr>
            <a:xfrm>
              <a:off x="6934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9" name="obj_16751"/>
            <p:cNvSpPr/>
            <p:nvPr/>
          </p:nvSpPr>
          <p:spPr>
            <a:xfrm>
              <a:off x="7099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0" name="obj_16752"/>
            <p:cNvSpPr/>
            <p:nvPr/>
          </p:nvSpPr>
          <p:spPr>
            <a:xfrm>
              <a:off x="7264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1" name="obj_16753"/>
            <p:cNvSpPr/>
            <p:nvPr/>
          </p:nvSpPr>
          <p:spPr>
            <a:xfrm>
              <a:off x="7429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2" name="obj_16754"/>
            <p:cNvSpPr/>
            <p:nvPr/>
          </p:nvSpPr>
          <p:spPr>
            <a:xfrm>
              <a:off x="7594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3" name="obj_16755"/>
            <p:cNvSpPr/>
            <p:nvPr/>
          </p:nvSpPr>
          <p:spPr>
            <a:xfrm>
              <a:off x="7759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4" name="obj_16756"/>
            <p:cNvSpPr/>
            <p:nvPr/>
          </p:nvSpPr>
          <p:spPr>
            <a:xfrm>
              <a:off x="7924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5" name="obj_16757"/>
            <p:cNvSpPr/>
            <p:nvPr/>
          </p:nvSpPr>
          <p:spPr>
            <a:xfrm>
              <a:off x="8089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6" name="obj_16758"/>
            <p:cNvSpPr/>
            <p:nvPr/>
          </p:nvSpPr>
          <p:spPr>
            <a:xfrm>
              <a:off x="8255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7" name="obj_16759"/>
            <p:cNvSpPr/>
            <p:nvPr/>
          </p:nvSpPr>
          <p:spPr>
            <a:xfrm>
              <a:off x="8420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8" name="obj_16760"/>
            <p:cNvSpPr/>
            <p:nvPr/>
          </p:nvSpPr>
          <p:spPr>
            <a:xfrm>
              <a:off x="8585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9" name="obj_16761"/>
            <p:cNvSpPr/>
            <p:nvPr/>
          </p:nvSpPr>
          <p:spPr>
            <a:xfrm>
              <a:off x="6273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0" name="obj_16762"/>
            <p:cNvSpPr/>
            <p:nvPr/>
          </p:nvSpPr>
          <p:spPr>
            <a:xfrm>
              <a:off x="6438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1" name="obj_16763"/>
            <p:cNvSpPr/>
            <p:nvPr/>
          </p:nvSpPr>
          <p:spPr>
            <a:xfrm>
              <a:off x="6604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2" name="obj_16764"/>
            <p:cNvSpPr/>
            <p:nvPr/>
          </p:nvSpPr>
          <p:spPr>
            <a:xfrm>
              <a:off x="6769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3" name="obj_16765"/>
            <p:cNvSpPr/>
            <p:nvPr/>
          </p:nvSpPr>
          <p:spPr>
            <a:xfrm>
              <a:off x="6934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4" name="obj_16766"/>
            <p:cNvSpPr/>
            <p:nvPr/>
          </p:nvSpPr>
          <p:spPr>
            <a:xfrm>
              <a:off x="7099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5" name="obj_16767"/>
            <p:cNvSpPr/>
            <p:nvPr/>
          </p:nvSpPr>
          <p:spPr>
            <a:xfrm>
              <a:off x="7264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6" name="obj_16768"/>
            <p:cNvSpPr/>
            <p:nvPr/>
          </p:nvSpPr>
          <p:spPr>
            <a:xfrm>
              <a:off x="7429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7" name="obj_16769"/>
            <p:cNvSpPr/>
            <p:nvPr/>
          </p:nvSpPr>
          <p:spPr>
            <a:xfrm>
              <a:off x="7594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8" name="obj_16770"/>
            <p:cNvSpPr/>
            <p:nvPr/>
          </p:nvSpPr>
          <p:spPr>
            <a:xfrm>
              <a:off x="7759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9" name="obj_16771"/>
            <p:cNvSpPr/>
            <p:nvPr/>
          </p:nvSpPr>
          <p:spPr>
            <a:xfrm>
              <a:off x="7924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0" name="obj_16772"/>
            <p:cNvSpPr/>
            <p:nvPr/>
          </p:nvSpPr>
          <p:spPr>
            <a:xfrm>
              <a:off x="8089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1" name="obj_16773"/>
            <p:cNvSpPr/>
            <p:nvPr/>
          </p:nvSpPr>
          <p:spPr>
            <a:xfrm>
              <a:off x="8255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2" name="obj_16774"/>
            <p:cNvSpPr/>
            <p:nvPr/>
          </p:nvSpPr>
          <p:spPr>
            <a:xfrm>
              <a:off x="8420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3" name="obj_16775"/>
            <p:cNvSpPr/>
            <p:nvPr/>
          </p:nvSpPr>
          <p:spPr>
            <a:xfrm>
              <a:off x="8585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4" name="obj_16776"/>
            <p:cNvSpPr/>
            <p:nvPr/>
          </p:nvSpPr>
          <p:spPr>
            <a:xfrm>
              <a:off x="6273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5" name="obj_16777"/>
            <p:cNvSpPr/>
            <p:nvPr/>
          </p:nvSpPr>
          <p:spPr>
            <a:xfrm>
              <a:off x="6438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6" name="obj_16778"/>
            <p:cNvSpPr/>
            <p:nvPr/>
          </p:nvSpPr>
          <p:spPr>
            <a:xfrm>
              <a:off x="6604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7" name="obj_16779"/>
            <p:cNvSpPr/>
            <p:nvPr/>
          </p:nvSpPr>
          <p:spPr>
            <a:xfrm>
              <a:off x="6769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8" name="obj_16780"/>
            <p:cNvSpPr/>
            <p:nvPr/>
          </p:nvSpPr>
          <p:spPr>
            <a:xfrm>
              <a:off x="6934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9" name="obj_16781"/>
            <p:cNvSpPr/>
            <p:nvPr/>
          </p:nvSpPr>
          <p:spPr>
            <a:xfrm>
              <a:off x="7099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0" name="obj_16782"/>
            <p:cNvSpPr/>
            <p:nvPr/>
          </p:nvSpPr>
          <p:spPr>
            <a:xfrm>
              <a:off x="7264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1" name="obj_16783"/>
            <p:cNvSpPr/>
            <p:nvPr/>
          </p:nvSpPr>
          <p:spPr>
            <a:xfrm>
              <a:off x="7429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2" name="obj_16784"/>
            <p:cNvSpPr/>
            <p:nvPr/>
          </p:nvSpPr>
          <p:spPr>
            <a:xfrm>
              <a:off x="7594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3" name="obj_16785"/>
            <p:cNvSpPr/>
            <p:nvPr/>
          </p:nvSpPr>
          <p:spPr>
            <a:xfrm>
              <a:off x="7759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4" name="obj_16786"/>
            <p:cNvSpPr/>
            <p:nvPr/>
          </p:nvSpPr>
          <p:spPr>
            <a:xfrm>
              <a:off x="7924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5" name="obj_16787"/>
            <p:cNvSpPr/>
            <p:nvPr/>
          </p:nvSpPr>
          <p:spPr>
            <a:xfrm>
              <a:off x="8089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6" name="obj_16788"/>
            <p:cNvSpPr/>
            <p:nvPr/>
          </p:nvSpPr>
          <p:spPr>
            <a:xfrm>
              <a:off x="8255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7" name="obj_16789"/>
            <p:cNvSpPr/>
            <p:nvPr/>
          </p:nvSpPr>
          <p:spPr>
            <a:xfrm>
              <a:off x="8420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8" name="obj_16790"/>
            <p:cNvSpPr/>
            <p:nvPr/>
          </p:nvSpPr>
          <p:spPr>
            <a:xfrm>
              <a:off x="8585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9" name="obj_16791"/>
            <p:cNvSpPr/>
            <p:nvPr/>
          </p:nvSpPr>
          <p:spPr>
            <a:xfrm>
              <a:off x="6273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0" name="obj_16792"/>
            <p:cNvSpPr/>
            <p:nvPr/>
          </p:nvSpPr>
          <p:spPr>
            <a:xfrm>
              <a:off x="6438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1" name="obj_16793"/>
            <p:cNvSpPr/>
            <p:nvPr/>
          </p:nvSpPr>
          <p:spPr>
            <a:xfrm>
              <a:off x="6604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2" name="obj_16794"/>
            <p:cNvSpPr/>
            <p:nvPr/>
          </p:nvSpPr>
          <p:spPr>
            <a:xfrm>
              <a:off x="6769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3" name="obj_16795"/>
            <p:cNvSpPr/>
            <p:nvPr/>
          </p:nvSpPr>
          <p:spPr>
            <a:xfrm>
              <a:off x="6934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4" name="obj_16796"/>
            <p:cNvSpPr/>
            <p:nvPr/>
          </p:nvSpPr>
          <p:spPr>
            <a:xfrm>
              <a:off x="7099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5" name="obj_16797"/>
            <p:cNvSpPr/>
            <p:nvPr/>
          </p:nvSpPr>
          <p:spPr>
            <a:xfrm>
              <a:off x="7264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6" name="obj_16798"/>
            <p:cNvSpPr/>
            <p:nvPr/>
          </p:nvSpPr>
          <p:spPr>
            <a:xfrm>
              <a:off x="7429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7" name="obj_16799"/>
            <p:cNvSpPr/>
            <p:nvPr/>
          </p:nvSpPr>
          <p:spPr>
            <a:xfrm>
              <a:off x="7594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8" name="obj_16800"/>
            <p:cNvSpPr/>
            <p:nvPr/>
          </p:nvSpPr>
          <p:spPr>
            <a:xfrm>
              <a:off x="7759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9" name="obj_16801"/>
            <p:cNvSpPr/>
            <p:nvPr/>
          </p:nvSpPr>
          <p:spPr>
            <a:xfrm>
              <a:off x="7924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0" name="obj_16802"/>
            <p:cNvSpPr/>
            <p:nvPr/>
          </p:nvSpPr>
          <p:spPr>
            <a:xfrm>
              <a:off x="8089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1" name="obj_16803"/>
            <p:cNvSpPr/>
            <p:nvPr/>
          </p:nvSpPr>
          <p:spPr>
            <a:xfrm>
              <a:off x="8255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2" name="obj_16804"/>
            <p:cNvSpPr/>
            <p:nvPr/>
          </p:nvSpPr>
          <p:spPr>
            <a:xfrm>
              <a:off x="8420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3" name="obj_16805"/>
            <p:cNvSpPr/>
            <p:nvPr/>
          </p:nvSpPr>
          <p:spPr>
            <a:xfrm>
              <a:off x="8585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4" name="obj_16806"/>
            <p:cNvSpPr/>
            <p:nvPr/>
          </p:nvSpPr>
          <p:spPr>
            <a:xfrm>
              <a:off x="6273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5" name="obj_16807"/>
            <p:cNvSpPr/>
            <p:nvPr/>
          </p:nvSpPr>
          <p:spPr>
            <a:xfrm>
              <a:off x="6438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6" name="obj_16808"/>
            <p:cNvSpPr/>
            <p:nvPr/>
          </p:nvSpPr>
          <p:spPr>
            <a:xfrm>
              <a:off x="6464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7" name="obj_16809"/>
            <p:cNvSpPr/>
            <p:nvPr/>
          </p:nvSpPr>
          <p:spPr>
            <a:xfrm>
              <a:off x="6604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8" name="obj_16810"/>
            <p:cNvSpPr/>
            <p:nvPr/>
          </p:nvSpPr>
          <p:spPr>
            <a:xfrm>
              <a:off x="6629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9" name="obj_16811"/>
            <p:cNvSpPr/>
            <p:nvPr/>
          </p:nvSpPr>
          <p:spPr>
            <a:xfrm>
              <a:off x="6769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0" name="obj_16812"/>
            <p:cNvSpPr/>
            <p:nvPr/>
          </p:nvSpPr>
          <p:spPr>
            <a:xfrm>
              <a:off x="67945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1" name="obj_16813"/>
            <p:cNvSpPr/>
            <p:nvPr/>
          </p:nvSpPr>
          <p:spPr>
            <a:xfrm>
              <a:off x="6934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2" name="obj_16814"/>
            <p:cNvSpPr/>
            <p:nvPr/>
          </p:nvSpPr>
          <p:spPr>
            <a:xfrm>
              <a:off x="69596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3" name="obj_16815"/>
            <p:cNvSpPr/>
            <p:nvPr/>
          </p:nvSpPr>
          <p:spPr>
            <a:xfrm>
              <a:off x="7099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4" name="obj_16816"/>
            <p:cNvSpPr/>
            <p:nvPr/>
          </p:nvSpPr>
          <p:spPr>
            <a:xfrm>
              <a:off x="71247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5" name="obj_16817"/>
            <p:cNvSpPr/>
            <p:nvPr/>
          </p:nvSpPr>
          <p:spPr>
            <a:xfrm>
              <a:off x="7264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6" name="obj_16818"/>
            <p:cNvSpPr/>
            <p:nvPr/>
          </p:nvSpPr>
          <p:spPr>
            <a:xfrm>
              <a:off x="7289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7" name="obj_16819"/>
            <p:cNvSpPr/>
            <p:nvPr/>
          </p:nvSpPr>
          <p:spPr>
            <a:xfrm>
              <a:off x="7429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8" name="obj_16820"/>
            <p:cNvSpPr/>
            <p:nvPr/>
          </p:nvSpPr>
          <p:spPr>
            <a:xfrm>
              <a:off x="74549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9" name="obj_16821"/>
            <p:cNvSpPr/>
            <p:nvPr/>
          </p:nvSpPr>
          <p:spPr>
            <a:xfrm>
              <a:off x="7594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0" name="obj_16822"/>
            <p:cNvSpPr/>
            <p:nvPr/>
          </p:nvSpPr>
          <p:spPr>
            <a:xfrm>
              <a:off x="76200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1" name="obj_16823"/>
            <p:cNvSpPr/>
            <p:nvPr/>
          </p:nvSpPr>
          <p:spPr>
            <a:xfrm>
              <a:off x="7759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2" name="obj_16824"/>
            <p:cNvSpPr/>
            <p:nvPr/>
          </p:nvSpPr>
          <p:spPr>
            <a:xfrm>
              <a:off x="77851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3" name="obj_16825"/>
            <p:cNvSpPr/>
            <p:nvPr/>
          </p:nvSpPr>
          <p:spPr>
            <a:xfrm>
              <a:off x="7924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4" name="obj_16826"/>
            <p:cNvSpPr/>
            <p:nvPr/>
          </p:nvSpPr>
          <p:spPr>
            <a:xfrm>
              <a:off x="79502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5" name="obj_16827"/>
            <p:cNvSpPr/>
            <p:nvPr/>
          </p:nvSpPr>
          <p:spPr>
            <a:xfrm>
              <a:off x="8089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6" name="obj_16828"/>
            <p:cNvSpPr/>
            <p:nvPr/>
          </p:nvSpPr>
          <p:spPr>
            <a:xfrm>
              <a:off x="8115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7" name="obj_16829"/>
            <p:cNvSpPr/>
            <p:nvPr/>
          </p:nvSpPr>
          <p:spPr>
            <a:xfrm>
              <a:off x="8255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8" name="obj_16830"/>
            <p:cNvSpPr/>
            <p:nvPr/>
          </p:nvSpPr>
          <p:spPr>
            <a:xfrm>
              <a:off x="8280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9" name="obj_16831"/>
            <p:cNvSpPr/>
            <p:nvPr/>
          </p:nvSpPr>
          <p:spPr>
            <a:xfrm>
              <a:off x="8420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0" name="obj_16832"/>
            <p:cNvSpPr/>
            <p:nvPr/>
          </p:nvSpPr>
          <p:spPr>
            <a:xfrm>
              <a:off x="8585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1" name="obj_16833"/>
            <p:cNvSpPr/>
            <p:nvPr/>
          </p:nvSpPr>
          <p:spPr>
            <a:xfrm>
              <a:off x="6273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2" name="obj_16834"/>
            <p:cNvSpPr/>
            <p:nvPr/>
          </p:nvSpPr>
          <p:spPr>
            <a:xfrm>
              <a:off x="62992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3" name="obj_16835"/>
            <p:cNvSpPr/>
            <p:nvPr/>
          </p:nvSpPr>
          <p:spPr>
            <a:xfrm>
              <a:off x="6438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4" name="obj_16836"/>
            <p:cNvSpPr/>
            <p:nvPr/>
          </p:nvSpPr>
          <p:spPr>
            <a:xfrm>
              <a:off x="6478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5" name="obj_16837"/>
            <p:cNvSpPr/>
            <p:nvPr/>
          </p:nvSpPr>
          <p:spPr>
            <a:xfrm>
              <a:off x="6458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6" name="obj_16838"/>
            <p:cNvSpPr txBox="1"/>
            <p:nvPr/>
          </p:nvSpPr>
          <p:spPr>
            <a:xfrm>
              <a:off x="6458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3047" name="obj_16839"/>
            <p:cNvSpPr/>
            <p:nvPr/>
          </p:nvSpPr>
          <p:spPr>
            <a:xfrm>
              <a:off x="6604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8" name="obj_16840"/>
            <p:cNvSpPr/>
            <p:nvPr/>
          </p:nvSpPr>
          <p:spPr>
            <a:xfrm>
              <a:off x="6643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9" name="obj_16841"/>
            <p:cNvSpPr/>
            <p:nvPr/>
          </p:nvSpPr>
          <p:spPr>
            <a:xfrm>
              <a:off x="6769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0" name="obj_16842"/>
            <p:cNvSpPr/>
            <p:nvPr/>
          </p:nvSpPr>
          <p:spPr>
            <a:xfrm>
              <a:off x="6808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1" name="obj_16843"/>
            <p:cNvSpPr/>
            <p:nvPr/>
          </p:nvSpPr>
          <p:spPr>
            <a:xfrm>
              <a:off x="6934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2" name="obj_16844"/>
            <p:cNvSpPr/>
            <p:nvPr/>
          </p:nvSpPr>
          <p:spPr>
            <a:xfrm>
              <a:off x="6973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3" name="obj_16845"/>
            <p:cNvSpPr/>
            <p:nvPr/>
          </p:nvSpPr>
          <p:spPr>
            <a:xfrm>
              <a:off x="7099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4" name="obj_16846"/>
            <p:cNvSpPr/>
            <p:nvPr/>
          </p:nvSpPr>
          <p:spPr>
            <a:xfrm>
              <a:off x="7138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5" name="obj_16847"/>
            <p:cNvSpPr/>
            <p:nvPr/>
          </p:nvSpPr>
          <p:spPr>
            <a:xfrm>
              <a:off x="7264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6" name="obj_16848"/>
            <p:cNvSpPr/>
            <p:nvPr/>
          </p:nvSpPr>
          <p:spPr>
            <a:xfrm>
              <a:off x="7304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7" name="obj_16849"/>
            <p:cNvSpPr/>
            <p:nvPr/>
          </p:nvSpPr>
          <p:spPr>
            <a:xfrm>
              <a:off x="7429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8" name="obj_16850"/>
            <p:cNvSpPr/>
            <p:nvPr/>
          </p:nvSpPr>
          <p:spPr>
            <a:xfrm>
              <a:off x="7469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9" name="obj_16851"/>
            <p:cNvSpPr/>
            <p:nvPr/>
          </p:nvSpPr>
          <p:spPr>
            <a:xfrm>
              <a:off x="7594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0" name="obj_16852"/>
            <p:cNvSpPr/>
            <p:nvPr/>
          </p:nvSpPr>
          <p:spPr>
            <a:xfrm>
              <a:off x="7634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1" name="obj_16853"/>
            <p:cNvSpPr/>
            <p:nvPr/>
          </p:nvSpPr>
          <p:spPr>
            <a:xfrm>
              <a:off x="7759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2" name="obj_16854"/>
            <p:cNvSpPr/>
            <p:nvPr/>
          </p:nvSpPr>
          <p:spPr>
            <a:xfrm>
              <a:off x="77993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3" name="obj_16855"/>
            <p:cNvSpPr/>
            <p:nvPr/>
          </p:nvSpPr>
          <p:spPr>
            <a:xfrm>
              <a:off x="7924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4" name="obj_16856"/>
            <p:cNvSpPr/>
            <p:nvPr/>
          </p:nvSpPr>
          <p:spPr>
            <a:xfrm>
              <a:off x="7964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5" name="obj_16857"/>
            <p:cNvSpPr/>
            <p:nvPr/>
          </p:nvSpPr>
          <p:spPr>
            <a:xfrm>
              <a:off x="8089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6" name="obj_16858"/>
            <p:cNvSpPr/>
            <p:nvPr/>
          </p:nvSpPr>
          <p:spPr>
            <a:xfrm>
              <a:off x="8129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7" name="obj_16859"/>
            <p:cNvSpPr/>
            <p:nvPr/>
          </p:nvSpPr>
          <p:spPr>
            <a:xfrm>
              <a:off x="8255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8" name="obj_16860"/>
            <p:cNvSpPr/>
            <p:nvPr/>
          </p:nvSpPr>
          <p:spPr>
            <a:xfrm>
              <a:off x="8294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9" name="obj_16861"/>
            <p:cNvSpPr/>
            <p:nvPr/>
          </p:nvSpPr>
          <p:spPr>
            <a:xfrm>
              <a:off x="8420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0" name="obj_16862"/>
            <p:cNvSpPr/>
            <p:nvPr/>
          </p:nvSpPr>
          <p:spPr>
            <a:xfrm>
              <a:off x="8439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1" name="obj_16863"/>
            <p:cNvSpPr txBox="1"/>
            <p:nvPr/>
          </p:nvSpPr>
          <p:spPr>
            <a:xfrm>
              <a:off x="8439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3072" name="obj_16864"/>
            <p:cNvSpPr/>
            <p:nvPr/>
          </p:nvSpPr>
          <p:spPr>
            <a:xfrm>
              <a:off x="8585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3" name="obj_16865"/>
            <p:cNvSpPr/>
            <p:nvPr/>
          </p:nvSpPr>
          <p:spPr>
            <a:xfrm>
              <a:off x="6273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4" name="obj_16866"/>
            <p:cNvSpPr/>
            <p:nvPr/>
          </p:nvSpPr>
          <p:spPr>
            <a:xfrm>
              <a:off x="6438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5" name="obj_16867"/>
            <p:cNvSpPr/>
            <p:nvPr/>
          </p:nvSpPr>
          <p:spPr>
            <a:xfrm>
              <a:off x="6464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6" name="obj_16868"/>
            <p:cNvSpPr/>
            <p:nvPr/>
          </p:nvSpPr>
          <p:spPr>
            <a:xfrm>
              <a:off x="6604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7" name="obj_16869"/>
            <p:cNvSpPr/>
            <p:nvPr/>
          </p:nvSpPr>
          <p:spPr>
            <a:xfrm>
              <a:off x="6629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8" name="obj_16870"/>
            <p:cNvSpPr/>
            <p:nvPr/>
          </p:nvSpPr>
          <p:spPr>
            <a:xfrm>
              <a:off x="6769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9" name="obj_16871"/>
            <p:cNvSpPr/>
            <p:nvPr/>
          </p:nvSpPr>
          <p:spPr>
            <a:xfrm>
              <a:off x="67945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0" name="obj_16872"/>
            <p:cNvSpPr/>
            <p:nvPr/>
          </p:nvSpPr>
          <p:spPr>
            <a:xfrm>
              <a:off x="6934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1" name="obj_16873"/>
            <p:cNvSpPr/>
            <p:nvPr/>
          </p:nvSpPr>
          <p:spPr>
            <a:xfrm>
              <a:off x="6959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2" name="obj_16874"/>
            <p:cNvSpPr/>
            <p:nvPr/>
          </p:nvSpPr>
          <p:spPr>
            <a:xfrm>
              <a:off x="7099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3" name="obj_16875"/>
            <p:cNvSpPr/>
            <p:nvPr/>
          </p:nvSpPr>
          <p:spPr>
            <a:xfrm>
              <a:off x="71247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4" name="obj_16876"/>
            <p:cNvSpPr/>
            <p:nvPr/>
          </p:nvSpPr>
          <p:spPr>
            <a:xfrm>
              <a:off x="7264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5" name="obj_16877"/>
            <p:cNvSpPr/>
            <p:nvPr/>
          </p:nvSpPr>
          <p:spPr>
            <a:xfrm>
              <a:off x="7289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6" name="obj_16878"/>
            <p:cNvSpPr/>
            <p:nvPr/>
          </p:nvSpPr>
          <p:spPr>
            <a:xfrm>
              <a:off x="7429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7" name="obj_16879"/>
            <p:cNvSpPr/>
            <p:nvPr/>
          </p:nvSpPr>
          <p:spPr>
            <a:xfrm>
              <a:off x="7454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8" name="obj_16880"/>
            <p:cNvSpPr/>
            <p:nvPr/>
          </p:nvSpPr>
          <p:spPr>
            <a:xfrm>
              <a:off x="7594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9" name="obj_16881"/>
            <p:cNvSpPr/>
            <p:nvPr/>
          </p:nvSpPr>
          <p:spPr>
            <a:xfrm>
              <a:off x="7620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0" name="obj_16882"/>
            <p:cNvSpPr/>
            <p:nvPr/>
          </p:nvSpPr>
          <p:spPr>
            <a:xfrm>
              <a:off x="7759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1" name="obj_16883"/>
            <p:cNvSpPr/>
            <p:nvPr/>
          </p:nvSpPr>
          <p:spPr>
            <a:xfrm>
              <a:off x="7785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2" name="obj_16884"/>
            <p:cNvSpPr/>
            <p:nvPr/>
          </p:nvSpPr>
          <p:spPr>
            <a:xfrm>
              <a:off x="7924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3" name="obj_16885"/>
            <p:cNvSpPr/>
            <p:nvPr/>
          </p:nvSpPr>
          <p:spPr>
            <a:xfrm>
              <a:off x="7950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4" name="obj_16886"/>
            <p:cNvSpPr/>
            <p:nvPr/>
          </p:nvSpPr>
          <p:spPr>
            <a:xfrm>
              <a:off x="8089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5" name="obj_16887"/>
            <p:cNvSpPr/>
            <p:nvPr/>
          </p:nvSpPr>
          <p:spPr>
            <a:xfrm>
              <a:off x="8115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6" name="obj_16888"/>
            <p:cNvSpPr/>
            <p:nvPr/>
          </p:nvSpPr>
          <p:spPr>
            <a:xfrm>
              <a:off x="8255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7" name="obj_16889"/>
            <p:cNvSpPr/>
            <p:nvPr/>
          </p:nvSpPr>
          <p:spPr>
            <a:xfrm>
              <a:off x="8280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8" name="obj_16890"/>
            <p:cNvSpPr/>
            <p:nvPr/>
          </p:nvSpPr>
          <p:spPr>
            <a:xfrm>
              <a:off x="8420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9" name="obj_16891"/>
            <p:cNvSpPr/>
            <p:nvPr/>
          </p:nvSpPr>
          <p:spPr>
            <a:xfrm>
              <a:off x="8585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0" name="obj_16892"/>
            <p:cNvSpPr/>
            <p:nvPr/>
          </p:nvSpPr>
          <p:spPr>
            <a:xfrm>
              <a:off x="6273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1" name="obj_16893"/>
            <p:cNvSpPr/>
            <p:nvPr/>
          </p:nvSpPr>
          <p:spPr>
            <a:xfrm>
              <a:off x="6438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2" name="obj_16894"/>
            <p:cNvSpPr/>
            <p:nvPr/>
          </p:nvSpPr>
          <p:spPr>
            <a:xfrm>
              <a:off x="6604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3" name="obj_16895"/>
            <p:cNvSpPr/>
            <p:nvPr/>
          </p:nvSpPr>
          <p:spPr>
            <a:xfrm>
              <a:off x="6769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4" name="obj_16896"/>
            <p:cNvSpPr/>
            <p:nvPr/>
          </p:nvSpPr>
          <p:spPr>
            <a:xfrm>
              <a:off x="6934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5" name="obj_16897"/>
            <p:cNvSpPr/>
            <p:nvPr/>
          </p:nvSpPr>
          <p:spPr>
            <a:xfrm>
              <a:off x="7099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6" name="obj_16898"/>
            <p:cNvSpPr/>
            <p:nvPr/>
          </p:nvSpPr>
          <p:spPr>
            <a:xfrm>
              <a:off x="7264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7" name="obj_16899"/>
            <p:cNvSpPr/>
            <p:nvPr/>
          </p:nvSpPr>
          <p:spPr>
            <a:xfrm>
              <a:off x="7429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8" name="obj_16900"/>
            <p:cNvSpPr/>
            <p:nvPr/>
          </p:nvSpPr>
          <p:spPr>
            <a:xfrm>
              <a:off x="7594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9" name="obj_16901"/>
            <p:cNvSpPr/>
            <p:nvPr/>
          </p:nvSpPr>
          <p:spPr>
            <a:xfrm>
              <a:off x="7759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0" name="obj_16902"/>
            <p:cNvSpPr/>
            <p:nvPr/>
          </p:nvSpPr>
          <p:spPr>
            <a:xfrm>
              <a:off x="7924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1" name="obj_16903"/>
            <p:cNvSpPr/>
            <p:nvPr/>
          </p:nvSpPr>
          <p:spPr>
            <a:xfrm>
              <a:off x="8089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2" name="obj_16904"/>
            <p:cNvSpPr/>
            <p:nvPr/>
          </p:nvSpPr>
          <p:spPr>
            <a:xfrm>
              <a:off x="8255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3" name="obj_16905"/>
            <p:cNvSpPr/>
            <p:nvPr/>
          </p:nvSpPr>
          <p:spPr>
            <a:xfrm>
              <a:off x="8420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4" name="obj_16906"/>
            <p:cNvSpPr/>
            <p:nvPr/>
          </p:nvSpPr>
          <p:spPr>
            <a:xfrm>
              <a:off x="8585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5" name="obj_16907"/>
            <p:cNvSpPr/>
            <p:nvPr/>
          </p:nvSpPr>
          <p:spPr>
            <a:xfrm>
              <a:off x="6273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6" name="obj_16908"/>
            <p:cNvSpPr/>
            <p:nvPr/>
          </p:nvSpPr>
          <p:spPr>
            <a:xfrm>
              <a:off x="6438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7" name="obj_16909"/>
            <p:cNvSpPr/>
            <p:nvPr/>
          </p:nvSpPr>
          <p:spPr>
            <a:xfrm>
              <a:off x="6604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8" name="obj_16910"/>
            <p:cNvSpPr/>
            <p:nvPr/>
          </p:nvSpPr>
          <p:spPr>
            <a:xfrm>
              <a:off x="6769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9" name="obj_16911"/>
            <p:cNvSpPr/>
            <p:nvPr/>
          </p:nvSpPr>
          <p:spPr>
            <a:xfrm>
              <a:off x="6934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0" name="obj_16912"/>
            <p:cNvSpPr/>
            <p:nvPr/>
          </p:nvSpPr>
          <p:spPr>
            <a:xfrm>
              <a:off x="7099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1" name="obj_16913"/>
            <p:cNvSpPr/>
            <p:nvPr/>
          </p:nvSpPr>
          <p:spPr>
            <a:xfrm>
              <a:off x="7264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2" name="obj_16914"/>
            <p:cNvSpPr/>
            <p:nvPr/>
          </p:nvSpPr>
          <p:spPr>
            <a:xfrm>
              <a:off x="7429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3" name="obj_16915"/>
            <p:cNvSpPr/>
            <p:nvPr/>
          </p:nvSpPr>
          <p:spPr>
            <a:xfrm>
              <a:off x="7594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4" name="obj_16916"/>
            <p:cNvSpPr/>
            <p:nvPr/>
          </p:nvSpPr>
          <p:spPr>
            <a:xfrm>
              <a:off x="7759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5" name="obj_16917"/>
            <p:cNvSpPr/>
            <p:nvPr/>
          </p:nvSpPr>
          <p:spPr>
            <a:xfrm>
              <a:off x="7924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6" name="obj_16918"/>
            <p:cNvSpPr/>
            <p:nvPr/>
          </p:nvSpPr>
          <p:spPr>
            <a:xfrm>
              <a:off x="8089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7" name="obj_16919"/>
            <p:cNvSpPr/>
            <p:nvPr/>
          </p:nvSpPr>
          <p:spPr>
            <a:xfrm>
              <a:off x="8255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8" name="obj_16920"/>
            <p:cNvSpPr/>
            <p:nvPr/>
          </p:nvSpPr>
          <p:spPr>
            <a:xfrm>
              <a:off x="8420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9" name="obj_16921"/>
            <p:cNvSpPr/>
            <p:nvPr/>
          </p:nvSpPr>
          <p:spPr>
            <a:xfrm>
              <a:off x="8585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0" name="obj_16922"/>
            <p:cNvSpPr/>
            <p:nvPr/>
          </p:nvSpPr>
          <p:spPr>
            <a:xfrm>
              <a:off x="6273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1" name="obj_16923"/>
            <p:cNvSpPr/>
            <p:nvPr/>
          </p:nvSpPr>
          <p:spPr>
            <a:xfrm>
              <a:off x="6438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2" name="obj_16924"/>
            <p:cNvSpPr/>
            <p:nvPr/>
          </p:nvSpPr>
          <p:spPr>
            <a:xfrm>
              <a:off x="6604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3" name="obj_16925"/>
            <p:cNvSpPr/>
            <p:nvPr/>
          </p:nvSpPr>
          <p:spPr>
            <a:xfrm>
              <a:off x="6769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4" name="obj_16926"/>
            <p:cNvSpPr/>
            <p:nvPr/>
          </p:nvSpPr>
          <p:spPr>
            <a:xfrm>
              <a:off x="6934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5" name="obj_16927"/>
            <p:cNvSpPr/>
            <p:nvPr/>
          </p:nvSpPr>
          <p:spPr>
            <a:xfrm>
              <a:off x="7099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6" name="obj_16928"/>
            <p:cNvSpPr/>
            <p:nvPr/>
          </p:nvSpPr>
          <p:spPr>
            <a:xfrm>
              <a:off x="7264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7" name="obj_16929"/>
            <p:cNvSpPr/>
            <p:nvPr/>
          </p:nvSpPr>
          <p:spPr>
            <a:xfrm>
              <a:off x="7429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8" name="obj_16930"/>
            <p:cNvSpPr/>
            <p:nvPr/>
          </p:nvSpPr>
          <p:spPr>
            <a:xfrm>
              <a:off x="7594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9" name="obj_16931"/>
            <p:cNvSpPr/>
            <p:nvPr/>
          </p:nvSpPr>
          <p:spPr>
            <a:xfrm>
              <a:off x="7759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0" name="obj_16932"/>
            <p:cNvSpPr/>
            <p:nvPr/>
          </p:nvSpPr>
          <p:spPr>
            <a:xfrm>
              <a:off x="7924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1" name="obj_16933"/>
            <p:cNvSpPr/>
            <p:nvPr/>
          </p:nvSpPr>
          <p:spPr>
            <a:xfrm>
              <a:off x="8089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2" name="obj_16934"/>
            <p:cNvSpPr/>
            <p:nvPr/>
          </p:nvSpPr>
          <p:spPr>
            <a:xfrm>
              <a:off x="8255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3" name="obj_16935"/>
            <p:cNvSpPr/>
            <p:nvPr/>
          </p:nvSpPr>
          <p:spPr>
            <a:xfrm>
              <a:off x="8420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4" name="obj_16936"/>
            <p:cNvSpPr/>
            <p:nvPr/>
          </p:nvSpPr>
          <p:spPr>
            <a:xfrm>
              <a:off x="8585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5" name="obj_16937"/>
            <p:cNvSpPr/>
            <p:nvPr/>
          </p:nvSpPr>
          <p:spPr>
            <a:xfrm>
              <a:off x="6273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6" name="obj_16938"/>
            <p:cNvSpPr/>
            <p:nvPr/>
          </p:nvSpPr>
          <p:spPr>
            <a:xfrm>
              <a:off x="6438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7" name="obj_16939"/>
            <p:cNvSpPr/>
            <p:nvPr/>
          </p:nvSpPr>
          <p:spPr>
            <a:xfrm>
              <a:off x="6604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8" name="obj_16940"/>
            <p:cNvSpPr/>
            <p:nvPr/>
          </p:nvSpPr>
          <p:spPr>
            <a:xfrm>
              <a:off x="6769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9" name="obj_16941"/>
            <p:cNvSpPr/>
            <p:nvPr/>
          </p:nvSpPr>
          <p:spPr>
            <a:xfrm>
              <a:off x="6934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0" name="obj_16942"/>
            <p:cNvSpPr/>
            <p:nvPr/>
          </p:nvSpPr>
          <p:spPr>
            <a:xfrm>
              <a:off x="7099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1" name="obj_16943"/>
            <p:cNvSpPr/>
            <p:nvPr/>
          </p:nvSpPr>
          <p:spPr>
            <a:xfrm>
              <a:off x="7264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2" name="obj_16944"/>
            <p:cNvSpPr/>
            <p:nvPr/>
          </p:nvSpPr>
          <p:spPr>
            <a:xfrm>
              <a:off x="7429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3" name="obj_16945"/>
            <p:cNvSpPr/>
            <p:nvPr/>
          </p:nvSpPr>
          <p:spPr>
            <a:xfrm>
              <a:off x="7594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4" name="obj_16946"/>
            <p:cNvSpPr/>
            <p:nvPr/>
          </p:nvSpPr>
          <p:spPr>
            <a:xfrm>
              <a:off x="7759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5" name="obj_16947"/>
            <p:cNvSpPr/>
            <p:nvPr/>
          </p:nvSpPr>
          <p:spPr>
            <a:xfrm>
              <a:off x="7924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6" name="obj_16948"/>
            <p:cNvSpPr/>
            <p:nvPr/>
          </p:nvSpPr>
          <p:spPr>
            <a:xfrm>
              <a:off x="8089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7" name="obj_16949"/>
            <p:cNvSpPr/>
            <p:nvPr/>
          </p:nvSpPr>
          <p:spPr>
            <a:xfrm>
              <a:off x="8255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8" name="obj_16950"/>
            <p:cNvSpPr/>
            <p:nvPr/>
          </p:nvSpPr>
          <p:spPr>
            <a:xfrm>
              <a:off x="8420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9" name="obj_16951"/>
            <p:cNvSpPr/>
            <p:nvPr/>
          </p:nvSpPr>
          <p:spPr>
            <a:xfrm>
              <a:off x="8585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60" name="obj_16952"/>
            <p:cNvCxnSpPr/>
            <p:nvPr/>
          </p:nvCxnSpPr>
          <p:spPr>
            <a:xfrm>
              <a:off x="6521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1" name="obj_16953"/>
            <p:cNvCxnSpPr/>
            <p:nvPr/>
          </p:nvCxnSpPr>
          <p:spPr>
            <a:xfrm>
              <a:off x="6686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2" name="obj_16954"/>
            <p:cNvCxnSpPr/>
            <p:nvPr/>
          </p:nvCxnSpPr>
          <p:spPr>
            <a:xfrm>
              <a:off x="68516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3" name="obj_16955"/>
            <p:cNvCxnSpPr/>
            <p:nvPr/>
          </p:nvCxnSpPr>
          <p:spPr>
            <a:xfrm>
              <a:off x="70167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4" name="obj_16956"/>
            <p:cNvCxnSpPr/>
            <p:nvPr/>
          </p:nvCxnSpPr>
          <p:spPr>
            <a:xfrm>
              <a:off x="71818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5" name="obj_16957"/>
            <p:cNvCxnSpPr/>
            <p:nvPr/>
          </p:nvCxnSpPr>
          <p:spPr>
            <a:xfrm>
              <a:off x="73469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6" name="obj_16958"/>
            <p:cNvCxnSpPr/>
            <p:nvPr/>
          </p:nvCxnSpPr>
          <p:spPr>
            <a:xfrm>
              <a:off x="75120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7" name="obj_16959"/>
            <p:cNvCxnSpPr/>
            <p:nvPr/>
          </p:nvCxnSpPr>
          <p:spPr>
            <a:xfrm>
              <a:off x="76771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8" name="obj_16960"/>
            <p:cNvCxnSpPr/>
            <p:nvPr/>
          </p:nvCxnSpPr>
          <p:spPr>
            <a:xfrm>
              <a:off x="78422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69" name="obj_16961"/>
            <p:cNvCxnSpPr/>
            <p:nvPr/>
          </p:nvCxnSpPr>
          <p:spPr>
            <a:xfrm>
              <a:off x="80073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70" name="obj_16962"/>
            <p:cNvCxnSpPr/>
            <p:nvPr/>
          </p:nvCxnSpPr>
          <p:spPr>
            <a:xfrm>
              <a:off x="8172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71" name="obj_16963"/>
            <p:cNvCxnSpPr/>
            <p:nvPr/>
          </p:nvCxnSpPr>
          <p:spPr>
            <a:xfrm>
              <a:off x="8337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3172" name="obj_16964"/>
            <p:cNvSpPr txBox="1"/>
            <p:nvPr/>
          </p:nvSpPr>
          <p:spPr>
            <a:xfrm>
              <a:off x="6197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12</a:t>
              </a:r>
            </a:p>
          </p:txBody>
        </p:sp>
        <p:sp>
          <p:nvSpPr>
            <p:cNvPr id="3173" name="obj_16965"/>
            <p:cNvSpPr txBox="1"/>
            <p:nvPr/>
          </p:nvSpPr>
          <p:spPr>
            <a:xfrm>
              <a:off x="6197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28</a:t>
              </a:r>
            </a:p>
          </p:txBody>
        </p:sp>
        <p:sp>
          <p:nvSpPr>
            <p:cNvPr id="3174" name="obj_16966"/>
            <p:cNvSpPr txBox="1"/>
            <p:nvPr/>
          </p:nvSpPr>
          <p:spPr>
            <a:xfrm>
              <a:off x="8991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A*</a:t>
              </a:r>
            </a:p>
          </p:txBody>
        </p:sp>
        <p:sp>
          <p:nvSpPr>
            <p:cNvPr id="3175" name="obj_16967"/>
            <p:cNvSpPr/>
            <p:nvPr/>
          </p:nvSpPr>
          <p:spPr>
            <a:xfrm>
              <a:off x="8750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6" name="obj_16968"/>
            <p:cNvSpPr/>
            <p:nvPr/>
          </p:nvSpPr>
          <p:spPr>
            <a:xfrm>
              <a:off x="9067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7" name="obj_16969"/>
            <p:cNvSpPr/>
            <p:nvPr/>
          </p:nvSpPr>
          <p:spPr>
            <a:xfrm>
              <a:off x="9232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8" name="obj_16970"/>
            <p:cNvSpPr/>
            <p:nvPr/>
          </p:nvSpPr>
          <p:spPr>
            <a:xfrm>
              <a:off x="9398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9" name="obj_16971"/>
            <p:cNvSpPr/>
            <p:nvPr/>
          </p:nvSpPr>
          <p:spPr>
            <a:xfrm>
              <a:off x="9563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0" name="obj_16972"/>
            <p:cNvSpPr/>
            <p:nvPr/>
          </p:nvSpPr>
          <p:spPr>
            <a:xfrm>
              <a:off x="9728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1" name="obj_16973"/>
            <p:cNvSpPr/>
            <p:nvPr/>
          </p:nvSpPr>
          <p:spPr>
            <a:xfrm>
              <a:off x="9893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2" name="obj_16974"/>
            <p:cNvSpPr/>
            <p:nvPr/>
          </p:nvSpPr>
          <p:spPr>
            <a:xfrm>
              <a:off x="10058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3" name="obj_16975"/>
            <p:cNvSpPr/>
            <p:nvPr/>
          </p:nvSpPr>
          <p:spPr>
            <a:xfrm>
              <a:off x="10223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4" name="obj_16976"/>
            <p:cNvSpPr/>
            <p:nvPr/>
          </p:nvSpPr>
          <p:spPr>
            <a:xfrm>
              <a:off x="10388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5" name="obj_16977"/>
            <p:cNvSpPr/>
            <p:nvPr/>
          </p:nvSpPr>
          <p:spPr>
            <a:xfrm>
              <a:off x="10553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6" name="obj_16978"/>
            <p:cNvSpPr/>
            <p:nvPr/>
          </p:nvSpPr>
          <p:spPr>
            <a:xfrm>
              <a:off x="10718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7" name="obj_16979"/>
            <p:cNvSpPr/>
            <p:nvPr/>
          </p:nvSpPr>
          <p:spPr>
            <a:xfrm>
              <a:off x="10883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8" name="obj_16980"/>
            <p:cNvSpPr/>
            <p:nvPr/>
          </p:nvSpPr>
          <p:spPr>
            <a:xfrm>
              <a:off x="11049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9" name="obj_16981"/>
            <p:cNvSpPr/>
            <p:nvPr/>
          </p:nvSpPr>
          <p:spPr>
            <a:xfrm>
              <a:off x="11214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0" name="obj_16982"/>
            <p:cNvSpPr/>
            <p:nvPr/>
          </p:nvSpPr>
          <p:spPr>
            <a:xfrm>
              <a:off x="11379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1" name="obj_16983"/>
            <p:cNvSpPr/>
            <p:nvPr/>
          </p:nvSpPr>
          <p:spPr>
            <a:xfrm>
              <a:off x="9067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2" name="obj_16984"/>
            <p:cNvSpPr/>
            <p:nvPr/>
          </p:nvSpPr>
          <p:spPr>
            <a:xfrm>
              <a:off x="9232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3" name="obj_16985"/>
            <p:cNvSpPr/>
            <p:nvPr/>
          </p:nvSpPr>
          <p:spPr>
            <a:xfrm>
              <a:off x="9398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4" name="obj_16986"/>
            <p:cNvSpPr/>
            <p:nvPr/>
          </p:nvSpPr>
          <p:spPr>
            <a:xfrm>
              <a:off x="9563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5" name="obj_16987"/>
            <p:cNvSpPr/>
            <p:nvPr/>
          </p:nvSpPr>
          <p:spPr>
            <a:xfrm>
              <a:off x="9728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6" name="obj_16988"/>
            <p:cNvSpPr/>
            <p:nvPr/>
          </p:nvSpPr>
          <p:spPr>
            <a:xfrm>
              <a:off x="9893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7" name="obj_16989"/>
            <p:cNvSpPr/>
            <p:nvPr/>
          </p:nvSpPr>
          <p:spPr>
            <a:xfrm>
              <a:off x="10058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8" name="obj_16990"/>
            <p:cNvSpPr/>
            <p:nvPr/>
          </p:nvSpPr>
          <p:spPr>
            <a:xfrm>
              <a:off x="10223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9" name="obj_16991"/>
            <p:cNvSpPr/>
            <p:nvPr/>
          </p:nvSpPr>
          <p:spPr>
            <a:xfrm>
              <a:off x="10388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0" name="obj_16992"/>
            <p:cNvSpPr/>
            <p:nvPr/>
          </p:nvSpPr>
          <p:spPr>
            <a:xfrm>
              <a:off x="10553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1" name="obj_16993"/>
            <p:cNvSpPr/>
            <p:nvPr/>
          </p:nvSpPr>
          <p:spPr>
            <a:xfrm>
              <a:off x="10718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2" name="obj_16994"/>
            <p:cNvSpPr/>
            <p:nvPr/>
          </p:nvSpPr>
          <p:spPr>
            <a:xfrm>
              <a:off x="10883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3" name="obj_16995"/>
            <p:cNvSpPr/>
            <p:nvPr/>
          </p:nvSpPr>
          <p:spPr>
            <a:xfrm>
              <a:off x="11049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4" name="obj_16996"/>
            <p:cNvSpPr/>
            <p:nvPr/>
          </p:nvSpPr>
          <p:spPr>
            <a:xfrm>
              <a:off x="11214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5" name="obj_16997"/>
            <p:cNvSpPr/>
            <p:nvPr/>
          </p:nvSpPr>
          <p:spPr>
            <a:xfrm>
              <a:off x="11379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6" name="obj_16998"/>
            <p:cNvSpPr/>
            <p:nvPr/>
          </p:nvSpPr>
          <p:spPr>
            <a:xfrm>
              <a:off x="9067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7" name="obj_16999"/>
            <p:cNvSpPr/>
            <p:nvPr/>
          </p:nvSpPr>
          <p:spPr>
            <a:xfrm>
              <a:off x="9232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8" name="obj_17000"/>
            <p:cNvSpPr/>
            <p:nvPr/>
          </p:nvSpPr>
          <p:spPr>
            <a:xfrm>
              <a:off x="92583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9" name="obj_17001"/>
            <p:cNvSpPr/>
            <p:nvPr/>
          </p:nvSpPr>
          <p:spPr>
            <a:xfrm>
              <a:off x="9398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0" name="obj_17002"/>
            <p:cNvSpPr/>
            <p:nvPr/>
          </p:nvSpPr>
          <p:spPr>
            <a:xfrm>
              <a:off x="9563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1" name="obj_17003"/>
            <p:cNvSpPr/>
            <p:nvPr/>
          </p:nvSpPr>
          <p:spPr>
            <a:xfrm>
              <a:off x="9728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2" name="obj_17004"/>
            <p:cNvSpPr/>
            <p:nvPr/>
          </p:nvSpPr>
          <p:spPr>
            <a:xfrm>
              <a:off x="97536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3" name="obj_17005"/>
            <p:cNvSpPr/>
            <p:nvPr/>
          </p:nvSpPr>
          <p:spPr>
            <a:xfrm>
              <a:off x="9893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4" name="obj_17006"/>
            <p:cNvSpPr/>
            <p:nvPr/>
          </p:nvSpPr>
          <p:spPr>
            <a:xfrm>
              <a:off x="99187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5" name="obj_17007"/>
            <p:cNvSpPr/>
            <p:nvPr/>
          </p:nvSpPr>
          <p:spPr>
            <a:xfrm>
              <a:off x="10058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6" name="obj_17008"/>
            <p:cNvSpPr/>
            <p:nvPr/>
          </p:nvSpPr>
          <p:spPr>
            <a:xfrm>
              <a:off x="100838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7" name="obj_17009"/>
            <p:cNvSpPr/>
            <p:nvPr/>
          </p:nvSpPr>
          <p:spPr>
            <a:xfrm>
              <a:off x="10223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8" name="obj_17010"/>
            <p:cNvSpPr/>
            <p:nvPr/>
          </p:nvSpPr>
          <p:spPr>
            <a:xfrm>
              <a:off x="10388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9" name="obj_17011"/>
            <p:cNvSpPr/>
            <p:nvPr/>
          </p:nvSpPr>
          <p:spPr>
            <a:xfrm>
              <a:off x="10553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0" name="obj_17012"/>
            <p:cNvSpPr/>
            <p:nvPr/>
          </p:nvSpPr>
          <p:spPr>
            <a:xfrm>
              <a:off x="10718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1" name="obj_17013"/>
            <p:cNvSpPr/>
            <p:nvPr/>
          </p:nvSpPr>
          <p:spPr>
            <a:xfrm>
              <a:off x="10883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2" name="obj_17014"/>
            <p:cNvSpPr/>
            <p:nvPr/>
          </p:nvSpPr>
          <p:spPr>
            <a:xfrm>
              <a:off x="11049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3" name="obj_17015"/>
            <p:cNvSpPr/>
            <p:nvPr/>
          </p:nvSpPr>
          <p:spPr>
            <a:xfrm>
              <a:off x="11214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4" name="obj_17016"/>
            <p:cNvSpPr/>
            <p:nvPr/>
          </p:nvSpPr>
          <p:spPr>
            <a:xfrm>
              <a:off x="11379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5" name="obj_17017"/>
            <p:cNvSpPr/>
            <p:nvPr/>
          </p:nvSpPr>
          <p:spPr>
            <a:xfrm>
              <a:off x="9067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6" name="obj_17018"/>
            <p:cNvSpPr/>
            <p:nvPr/>
          </p:nvSpPr>
          <p:spPr>
            <a:xfrm>
              <a:off x="90932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7" name="obj_17019"/>
            <p:cNvSpPr/>
            <p:nvPr/>
          </p:nvSpPr>
          <p:spPr>
            <a:xfrm>
              <a:off x="9232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8" name="obj_17020"/>
            <p:cNvSpPr/>
            <p:nvPr/>
          </p:nvSpPr>
          <p:spPr>
            <a:xfrm>
              <a:off x="9272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9" name="obj_17021"/>
            <p:cNvSpPr/>
            <p:nvPr/>
          </p:nvSpPr>
          <p:spPr>
            <a:xfrm>
              <a:off x="9398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0" name="obj_17022"/>
            <p:cNvSpPr/>
            <p:nvPr/>
          </p:nvSpPr>
          <p:spPr>
            <a:xfrm>
              <a:off x="9437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1" name="obj_17023"/>
            <p:cNvSpPr/>
            <p:nvPr/>
          </p:nvSpPr>
          <p:spPr>
            <a:xfrm>
              <a:off x="9563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2" name="obj_17024"/>
            <p:cNvSpPr/>
            <p:nvPr/>
          </p:nvSpPr>
          <p:spPr>
            <a:xfrm>
              <a:off x="9602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3" name="obj_17025"/>
            <p:cNvSpPr/>
            <p:nvPr/>
          </p:nvSpPr>
          <p:spPr>
            <a:xfrm>
              <a:off x="9728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4" name="obj_17026"/>
            <p:cNvSpPr/>
            <p:nvPr/>
          </p:nvSpPr>
          <p:spPr>
            <a:xfrm>
              <a:off x="9767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5" name="obj_17027"/>
            <p:cNvSpPr/>
            <p:nvPr/>
          </p:nvSpPr>
          <p:spPr>
            <a:xfrm>
              <a:off x="9893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6" name="obj_17028"/>
            <p:cNvSpPr/>
            <p:nvPr/>
          </p:nvSpPr>
          <p:spPr>
            <a:xfrm>
              <a:off x="9932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7" name="obj_17029"/>
            <p:cNvSpPr/>
            <p:nvPr/>
          </p:nvSpPr>
          <p:spPr>
            <a:xfrm>
              <a:off x="10058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8" name="obj_17030"/>
            <p:cNvSpPr/>
            <p:nvPr/>
          </p:nvSpPr>
          <p:spPr>
            <a:xfrm>
              <a:off x="10098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9" name="obj_17031"/>
            <p:cNvSpPr/>
            <p:nvPr/>
          </p:nvSpPr>
          <p:spPr>
            <a:xfrm>
              <a:off x="10223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0" name="obj_17032"/>
            <p:cNvSpPr/>
            <p:nvPr/>
          </p:nvSpPr>
          <p:spPr>
            <a:xfrm>
              <a:off x="10388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1" name="obj_17033"/>
            <p:cNvSpPr/>
            <p:nvPr/>
          </p:nvSpPr>
          <p:spPr>
            <a:xfrm>
              <a:off x="10553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2" name="obj_17034"/>
            <p:cNvSpPr/>
            <p:nvPr/>
          </p:nvSpPr>
          <p:spPr>
            <a:xfrm>
              <a:off x="10718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3" name="obj_17035"/>
            <p:cNvSpPr/>
            <p:nvPr/>
          </p:nvSpPr>
          <p:spPr>
            <a:xfrm>
              <a:off x="10883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4" name="obj_17036"/>
            <p:cNvSpPr/>
            <p:nvPr/>
          </p:nvSpPr>
          <p:spPr>
            <a:xfrm>
              <a:off x="11049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5" name="obj_17037"/>
            <p:cNvSpPr/>
            <p:nvPr/>
          </p:nvSpPr>
          <p:spPr>
            <a:xfrm>
              <a:off x="11214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6" name="obj_17038"/>
            <p:cNvSpPr/>
            <p:nvPr/>
          </p:nvSpPr>
          <p:spPr>
            <a:xfrm>
              <a:off x="11379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7" name="obj_17039"/>
            <p:cNvSpPr/>
            <p:nvPr/>
          </p:nvSpPr>
          <p:spPr>
            <a:xfrm>
              <a:off x="9067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8" name="obj_17040"/>
            <p:cNvSpPr/>
            <p:nvPr/>
          </p:nvSpPr>
          <p:spPr>
            <a:xfrm>
              <a:off x="9107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9" name="obj_17041"/>
            <p:cNvSpPr/>
            <p:nvPr/>
          </p:nvSpPr>
          <p:spPr>
            <a:xfrm>
              <a:off x="9232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0" name="obj_17042"/>
            <p:cNvSpPr/>
            <p:nvPr/>
          </p:nvSpPr>
          <p:spPr>
            <a:xfrm>
              <a:off x="9272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1" name="obj_17043"/>
            <p:cNvSpPr/>
            <p:nvPr/>
          </p:nvSpPr>
          <p:spPr>
            <a:xfrm>
              <a:off x="9398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2" name="obj_17044"/>
            <p:cNvSpPr/>
            <p:nvPr/>
          </p:nvSpPr>
          <p:spPr>
            <a:xfrm>
              <a:off x="9437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3" name="obj_17045"/>
            <p:cNvSpPr/>
            <p:nvPr/>
          </p:nvSpPr>
          <p:spPr>
            <a:xfrm>
              <a:off x="9563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4" name="obj_17046"/>
            <p:cNvSpPr/>
            <p:nvPr/>
          </p:nvSpPr>
          <p:spPr>
            <a:xfrm>
              <a:off x="9602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5" name="obj_17047"/>
            <p:cNvSpPr/>
            <p:nvPr/>
          </p:nvSpPr>
          <p:spPr>
            <a:xfrm>
              <a:off x="9728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6" name="obj_17048"/>
            <p:cNvSpPr/>
            <p:nvPr/>
          </p:nvSpPr>
          <p:spPr>
            <a:xfrm>
              <a:off x="9767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7" name="obj_17049"/>
            <p:cNvSpPr/>
            <p:nvPr/>
          </p:nvSpPr>
          <p:spPr>
            <a:xfrm>
              <a:off x="9893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8" name="obj_17050"/>
            <p:cNvSpPr/>
            <p:nvPr/>
          </p:nvSpPr>
          <p:spPr>
            <a:xfrm>
              <a:off x="9932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9" name="obj_17051"/>
            <p:cNvSpPr/>
            <p:nvPr/>
          </p:nvSpPr>
          <p:spPr>
            <a:xfrm>
              <a:off x="10058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0" name="obj_17052"/>
            <p:cNvSpPr/>
            <p:nvPr/>
          </p:nvSpPr>
          <p:spPr>
            <a:xfrm>
              <a:off x="10083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1" name="obj_17053"/>
            <p:cNvSpPr/>
            <p:nvPr/>
          </p:nvSpPr>
          <p:spPr>
            <a:xfrm>
              <a:off x="10223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2" name="obj_17054"/>
            <p:cNvSpPr/>
            <p:nvPr/>
          </p:nvSpPr>
          <p:spPr>
            <a:xfrm>
              <a:off x="10388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3" name="obj_17055"/>
            <p:cNvSpPr/>
            <p:nvPr/>
          </p:nvSpPr>
          <p:spPr>
            <a:xfrm>
              <a:off x="10553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4" name="obj_17056"/>
            <p:cNvSpPr/>
            <p:nvPr/>
          </p:nvSpPr>
          <p:spPr>
            <a:xfrm>
              <a:off x="10718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5" name="obj_17057"/>
            <p:cNvSpPr/>
            <p:nvPr/>
          </p:nvSpPr>
          <p:spPr>
            <a:xfrm>
              <a:off x="10883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6" name="obj_17058"/>
            <p:cNvSpPr/>
            <p:nvPr/>
          </p:nvSpPr>
          <p:spPr>
            <a:xfrm>
              <a:off x="11049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7" name="obj_17059"/>
            <p:cNvSpPr/>
            <p:nvPr/>
          </p:nvSpPr>
          <p:spPr>
            <a:xfrm>
              <a:off x="11074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8" name="obj_17060"/>
            <p:cNvSpPr/>
            <p:nvPr/>
          </p:nvSpPr>
          <p:spPr>
            <a:xfrm>
              <a:off x="11214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9" name="obj_17061"/>
            <p:cNvSpPr/>
            <p:nvPr/>
          </p:nvSpPr>
          <p:spPr>
            <a:xfrm>
              <a:off x="11379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0" name="obj_17062"/>
            <p:cNvSpPr/>
            <p:nvPr/>
          </p:nvSpPr>
          <p:spPr>
            <a:xfrm>
              <a:off x="9067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1" name="obj_17063"/>
            <p:cNvSpPr/>
            <p:nvPr/>
          </p:nvSpPr>
          <p:spPr>
            <a:xfrm>
              <a:off x="9107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2" name="obj_17064"/>
            <p:cNvSpPr/>
            <p:nvPr/>
          </p:nvSpPr>
          <p:spPr>
            <a:xfrm>
              <a:off x="9232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3" name="obj_17065"/>
            <p:cNvSpPr/>
            <p:nvPr/>
          </p:nvSpPr>
          <p:spPr>
            <a:xfrm>
              <a:off x="9272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4" name="obj_17066"/>
            <p:cNvSpPr/>
            <p:nvPr/>
          </p:nvSpPr>
          <p:spPr>
            <a:xfrm>
              <a:off x="9252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5" name="obj_17067"/>
            <p:cNvSpPr txBox="1"/>
            <p:nvPr/>
          </p:nvSpPr>
          <p:spPr>
            <a:xfrm>
              <a:off x="9252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3276" name="obj_17068"/>
            <p:cNvSpPr/>
            <p:nvPr/>
          </p:nvSpPr>
          <p:spPr>
            <a:xfrm>
              <a:off x="9398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7" name="obj_17069"/>
            <p:cNvSpPr/>
            <p:nvPr/>
          </p:nvSpPr>
          <p:spPr>
            <a:xfrm>
              <a:off x="9437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8" name="obj_17070"/>
            <p:cNvSpPr/>
            <p:nvPr/>
          </p:nvSpPr>
          <p:spPr>
            <a:xfrm>
              <a:off x="9563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9" name="obj_17071"/>
            <p:cNvSpPr/>
            <p:nvPr/>
          </p:nvSpPr>
          <p:spPr>
            <a:xfrm>
              <a:off x="9602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0" name="obj_17072"/>
            <p:cNvSpPr/>
            <p:nvPr/>
          </p:nvSpPr>
          <p:spPr>
            <a:xfrm>
              <a:off x="9728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1" name="obj_17073"/>
            <p:cNvSpPr/>
            <p:nvPr/>
          </p:nvSpPr>
          <p:spPr>
            <a:xfrm>
              <a:off x="9767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2" name="obj_17074"/>
            <p:cNvSpPr/>
            <p:nvPr/>
          </p:nvSpPr>
          <p:spPr>
            <a:xfrm>
              <a:off x="9893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3" name="obj_17075"/>
            <p:cNvSpPr/>
            <p:nvPr/>
          </p:nvSpPr>
          <p:spPr>
            <a:xfrm>
              <a:off x="9932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4" name="obj_17076"/>
            <p:cNvSpPr/>
            <p:nvPr/>
          </p:nvSpPr>
          <p:spPr>
            <a:xfrm>
              <a:off x="10058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5" name="obj_17077"/>
            <p:cNvSpPr/>
            <p:nvPr/>
          </p:nvSpPr>
          <p:spPr>
            <a:xfrm>
              <a:off x="100838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6" name="obj_17078"/>
            <p:cNvSpPr/>
            <p:nvPr/>
          </p:nvSpPr>
          <p:spPr>
            <a:xfrm>
              <a:off x="10223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7" name="obj_17079"/>
            <p:cNvSpPr/>
            <p:nvPr/>
          </p:nvSpPr>
          <p:spPr>
            <a:xfrm>
              <a:off x="10388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8" name="obj_17080"/>
            <p:cNvSpPr/>
            <p:nvPr/>
          </p:nvSpPr>
          <p:spPr>
            <a:xfrm>
              <a:off x="10553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9" name="obj_17081"/>
            <p:cNvSpPr/>
            <p:nvPr/>
          </p:nvSpPr>
          <p:spPr>
            <a:xfrm>
              <a:off x="10718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0" name="obj_17082"/>
            <p:cNvSpPr/>
            <p:nvPr/>
          </p:nvSpPr>
          <p:spPr>
            <a:xfrm>
              <a:off x="10883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1" name="obj_17083"/>
            <p:cNvSpPr/>
            <p:nvPr/>
          </p:nvSpPr>
          <p:spPr>
            <a:xfrm>
              <a:off x="10909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2" name="obj_17084"/>
            <p:cNvSpPr/>
            <p:nvPr/>
          </p:nvSpPr>
          <p:spPr>
            <a:xfrm>
              <a:off x="11049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3" name="obj_17085"/>
            <p:cNvSpPr/>
            <p:nvPr/>
          </p:nvSpPr>
          <p:spPr>
            <a:xfrm>
              <a:off x="11088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4" name="obj_17086"/>
            <p:cNvSpPr/>
            <p:nvPr/>
          </p:nvSpPr>
          <p:spPr>
            <a:xfrm>
              <a:off x="11214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5" name="obj_17087"/>
            <p:cNvSpPr/>
            <p:nvPr/>
          </p:nvSpPr>
          <p:spPr>
            <a:xfrm>
              <a:off x="11233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6" name="obj_17088"/>
            <p:cNvSpPr txBox="1"/>
            <p:nvPr/>
          </p:nvSpPr>
          <p:spPr>
            <a:xfrm>
              <a:off x="11233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3297" name="obj_17089"/>
            <p:cNvSpPr/>
            <p:nvPr/>
          </p:nvSpPr>
          <p:spPr>
            <a:xfrm>
              <a:off x="11379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8" name="obj_17090"/>
            <p:cNvSpPr/>
            <p:nvPr/>
          </p:nvSpPr>
          <p:spPr>
            <a:xfrm>
              <a:off x="9067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9" name="obj_17091"/>
            <p:cNvSpPr/>
            <p:nvPr/>
          </p:nvSpPr>
          <p:spPr>
            <a:xfrm>
              <a:off x="9107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0" name="obj_17092"/>
            <p:cNvSpPr/>
            <p:nvPr/>
          </p:nvSpPr>
          <p:spPr>
            <a:xfrm>
              <a:off x="9232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1" name="obj_17093"/>
            <p:cNvSpPr/>
            <p:nvPr/>
          </p:nvSpPr>
          <p:spPr>
            <a:xfrm>
              <a:off x="9272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2" name="obj_17094"/>
            <p:cNvSpPr/>
            <p:nvPr/>
          </p:nvSpPr>
          <p:spPr>
            <a:xfrm>
              <a:off x="9398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3" name="obj_17095"/>
            <p:cNvSpPr/>
            <p:nvPr/>
          </p:nvSpPr>
          <p:spPr>
            <a:xfrm>
              <a:off x="9437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4" name="obj_17096"/>
            <p:cNvSpPr/>
            <p:nvPr/>
          </p:nvSpPr>
          <p:spPr>
            <a:xfrm>
              <a:off x="9563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5" name="obj_17097"/>
            <p:cNvSpPr/>
            <p:nvPr/>
          </p:nvSpPr>
          <p:spPr>
            <a:xfrm>
              <a:off x="9602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6" name="obj_17098"/>
            <p:cNvSpPr/>
            <p:nvPr/>
          </p:nvSpPr>
          <p:spPr>
            <a:xfrm>
              <a:off x="9728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7" name="obj_17099"/>
            <p:cNvSpPr/>
            <p:nvPr/>
          </p:nvSpPr>
          <p:spPr>
            <a:xfrm>
              <a:off x="9767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8" name="obj_17100"/>
            <p:cNvSpPr/>
            <p:nvPr/>
          </p:nvSpPr>
          <p:spPr>
            <a:xfrm>
              <a:off x="9893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9" name="obj_17101"/>
            <p:cNvSpPr/>
            <p:nvPr/>
          </p:nvSpPr>
          <p:spPr>
            <a:xfrm>
              <a:off x="9932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0" name="obj_17102"/>
            <p:cNvSpPr/>
            <p:nvPr/>
          </p:nvSpPr>
          <p:spPr>
            <a:xfrm>
              <a:off x="10058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1" name="obj_17103"/>
            <p:cNvSpPr/>
            <p:nvPr/>
          </p:nvSpPr>
          <p:spPr>
            <a:xfrm>
              <a:off x="10083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2" name="obj_17104"/>
            <p:cNvSpPr/>
            <p:nvPr/>
          </p:nvSpPr>
          <p:spPr>
            <a:xfrm>
              <a:off x="10223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3" name="obj_17105"/>
            <p:cNvSpPr/>
            <p:nvPr/>
          </p:nvSpPr>
          <p:spPr>
            <a:xfrm>
              <a:off x="10248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4" name="obj_17106"/>
            <p:cNvSpPr/>
            <p:nvPr/>
          </p:nvSpPr>
          <p:spPr>
            <a:xfrm>
              <a:off x="10388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5" name="obj_17107"/>
            <p:cNvSpPr/>
            <p:nvPr/>
          </p:nvSpPr>
          <p:spPr>
            <a:xfrm>
              <a:off x="10414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6" name="obj_17108"/>
            <p:cNvSpPr/>
            <p:nvPr/>
          </p:nvSpPr>
          <p:spPr>
            <a:xfrm>
              <a:off x="10553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7" name="obj_17109"/>
            <p:cNvSpPr/>
            <p:nvPr/>
          </p:nvSpPr>
          <p:spPr>
            <a:xfrm>
              <a:off x="10579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8" name="obj_17110"/>
            <p:cNvSpPr/>
            <p:nvPr/>
          </p:nvSpPr>
          <p:spPr>
            <a:xfrm>
              <a:off x="10718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9" name="obj_17111"/>
            <p:cNvSpPr/>
            <p:nvPr/>
          </p:nvSpPr>
          <p:spPr>
            <a:xfrm>
              <a:off x="10744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0" name="obj_17112"/>
            <p:cNvSpPr/>
            <p:nvPr/>
          </p:nvSpPr>
          <p:spPr>
            <a:xfrm>
              <a:off x="10883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1" name="obj_17113"/>
            <p:cNvSpPr/>
            <p:nvPr/>
          </p:nvSpPr>
          <p:spPr>
            <a:xfrm>
              <a:off x="10909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2" name="obj_17114"/>
            <p:cNvSpPr/>
            <p:nvPr/>
          </p:nvSpPr>
          <p:spPr>
            <a:xfrm>
              <a:off x="11049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3" name="obj_17115"/>
            <p:cNvSpPr/>
            <p:nvPr/>
          </p:nvSpPr>
          <p:spPr>
            <a:xfrm>
              <a:off x="11088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4" name="obj_17116"/>
            <p:cNvSpPr/>
            <p:nvPr/>
          </p:nvSpPr>
          <p:spPr>
            <a:xfrm>
              <a:off x="11214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5" name="obj_17117"/>
            <p:cNvSpPr/>
            <p:nvPr/>
          </p:nvSpPr>
          <p:spPr>
            <a:xfrm>
              <a:off x="11253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6" name="obj_17118"/>
            <p:cNvSpPr/>
            <p:nvPr/>
          </p:nvSpPr>
          <p:spPr>
            <a:xfrm>
              <a:off x="11379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7" name="obj_17119"/>
            <p:cNvSpPr/>
            <p:nvPr/>
          </p:nvSpPr>
          <p:spPr>
            <a:xfrm>
              <a:off x="11404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8" name="obj_17120"/>
            <p:cNvSpPr/>
            <p:nvPr/>
          </p:nvSpPr>
          <p:spPr>
            <a:xfrm>
              <a:off x="9067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9" name="obj_17121"/>
            <p:cNvSpPr/>
            <p:nvPr/>
          </p:nvSpPr>
          <p:spPr>
            <a:xfrm>
              <a:off x="90932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0" name="obj_17122"/>
            <p:cNvSpPr/>
            <p:nvPr/>
          </p:nvSpPr>
          <p:spPr>
            <a:xfrm>
              <a:off x="9232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1" name="obj_17123"/>
            <p:cNvSpPr/>
            <p:nvPr/>
          </p:nvSpPr>
          <p:spPr>
            <a:xfrm>
              <a:off x="9272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2" name="obj_17124"/>
            <p:cNvSpPr/>
            <p:nvPr/>
          </p:nvSpPr>
          <p:spPr>
            <a:xfrm>
              <a:off x="9398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3" name="obj_17125"/>
            <p:cNvSpPr/>
            <p:nvPr/>
          </p:nvSpPr>
          <p:spPr>
            <a:xfrm>
              <a:off x="9437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4" name="obj_17126"/>
            <p:cNvSpPr/>
            <p:nvPr/>
          </p:nvSpPr>
          <p:spPr>
            <a:xfrm>
              <a:off x="9563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5" name="obj_17127"/>
            <p:cNvSpPr/>
            <p:nvPr/>
          </p:nvSpPr>
          <p:spPr>
            <a:xfrm>
              <a:off x="9602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6" name="obj_17128"/>
            <p:cNvSpPr/>
            <p:nvPr/>
          </p:nvSpPr>
          <p:spPr>
            <a:xfrm>
              <a:off x="9728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7" name="obj_17129"/>
            <p:cNvSpPr/>
            <p:nvPr/>
          </p:nvSpPr>
          <p:spPr>
            <a:xfrm>
              <a:off x="9767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8" name="obj_17130"/>
            <p:cNvSpPr/>
            <p:nvPr/>
          </p:nvSpPr>
          <p:spPr>
            <a:xfrm>
              <a:off x="9893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9" name="obj_17131"/>
            <p:cNvSpPr/>
            <p:nvPr/>
          </p:nvSpPr>
          <p:spPr>
            <a:xfrm>
              <a:off x="9932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0" name="obj_17132"/>
            <p:cNvSpPr/>
            <p:nvPr/>
          </p:nvSpPr>
          <p:spPr>
            <a:xfrm>
              <a:off x="10058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1" name="obj_17133"/>
            <p:cNvSpPr/>
            <p:nvPr/>
          </p:nvSpPr>
          <p:spPr>
            <a:xfrm>
              <a:off x="10098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2" name="obj_17134"/>
            <p:cNvSpPr/>
            <p:nvPr/>
          </p:nvSpPr>
          <p:spPr>
            <a:xfrm>
              <a:off x="10223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3" name="obj_17135"/>
            <p:cNvSpPr/>
            <p:nvPr/>
          </p:nvSpPr>
          <p:spPr>
            <a:xfrm>
              <a:off x="102631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4" name="obj_17136"/>
            <p:cNvSpPr/>
            <p:nvPr/>
          </p:nvSpPr>
          <p:spPr>
            <a:xfrm>
              <a:off x="10388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5" name="obj_17137"/>
            <p:cNvSpPr/>
            <p:nvPr/>
          </p:nvSpPr>
          <p:spPr>
            <a:xfrm>
              <a:off x="104282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6" name="obj_17138"/>
            <p:cNvSpPr/>
            <p:nvPr/>
          </p:nvSpPr>
          <p:spPr>
            <a:xfrm>
              <a:off x="10553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7" name="obj_17139"/>
            <p:cNvSpPr/>
            <p:nvPr/>
          </p:nvSpPr>
          <p:spPr>
            <a:xfrm>
              <a:off x="105933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8" name="obj_17140"/>
            <p:cNvSpPr/>
            <p:nvPr/>
          </p:nvSpPr>
          <p:spPr>
            <a:xfrm>
              <a:off x="10718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9" name="obj_17141"/>
            <p:cNvSpPr/>
            <p:nvPr/>
          </p:nvSpPr>
          <p:spPr>
            <a:xfrm>
              <a:off x="10758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0" name="obj_17142"/>
            <p:cNvSpPr/>
            <p:nvPr/>
          </p:nvSpPr>
          <p:spPr>
            <a:xfrm>
              <a:off x="10883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1" name="obj_17143"/>
            <p:cNvSpPr/>
            <p:nvPr/>
          </p:nvSpPr>
          <p:spPr>
            <a:xfrm>
              <a:off x="10923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2" name="obj_17144"/>
            <p:cNvSpPr/>
            <p:nvPr/>
          </p:nvSpPr>
          <p:spPr>
            <a:xfrm>
              <a:off x="11049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3" name="obj_17145"/>
            <p:cNvSpPr/>
            <p:nvPr/>
          </p:nvSpPr>
          <p:spPr>
            <a:xfrm>
              <a:off x="11088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4" name="obj_17146"/>
            <p:cNvSpPr/>
            <p:nvPr/>
          </p:nvSpPr>
          <p:spPr>
            <a:xfrm>
              <a:off x="11214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5" name="obj_17147"/>
            <p:cNvSpPr/>
            <p:nvPr/>
          </p:nvSpPr>
          <p:spPr>
            <a:xfrm>
              <a:off x="11253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6" name="obj_17148"/>
            <p:cNvSpPr/>
            <p:nvPr/>
          </p:nvSpPr>
          <p:spPr>
            <a:xfrm>
              <a:off x="11379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7" name="obj_17149"/>
            <p:cNvSpPr/>
            <p:nvPr/>
          </p:nvSpPr>
          <p:spPr>
            <a:xfrm>
              <a:off x="114046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8" name="obj_17150"/>
            <p:cNvSpPr/>
            <p:nvPr/>
          </p:nvSpPr>
          <p:spPr>
            <a:xfrm>
              <a:off x="9067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9" name="obj_17151"/>
            <p:cNvSpPr/>
            <p:nvPr/>
          </p:nvSpPr>
          <p:spPr>
            <a:xfrm>
              <a:off x="9232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0" name="obj_17152"/>
            <p:cNvSpPr/>
            <p:nvPr/>
          </p:nvSpPr>
          <p:spPr>
            <a:xfrm>
              <a:off x="92583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1" name="obj_17153"/>
            <p:cNvSpPr/>
            <p:nvPr/>
          </p:nvSpPr>
          <p:spPr>
            <a:xfrm>
              <a:off x="9398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2" name="obj_17154"/>
            <p:cNvSpPr/>
            <p:nvPr/>
          </p:nvSpPr>
          <p:spPr>
            <a:xfrm>
              <a:off x="9563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3" name="obj_17155"/>
            <p:cNvSpPr/>
            <p:nvPr/>
          </p:nvSpPr>
          <p:spPr>
            <a:xfrm>
              <a:off x="9728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4" name="obj_17156"/>
            <p:cNvSpPr/>
            <p:nvPr/>
          </p:nvSpPr>
          <p:spPr>
            <a:xfrm>
              <a:off x="97536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5" name="obj_17157"/>
            <p:cNvSpPr/>
            <p:nvPr/>
          </p:nvSpPr>
          <p:spPr>
            <a:xfrm>
              <a:off x="9893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6" name="obj_17158"/>
            <p:cNvSpPr/>
            <p:nvPr/>
          </p:nvSpPr>
          <p:spPr>
            <a:xfrm>
              <a:off x="99187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7" name="obj_17159"/>
            <p:cNvSpPr/>
            <p:nvPr/>
          </p:nvSpPr>
          <p:spPr>
            <a:xfrm>
              <a:off x="10058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8" name="obj_17160"/>
            <p:cNvSpPr/>
            <p:nvPr/>
          </p:nvSpPr>
          <p:spPr>
            <a:xfrm>
              <a:off x="100838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9" name="obj_17161"/>
            <p:cNvSpPr/>
            <p:nvPr/>
          </p:nvSpPr>
          <p:spPr>
            <a:xfrm>
              <a:off x="10223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0" name="obj_17162"/>
            <p:cNvSpPr/>
            <p:nvPr/>
          </p:nvSpPr>
          <p:spPr>
            <a:xfrm>
              <a:off x="10388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1" name="obj_17163"/>
            <p:cNvSpPr/>
            <p:nvPr/>
          </p:nvSpPr>
          <p:spPr>
            <a:xfrm>
              <a:off x="104140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2" name="obj_17164"/>
            <p:cNvSpPr/>
            <p:nvPr/>
          </p:nvSpPr>
          <p:spPr>
            <a:xfrm>
              <a:off x="10553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3" name="obj_17165"/>
            <p:cNvSpPr/>
            <p:nvPr/>
          </p:nvSpPr>
          <p:spPr>
            <a:xfrm>
              <a:off x="105791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4" name="obj_17166"/>
            <p:cNvSpPr/>
            <p:nvPr/>
          </p:nvSpPr>
          <p:spPr>
            <a:xfrm>
              <a:off x="10718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5" name="obj_17167"/>
            <p:cNvSpPr/>
            <p:nvPr/>
          </p:nvSpPr>
          <p:spPr>
            <a:xfrm>
              <a:off x="10883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6" name="obj_17168"/>
            <p:cNvSpPr/>
            <p:nvPr/>
          </p:nvSpPr>
          <p:spPr>
            <a:xfrm>
              <a:off x="11049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7" name="obj_17169"/>
            <p:cNvSpPr/>
            <p:nvPr/>
          </p:nvSpPr>
          <p:spPr>
            <a:xfrm>
              <a:off x="110744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8" name="obj_17170"/>
            <p:cNvSpPr/>
            <p:nvPr/>
          </p:nvSpPr>
          <p:spPr>
            <a:xfrm>
              <a:off x="11214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9" name="obj_17171"/>
            <p:cNvSpPr/>
            <p:nvPr/>
          </p:nvSpPr>
          <p:spPr>
            <a:xfrm>
              <a:off x="112395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0" name="obj_17172"/>
            <p:cNvSpPr/>
            <p:nvPr/>
          </p:nvSpPr>
          <p:spPr>
            <a:xfrm>
              <a:off x="11379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1" name="obj_17173"/>
            <p:cNvSpPr/>
            <p:nvPr/>
          </p:nvSpPr>
          <p:spPr>
            <a:xfrm>
              <a:off x="9067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2" name="obj_17174"/>
            <p:cNvSpPr/>
            <p:nvPr/>
          </p:nvSpPr>
          <p:spPr>
            <a:xfrm>
              <a:off x="9232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3" name="obj_17175"/>
            <p:cNvSpPr/>
            <p:nvPr/>
          </p:nvSpPr>
          <p:spPr>
            <a:xfrm>
              <a:off x="9398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4" name="obj_17176"/>
            <p:cNvSpPr/>
            <p:nvPr/>
          </p:nvSpPr>
          <p:spPr>
            <a:xfrm>
              <a:off x="9563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5" name="obj_17177"/>
            <p:cNvSpPr/>
            <p:nvPr/>
          </p:nvSpPr>
          <p:spPr>
            <a:xfrm>
              <a:off x="9728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6" name="obj_17178"/>
            <p:cNvSpPr/>
            <p:nvPr/>
          </p:nvSpPr>
          <p:spPr>
            <a:xfrm>
              <a:off x="9893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7" name="obj_17179"/>
            <p:cNvSpPr/>
            <p:nvPr/>
          </p:nvSpPr>
          <p:spPr>
            <a:xfrm>
              <a:off x="10058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8" name="obj_17180"/>
            <p:cNvSpPr/>
            <p:nvPr/>
          </p:nvSpPr>
          <p:spPr>
            <a:xfrm>
              <a:off x="10223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9" name="obj_17181"/>
            <p:cNvSpPr/>
            <p:nvPr/>
          </p:nvSpPr>
          <p:spPr>
            <a:xfrm>
              <a:off x="10388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0" name="obj_17182"/>
            <p:cNvSpPr/>
            <p:nvPr/>
          </p:nvSpPr>
          <p:spPr>
            <a:xfrm>
              <a:off x="10553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1" name="obj_17183"/>
            <p:cNvSpPr/>
            <p:nvPr/>
          </p:nvSpPr>
          <p:spPr>
            <a:xfrm>
              <a:off x="10718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2" name="obj_17184"/>
            <p:cNvSpPr/>
            <p:nvPr/>
          </p:nvSpPr>
          <p:spPr>
            <a:xfrm>
              <a:off x="10883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3" name="obj_17185"/>
            <p:cNvSpPr/>
            <p:nvPr/>
          </p:nvSpPr>
          <p:spPr>
            <a:xfrm>
              <a:off x="11049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4" name="obj_17186"/>
            <p:cNvSpPr/>
            <p:nvPr/>
          </p:nvSpPr>
          <p:spPr>
            <a:xfrm>
              <a:off x="11214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5" name="obj_17187"/>
            <p:cNvSpPr/>
            <p:nvPr/>
          </p:nvSpPr>
          <p:spPr>
            <a:xfrm>
              <a:off x="11379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6" name="obj_17188"/>
            <p:cNvSpPr/>
            <p:nvPr/>
          </p:nvSpPr>
          <p:spPr>
            <a:xfrm>
              <a:off x="9067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7" name="obj_17189"/>
            <p:cNvSpPr/>
            <p:nvPr/>
          </p:nvSpPr>
          <p:spPr>
            <a:xfrm>
              <a:off x="9232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8" name="obj_17190"/>
            <p:cNvSpPr/>
            <p:nvPr/>
          </p:nvSpPr>
          <p:spPr>
            <a:xfrm>
              <a:off x="9398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9" name="obj_17191"/>
            <p:cNvSpPr/>
            <p:nvPr/>
          </p:nvSpPr>
          <p:spPr>
            <a:xfrm>
              <a:off x="9563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0" name="obj_17192"/>
            <p:cNvSpPr/>
            <p:nvPr/>
          </p:nvSpPr>
          <p:spPr>
            <a:xfrm>
              <a:off x="9728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1" name="obj_17193"/>
            <p:cNvSpPr/>
            <p:nvPr/>
          </p:nvSpPr>
          <p:spPr>
            <a:xfrm>
              <a:off x="9893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2" name="obj_17194"/>
            <p:cNvSpPr/>
            <p:nvPr/>
          </p:nvSpPr>
          <p:spPr>
            <a:xfrm>
              <a:off x="10058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3" name="obj_17195"/>
            <p:cNvSpPr/>
            <p:nvPr/>
          </p:nvSpPr>
          <p:spPr>
            <a:xfrm>
              <a:off x="10223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4" name="obj_17196"/>
            <p:cNvSpPr/>
            <p:nvPr/>
          </p:nvSpPr>
          <p:spPr>
            <a:xfrm>
              <a:off x="10388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5" name="obj_17197"/>
            <p:cNvSpPr/>
            <p:nvPr/>
          </p:nvSpPr>
          <p:spPr>
            <a:xfrm>
              <a:off x="10553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6" name="obj_17198"/>
            <p:cNvSpPr/>
            <p:nvPr/>
          </p:nvSpPr>
          <p:spPr>
            <a:xfrm>
              <a:off x="10718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7" name="obj_17199"/>
            <p:cNvSpPr/>
            <p:nvPr/>
          </p:nvSpPr>
          <p:spPr>
            <a:xfrm>
              <a:off x="10883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8" name="obj_17200"/>
            <p:cNvSpPr/>
            <p:nvPr/>
          </p:nvSpPr>
          <p:spPr>
            <a:xfrm>
              <a:off x="11049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9" name="obj_17201"/>
            <p:cNvSpPr/>
            <p:nvPr/>
          </p:nvSpPr>
          <p:spPr>
            <a:xfrm>
              <a:off x="11214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0" name="obj_17202"/>
            <p:cNvSpPr/>
            <p:nvPr/>
          </p:nvSpPr>
          <p:spPr>
            <a:xfrm>
              <a:off x="11379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11" name="obj_17203"/>
            <p:cNvCxnSpPr/>
            <p:nvPr/>
          </p:nvCxnSpPr>
          <p:spPr>
            <a:xfrm>
              <a:off x="9315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2" name="obj_17204"/>
            <p:cNvCxnSpPr/>
            <p:nvPr/>
          </p:nvCxnSpPr>
          <p:spPr>
            <a:xfrm>
              <a:off x="9480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3" name="obj_17205"/>
            <p:cNvCxnSpPr/>
            <p:nvPr/>
          </p:nvCxnSpPr>
          <p:spPr>
            <a:xfrm>
              <a:off x="9645650" y="34734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4" name="obj_17206"/>
            <p:cNvCxnSpPr/>
            <p:nvPr/>
          </p:nvCxnSpPr>
          <p:spPr>
            <a:xfrm>
              <a:off x="9645650" y="36385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5" name="obj_17207"/>
            <p:cNvCxnSpPr/>
            <p:nvPr/>
          </p:nvCxnSpPr>
          <p:spPr>
            <a:xfrm>
              <a:off x="96456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6" name="obj_17208"/>
            <p:cNvCxnSpPr/>
            <p:nvPr/>
          </p:nvCxnSpPr>
          <p:spPr>
            <a:xfrm>
              <a:off x="98107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7" name="obj_17209"/>
            <p:cNvCxnSpPr/>
            <p:nvPr/>
          </p:nvCxnSpPr>
          <p:spPr>
            <a:xfrm>
              <a:off x="99758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8" name="obj_17210"/>
            <p:cNvCxnSpPr/>
            <p:nvPr/>
          </p:nvCxnSpPr>
          <p:spPr>
            <a:xfrm>
              <a:off x="101409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19" name="obj_17211"/>
            <p:cNvCxnSpPr/>
            <p:nvPr/>
          </p:nvCxnSpPr>
          <p:spPr>
            <a:xfrm>
              <a:off x="103060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0" name="obj_17212"/>
            <p:cNvCxnSpPr/>
            <p:nvPr/>
          </p:nvCxnSpPr>
          <p:spPr>
            <a:xfrm>
              <a:off x="104711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1" name="obj_17213"/>
            <p:cNvCxnSpPr/>
            <p:nvPr/>
          </p:nvCxnSpPr>
          <p:spPr>
            <a:xfrm>
              <a:off x="106362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2" name="obj_17214"/>
            <p:cNvCxnSpPr/>
            <p:nvPr/>
          </p:nvCxnSpPr>
          <p:spPr>
            <a:xfrm>
              <a:off x="108013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3" name="obj_17215"/>
            <p:cNvCxnSpPr/>
            <p:nvPr/>
          </p:nvCxnSpPr>
          <p:spPr>
            <a:xfrm>
              <a:off x="109664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4" name="obj_17216"/>
            <p:cNvCxnSpPr/>
            <p:nvPr/>
          </p:nvCxnSpPr>
          <p:spPr>
            <a:xfrm>
              <a:off x="111315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5" name="obj_17217"/>
            <p:cNvCxnSpPr/>
            <p:nvPr/>
          </p:nvCxnSpPr>
          <p:spPr>
            <a:xfrm flipV="1">
              <a:off x="11296650" y="36385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26" name="obj_17218"/>
            <p:cNvCxnSpPr/>
            <p:nvPr/>
          </p:nvCxnSpPr>
          <p:spPr>
            <a:xfrm flipV="1">
              <a:off x="11296650" y="34734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3427" name="obj_17219"/>
            <p:cNvSpPr txBox="1"/>
            <p:nvPr/>
          </p:nvSpPr>
          <p:spPr>
            <a:xfrm>
              <a:off x="8991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40</a:t>
              </a:r>
            </a:p>
          </p:txBody>
        </p:sp>
        <p:sp>
          <p:nvSpPr>
            <p:cNvPr id="3428" name="obj_17220"/>
            <p:cNvSpPr txBox="1"/>
            <p:nvPr/>
          </p:nvSpPr>
          <p:spPr>
            <a:xfrm>
              <a:off x="8991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16</a:t>
              </a:r>
            </a:p>
          </p:txBody>
        </p:sp>
        <p:sp>
          <p:nvSpPr>
            <p:cNvPr id="3429" name="obj_17221"/>
            <p:cNvSpPr txBox="1"/>
            <p:nvPr/>
          </p:nvSpPr>
          <p:spPr>
            <a:xfrm>
              <a:off x="609600" y="5499100"/>
              <a:ext cx="10985500" cy="3175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Синхронный кадр 60: завершившиеся поиски сохраняют итог</a:t>
              </a:r>
            </a:p>
          </p:txBody>
        </p:sp>
      </p:grpSp>
      <p:grpSp>
        <p:nvGrpSpPr>
          <p:cNvPr id="6" name="comparison_119"/>
          <p:cNvGrpSpPr/>
          <p:nvPr/>
        </p:nvGrpSpPr>
        <p:grpSpPr>
          <a:xfrm>
            <a:off x="368300" y="1625600"/>
            <a:ext cx="11341100" cy="4254500"/>
            <a:chOff x="368300" y="1625600"/>
            <a:chExt cx="11341100" cy="4254500"/>
          </a:xfrm>
        </p:grpSpPr>
        <p:sp>
          <p:nvSpPr>
            <p:cNvPr id="3430" name="obj_17223"/>
            <p:cNvSpPr/>
            <p:nvPr/>
          </p:nvSpPr>
          <p:spPr>
            <a:xfrm>
              <a:off x="482600" y="1625600"/>
              <a:ext cx="11226800" cy="4254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1" name="obj_17224"/>
            <p:cNvSpPr txBox="1"/>
            <p:nvPr/>
          </p:nvSpPr>
          <p:spPr>
            <a:xfrm>
              <a:off x="609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BFS</a:t>
              </a:r>
            </a:p>
          </p:txBody>
        </p:sp>
        <p:sp>
          <p:nvSpPr>
            <p:cNvPr id="3432" name="obj_17225"/>
            <p:cNvSpPr/>
            <p:nvPr/>
          </p:nvSpPr>
          <p:spPr>
            <a:xfrm>
              <a:off x="368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3" name="obj_17226"/>
            <p:cNvSpPr/>
            <p:nvPr/>
          </p:nvSpPr>
          <p:spPr>
            <a:xfrm>
              <a:off x="685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4" name="obj_17227"/>
            <p:cNvSpPr/>
            <p:nvPr/>
          </p:nvSpPr>
          <p:spPr>
            <a:xfrm>
              <a:off x="7254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5" name="obj_17228"/>
            <p:cNvSpPr/>
            <p:nvPr/>
          </p:nvSpPr>
          <p:spPr>
            <a:xfrm>
              <a:off x="850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6" name="obj_17229"/>
            <p:cNvSpPr/>
            <p:nvPr/>
          </p:nvSpPr>
          <p:spPr>
            <a:xfrm>
              <a:off x="8905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7" name="obj_17230"/>
            <p:cNvSpPr/>
            <p:nvPr/>
          </p:nvSpPr>
          <p:spPr>
            <a:xfrm>
              <a:off x="1016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8" name="obj_17231"/>
            <p:cNvSpPr/>
            <p:nvPr/>
          </p:nvSpPr>
          <p:spPr>
            <a:xfrm>
              <a:off x="10556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9" name="obj_17232"/>
            <p:cNvSpPr/>
            <p:nvPr/>
          </p:nvSpPr>
          <p:spPr>
            <a:xfrm>
              <a:off x="1181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0" name="obj_17233"/>
            <p:cNvSpPr/>
            <p:nvPr/>
          </p:nvSpPr>
          <p:spPr>
            <a:xfrm>
              <a:off x="12207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1" name="obj_17234"/>
            <p:cNvSpPr/>
            <p:nvPr/>
          </p:nvSpPr>
          <p:spPr>
            <a:xfrm>
              <a:off x="1346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2" name="obj_17235"/>
            <p:cNvSpPr/>
            <p:nvPr/>
          </p:nvSpPr>
          <p:spPr>
            <a:xfrm>
              <a:off x="13858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3" name="obj_17236"/>
            <p:cNvSpPr/>
            <p:nvPr/>
          </p:nvSpPr>
          <p:spPr>
            <a:xfrm>
              <a:off x="1511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4" name="obj_17237"/>
            <p:cNvSpPr/>
            <p:nvPr/>
          </p:nvSpPr>
          <p:spPr>
            <a:xfrm>
              <a:off x="15509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5" name="obj_17238"/>
            <p:cNvSpPr/>
            <p:nvPr/>
          </p:nvSpPr>
          <p:spPr>
            <a:xfrm>
              <a:off x="1676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6" name="obj_17239"/>
            <p:cNvSpPr/>
            <p:nvPr/>
          </p:nvSpPr>
          <p:spPr>
            <a:xfrm>
              <a:off x="17160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7" name="obj_17240"/>
            <p:cNvSpPr/>
            <p:nvPr/>
          </p:nvSpPr>
          <p:spPr>
            <a:xfrm>
              <a:off x="1841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8" name="obj_17241"/>
            <p:cNvSpPr/>
            <p:nvPr/>
          </p:nvSpPr>
          <p:spPr>
            <a:xfrm>
              <a:off x="2006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9" name="obj_17242"/>
            <p:cNvSpPr/>
            <p:nvPr/>
          </p:nvSpPr>
          <p:spPr>
            <a:xfrm>
              <a:off x="20320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0" name="obj_17243"/>
            <p:cNvSpPr/>
            <p:nvPr/>
          </p:nvSpPr>
          <p:spPr>
            <a:xfrm>
              <a:off x="2171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1" name="obj_17244"/>
            <p:cNvSpPr/>
            <p:nvPr/>
          </p:nvSpPr>
          <p:spPr>
            <a:xfrm>
              <a:off x="2336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2" name="obj_17245"/>
            <p:cNvSpPr/>
            <p:nvPr/>
          </p:nvSpPr>
          <p:spPr>
            <a:xfrm>
              <a:off x="2501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3" name="obj_17246"/>
            <p:cNvSpPr/>
            <p:nvPr/>
          </p:nvSpPr>
          <p:spPr>
            <a:xfrm>
              <a:off x="2667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4" name="obj_17247"/>
            <p:cNvSpPr/>
            <p:nvPr/>
          </p:nvSpPr>
          <p:spPr>
            <a:xfrm>
              <a:off x="2832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5" name="obj_17248"/>
            <p:cNvSpPr/>
            <p:nvPr/>
          </p:nvSpPr>
          <p:spPr>
            <a:xfrm>
              <a:off x="2997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6" name="obj_17249"/>
            <p:cNvSpPr/>
            <p:nvPr/>
          </p:nvSpPr>
          <p:spPr>
            <a:xfrm>
              <a:off x="685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7" name="obj_17250"/>
            <p:cNvSpPr/>
            <p:nvPr/>
          </p:nvSpPr>
          <p:spPr>
            <a:xfrm>
              <a:off x="7254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8" name="obj_17251"/>
            <p:cNvSpPr/>
            <p:nvPr/>
          </p:nvSpPr>
          <p:spPr>
            <a:xfrm>
              <a:off x="850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9" name="obj_17252"/>
            <p:cNvSpPr/>
            <p:nvPr/>
          </p:nvSpPr>
          <p:spPr>
            <a:xfrm>
              <a:off x="8905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0" name="obj_17253"/>
            <p:cNvSpPr/>
            <p:nvPr/>
          </p:nvSpPr>
          <p:spPr>
            <a:xfrm>
              <a:off x="1016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1" name="obj_17254"/>
            <p:cNvSpPr/>
            <p:nvPr/>
          </p:nvSpPr>
          <p:spPr>
            <a:xfrm>
              <a:off x="10556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2" name="obj_17255"/>
            <p:cNvSpPr/>
            <p:nvPr/>
          </p:nvSpPr>
          <p:spPr>
            <a:xfrm>
              <a:off x="1181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3" name="obj_17256"/>
            <p:cNvSpPr/>
            <p:nvPr/>
          </p:nvSpPr>
          <p:spPr>
            <a:xfrm>
              <a:off x="12207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4" name="obj_17257"/>
            <p:cNvSpPr/>
            <p:nvPr/>
          </p:nvSpPr>
          <p:spPr>
            <a:xfrm>
              <a:off x="1346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5" name="obj_17258"/>
            <p:cNvSpPr/>
            <p:nvPr/>
          </p:nvSpPr>
          <p:spPr>
            <a:xfrm>
              <a:off x="13858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6" name="obj_17259"/>
            <p:cNvSpPr/>
            <p:nvPr/>
          </p:nvSpPr>
          <p:spPr>
            <a:xfrm>
              <a:off x="1511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7" name="obj_17260"/>
            <p:cNvSpPr/>
            <p:nvPr/>
          </p:nvSpPr>
          <p:spPr>
            <a:xfrm>
              <a:off x="15509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8" name="obj_17261"/>
            <p:cNvSpPr/>
            <p:nvPr/>
          </p:nvSpPr>
          <p:spPr>
            <a:xfrm>
              <a:off x="1676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9" name="obj_17262"/>
            <p:cNvSpPr/>
            <p:nvPr/>
          </p:nvSpPr>
          <p:spPr>
            <a:xfrm>
              <a:off x="17160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0" name="obj_17263"/>
            <p:cNvSpPr/>
            <p:nvPr/>
          </p:nvSpPr>
          <p:spPr>
            <a:xfrm>
              <a:off x="1841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1" name="obj_17264"/>
            <p:cNvSpPr/>
            <p:nvPr/>
          </p:nvSpPr>
          <p:spPr>
            <a:xfrm>
              <a:off x="2006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2" name="obj_17265"/>
            <p:cNvSpPr/>
            <p:nvPr/>
          </p:nvSpPr>
          <p:spPr>
            <a:xfrm>
              <a:off x="20462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3" name="obj_17266"/>
            <p:cNvSpPr/>
            <p:nvPr/>
          </p:nvSpPr>
          <p:spPr>
            <a:xfrm>
              <a:off x="2171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4" name="obj_17267"/>
            <p:cNvSpPr/>
            <p:nvPr/>
          </p:nvSpPr>
          <p:spPr>
            <a:xfrm>
              <a:off x="21971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5" name="obj_17268"/>
            <p:cNvSpPr/>
            <p:nvPr/>
          </p:nvSpPr>
          <p:spPr>
            <a:xfrm>
              <a:off x="2336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6" name="obj_17269"/>
            <p:cNvSpPr/>
            <p:nvPr/>
          </p:nvSpPr>
          <p:spPr>
            <a:xfrm>
              <a:off x="2501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7" name="obj_17270"/>
            <p:cNvSpPr/>
            <p:nvPr/>
          </p:nvSpPr>
          <p:spPr>
            <a:xfrm>
              <a:off x="2667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8" name="obj_17271"/>
            <p:cNvSpPr/>
            <p:nvPr/>
          </p:nvSpPr>
          <p:spPr>
            <a:xfrm>
              <a:off x="2832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9" name="obj_17272"/>
            <p:cNvSpPr/>
            <p:nvPr/>
          </p:nvSpPr>
          <p:spPr>
            <a:xfrm>
              <a:off x="2997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0" name="obj_17273"/>
            <p:cNvSpPr/>
            <p:nvPr/>
          </p:nvSpPr>
          <p:spPr>
            <a:xfrm>
              <a:off x="685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1" name="obj_17274"/>
            <p:cNvSpPr/>
            <p:nvPr/>
          </p:nvSpPr>
          <p:spPr>
            <a:xfrm>
              <a:off x="7254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2" name="obj_17275"/>
            <p:cNvSpPr/>
            <p:nvPr/>
          </p:nvSpPr>
          <p:spPr>
            <a:xfrm>
              <a:off x="850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3" name="obj_17276"/>
            <p:cNvSpPr/>
            <p:nvPr/>
          </p:nvSpPr>
          <p:spPr>
            <a:xfrm>
              <a:off x="890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4" name="obj_17277"/>
            <p:cNvSpPr/>
            <p:nvPr/>
          </p:nvSpPr>
          <p:spPr>
            <a:xfrm>
              <a:off x="1016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5" name="obj_17278"/>
            <p:cNvSpPr/>
            <p:nvPr/>
          </p:nvSpPr>
          <p:spPr>
            <a:xfrm>
              <a:off x="1181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6" name="obj_17279"/>
            <p:cNvSpPr/>
            <p:nvPr/>
          </p:nvSpPr>
          <p:spPr>
            <a:xfrm>
              <a:off x="1346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7" name="obj_17280"/>
            <p:cNvSpPr/>
            <p:nvPr/>
          </p:nvSpPr>
          <p:spPr>
            <a:xfrm>
              <a:off x="13858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8" name="obj_17281"/>
            <p:cNvSpPr/>
            <p:nvPr/>
          </p:nvSpPr>
          <p:spPr>
            <a:xfrm>
              <a:off x="1511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9" name="obj_17282"/>
            <p:cNvSpPr/>
            <p:nvPr/>
          </p:nvSpPr>
          <p:spPr>
            <a:xfrm>
              <a:off x="15509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0" name="obj_17283"/>
            <p:cNvSpPr/>
            <p:nvPr/>
          </p:nvSpPr>
          <p:spPr>
            <a:xfrm>
              <a:off x="1676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1" name="obj_17284"/>
            <p:cNvSpPr/>
            <p:nvPr/>
          </p:nvSpPr>
          <p:spPr>
            <a:xfrm>
              <a:off x="17160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2" name="obj_17285"/>
            <p:cNvSpPr/>
            <p:nvPr/>
          </p:nvSpPr>
          <p:spPr>
            <a:xfrm>
              <a:off x="1841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3" name="obj_17286"/>
            <p:cNvSpPr/>
            <p:nvPr/>
          </p:nvSpPr>
          <p:spPr>
            <a:xfrm>
              <a:off x="2006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4" name="obj_17287"/>
            <p:cNvSpPr/>
            <p:nvPr/>
          </p:nvSpPr>
          <p:spPr>
            <a:xfrm>
              <a:off x="20462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5" name="obj_17288"/>
            <p:cNvSpPr/>
            <p:nvPr/>
          </p:nvSpPr>
          <p:spPr>
            <a:xfrm>
              <a:off x="2171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6" name="obj_17289"/>
            <p:cNvSpPr/>
            <p:nvPr/>
          </p:nvSpPr>
          <p:spPr>
            <a:xfrm>
              <a:off x="22113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7" name="obj_17290"/>
            <p:cNvSpPr/>
            <p:nvPr/>
          </p:nvSpPr>
          <p:spPr>
            <a:xfrm>
              <a:off x="2336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8" name="obj_17291"/>
            <p:cNvSpPr/>
            <p:nvPr/>
          </p:nvSpPr>
          <p:spPr>
            <a:xfrm>
              <a:off x="2501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9" name="obj_17292"/>
            <p:cNvSpPr/>
            <p:nvPr/>
          </p:nvSpPr>
          <p:spPr>
            <a:xfrm>
              <a:off x="2667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0" name="obj_17293"/>
            <p:cNvSpPr/>
            <p:nvPr/>
          </p:nvSpPr>
          <p:spPr>
            <a:xfrm>
              <a:off x="2832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1" name="obj_17294"/>
            <p:cNvSpPr/>
            <p:nvPr/>
          </p:nvSpPr>
          <p:spPr>
            <a:xfrm>
              <a:off x="2997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2" name="obj_17295"/>
            <p:cNvSpPr/>
            <p:nvPr/>
          </p:nvSpPr>
          <p:spPr>
            <a:xfrm>
              <a:off x="685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3" name="obj_17296"/>
            <p:cNvSpPr/>
            <p:nvPr/>
          </p:nvSpPr>
          <p:spPr>
            <a:xfrm>
              <a:off x="725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4" name="obj_17297"/>
            <p:cNvSpPr/>
            <p:nvPr/>
          </p:nvSpPr>
          <p:spPr>
            <a:xfrm>
              <a:off x="850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5" name="obj_17298"/>
            <p:cNvSpPr/>
            <p:nvPr/>
          </p:nvSpPr>
          <p:spPr>
            <a:xfrm>
              <a:off x="890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6" name="obj_17299"/>
            <p:cNvSpPr/>
            <p:nvPr/>
          </p:nvSpPr>
          <p:spPr>
            <a:xfrm>
              <a:off x="1016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7" name="obj_17300"/>
            <p:cNvSpPr/>
            <p:nvPr/>
          </p:nvSpPr>
          <p:spPr>
            <a:xfrm>
              <a:off x="1055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8" name="obj_17301"/>
            <p:cNvSpPr/>
            <p:nvPr/>
          </p:nvSpPr>
          <p:spPr>
            <a:xfrm>
              <a:off x="1181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9" name="obj_17302"/>
            <p:cNvSpPr/>
            <p:nvPr/>
          </p:nvSpPr>
          <p:spPr>
            <a:xfrm>
              <a:off x="1220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0" name="obj_17303"/>
            <p:cNvSpPr/>
            <p:nvPr/>
          </p:nvSpPr>
          <p:spPr>
            <a:xfrm>
              <a:off x="1346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1" name="obj_17304"/>
            <p:cNvSpPr/>
            <p:nvPr/>
          </p:nvSpPr>
          <p:spPr>
            <a:xfrm>
              <a:off x="1385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2" name="obj_17305"/>
            <p:cNvSpPr/>
            <p:nvPr/>
          </p:nvSpPr>
          <p:spPr>
            <a:xfrm>
              <a:off x="1511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3" name="obj_17306"/>
            <p:cNvSpPr/>
            <p:nvPr/>
          </p:nvSpPr>
          <p:spPr>
            <a:xfrm>
              <a:off x="1550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4" name="obj_17307"/>
            <p:cNvSpPr/>
            <p:nvPr/>
          </p:nvSpPr>
          <p:spPr>
            <a:xfrm>
              <a:off x="1676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5" name="obj_17308"/>
            <p:cNvSpPr/>
            <p:nvPr/>
          </p:nvSpPr>
          <p:spPr>
            <a:xfrm>
              <a:off x="1716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6" name="obj_17309"/>
            <p:cNvSpPr/>
            <p:nvPr/>
          </p:nvSpPr>
          <p:spPr>
            <a:xfrm>
              <a:off x="1841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7" name="obj_17310"/>
            <p:cNvSpPr/>
            <p:nvPr/>
          </p:nvSpPr>
          <p:spPr>
            <a:xfrm>
              <a:off x="2006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8" name="obj_17311"/>
            <p:cNvSpPr/>
            <p:nvPr/>
          </p:nvSpPr>
          <p:spPr>
            <a:xfrm>
              <a:off x="20462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9" name="obj_17312"/>
            <p:cNvSpPr/>
            <p:nvPr/>
          </p:nvSpPr>
          <p:spPr>
            <a:xfrm>
              <a:off x="2171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0" name="obj_17313"/>
            <p:cNvSpPr/>
            <p:nvPr/>
          </p:nvSpPr>
          <p:spPr>
            <a:xfrm>
              <a:off x="22113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1" name="obj_17314"/>
            <p:cNvSpPr/>
            <p:nvPr/>
          </p:nvSpPr>
          <p:spPr>
            <a:xfrm>
              <a:off x="2336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2" name="obj_17315"/>
            <p:cNvSpPr/>
            <p:nvPr/>
          </p:nvSpPr>
          <p:spPr>
            <a:xfrm>
              <a:off x="2376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3" name="obj_17316"/>
            <p:cNvSpPr/>
            <p:nvPr/>
          </p:nvSpPr>
          <p:spPr>
            <a:xfrm>
              <a:off x="2501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4" name="obj_17317"/>
            <p:cNvSpPr/>
            <p:nvPr/>
          </p:nvSpPr>
          <p:spPr>
            <a:xfrm>
              <a:off x="25273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5" name="obj_17318"/>
            <p:cNvSpPr/>
            <p:nvPr/>
          </p:nvSpPr>
          <p:spPr>
            <a:xfrm>
              <a:off x="2667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6" name="obj_17319"/>
            <p:cNvSpPr/>
            <p:nvPr/>
          </p:nvSpPr>
          <p:spPr>
            <a:xfrm>
              <a:off x="2832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7" name="obj_17320"/>
            <p:cNvSpPr/>
            <p:nvPr/>
          </p:nvSpPr>
          <p:spPr>
            <a:xfrm>
              <a:off x="2997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8" name="obj_17321"/>
            <p:cNvSpPr/>
            <p:nvPr/>
          </p:nvSpPr>
          <p:spPr>
            <a:xfrm>
              <a:off x="685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9" name="obj_17322"/>
            <p:cNvSpPr/>
            <p:nvPr/>
          </p:nvSpPr>
          <p:spPr>
            <a:xfrm>
              <a:off x="725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0" name="obj_17323"/>
            <p:cNvSpPr/>
            <p:nvPr/>
          </p:nvSpPr>
          <p:spPr>
            <a:xfrm>
              <a:off x="850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1" name="obj_17324"/>
            <p:cNvSpPr/>
            <p:nvPr/>
          </p:nvSpPr>
          <p:spPr>
            <a:xfrm>
              <a:off x="890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2" name="obj_17325"/>
            <p:cNvSpPr/>
            <p:nvPr/>
          </p:nvSpPr>
          <p:spPr>
            <a:xfrm>
              <a:off x="1016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3" name="obj_17326"/>
            <p:cNvSpPr/>
            <p:nvPr/>
          </p:nvSpPr>
          <p:spPr>
            <a:xfrm>
              <a:off x="1055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4" name="obj_17327"/>
            <p:cNvSpPr/>
            <p:nvPr/>
          </p:nvSpPr>
          <p:spPr>
            <a:xfrm>
              <a:off x="1181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5" name="obj_17328"/>
            <p:cNvSpPr/>
            <p:nvPr/>
          </p:nvSpPr>
          <p:spPr>
            <a:xfrm>
              <a:off x="1220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6" name="obj_17329"/>
            <p:cNvSpPr/>
            <p:nvPr/>
          </p:nvSpPr>
          <p:spPr>
            <a:xfrm>
              <a:off x="1346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7" name="obj_17330"/>
            <p:cNvSpPr/>
            <p:nvPr/>
          </p:nvSpPr>
          <p:spPr>
            <a:xfrm>
              <a:off x="1385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8" name="obj_17331"/>
            <p:cNvSpPr/>
            <p:nvPr/>
          </p:nvSpPr>
          <p:spPr>
            <a:xfrm>
              <a:off x="1511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9" name="obj_17332"/>
            <p:cNvSpPr/>
            <p:nvPr/>
          </p:nvSpPr>
          <p:spPr>
            <a:xfrm>
              <a:off x="1550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0" name="obj_17333"/>
            <p:cNvSpPr/>
            <p:nvPr/>
          </p:nvSpPr>
          <p:spPr>
            <a:xfrm>
              <a:off x="1676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1" name="obj_17334"/>
            <p:cNvSpPr/>
            <p:nvPr/>
          </p:nvSpPr>
          <p:spPr>
            <a:xfrm>
              <a:off x="17160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2" name="obj_17335"/>
            <p:cNvSpPr/>
            <p:nvPr/>
          </p:nvSpPr>
          <p:spPr>
            <a:xfrm>
              <a:off x="1841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3" name="obj_17336"/>
            <p:cNvSpPr/>
            <p:nvPr/>
          </p:nvSpPr>
          <p:spPr>
            <a:xfrm>
              <a:off x="18811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4" name="obj_17337"/>
            <p:cNvSpPr/>
            <p:nvPr/>
          </p:nvSpPr>
          <p:spPr>
            <a:xfrm>
              <a:off x="2006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5" name="obj_17338"/>
            <p:cNvSpPr/>
            <p:nvPr/>
          </p:nvSpPr>
          <p:spPr>
            <a:xfrm>
              <a:off x="20462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6" name="obj_17339"/>
            <p:cNvSpPr/>
            <p:nvPr/>
          </p:nvSpPr>
          <p:spPr>
            <a:xfrm>
              <a:off x="2171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7" name="obj_17340"/>
            <p:cNvSpPr/>
            <p:nvPr/>
          </p:nvSpPr>
          <p:spPr>
            <a:xfrm>
              <a:off x="22113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8" name="obj_17341"/>
            <p:cNvSpPr/>
            <p:nvPr/>
          </p:nvSpPr>
          <p:spPr>
            <a:xfrm>
              <a:off x="2336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9" name="obj_17342"/>
            <p:cNvSpPr/>
            <p:nvPr/>
          </p:nvSpPr>
          <p:spPr>
            <a:xfrm>
              <a:off x="2376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0" name="obj_17343"/>
            <p:cNvSpPr/>
            <p:nvPr/>
          </p:nvSpPr>
          <p:spPr>
            <a:xfrm>
              <a:off x="2501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1" name="obj_17344"/>
            <p:cNvSpPr/>
            <p:nvPr/>
          </p:nvSpPr>
          <p:spPr>
            <a:xfrm>
              <a:off x="2541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2" name="obj_17345"/>
            <p:cNvSpPr/>
            <p:nvPr/>
          </p:nvSpPr>
          <p:spPr>
            <a:xfrm>
              <a:off x="2667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3" name="obj_17346"/>
            <p:cNvSpPr/>
            <p:nvPr/>
          </p:nvSpPr>
          <p:spPr>
            <a:xfrm>
              <a:off x="2692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4" name="obj_17347"/>
            <p:cNvSpPr/>
            <p:nvPr/>
          </p:nvSpPr>
          <p:spPr>
            <a:xfrm>
              <a:off x="2832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5" name="obj_17348"/>
            <p:cNvSpPr/>
            <p:nvPr/>
          </p:nvSpPr>
          <p:spPr>
            <a:xfrm>
              <a:off x="2997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6" name="obj_17349"/>
            <p:cNvSpPr/>
            <p:nvPr/>
          </p:nvSpPr>
          <p:spPr>
            <a:xfrm>
              <a:off x="685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7" name="obj_17350"/>
            <p:cNvSpPr/>
            <p:nvPr/>
          </p:nvSpPr>
          <p:spPr>
            <a:xfrm>
              <a:off x="725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8" name="obj_17351"/>
            <p:cNvSpPr/>
            <p:nvPr/>
          </p:nvSpPr>
          <p:spPr>
            <a:xfrm>
              <a:off x="850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9" name="obj_17352"/>
            <p:cNvSpPr/>
            <p:nvPr/>
          </p:nvSpPr>
          <p:spPr>
            <a:xfrm>
              <a:off x="890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0" name="obj_17353"/>
            <p:cNvSpPr/>
            <p:nvPr/>
          </p:nvSpPr>
          <p:spPr>
            <a:xfrm>
              <a:off x="870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1" name="obj_17354"/>
            <p:cNvSpPr txBox="1"/>
            <p:nvPr/>
          </p:nvSpPr>
          <p:spPr>
            <a:xfrm>
              <a:off x="870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3562" name="obj_17355"/>
            <p:cNvSpPr/>
            <p:nvPr/>
          </p:nvSpPr>
          <p:spPr>
            <a:xfrm>
              <a:off x="1016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3" name="obj_17356"/>
            <p:cNvSpPr/>
            <p:nvPr/>
          </p:nvSpPr>
          <p:spPr>
            <a:xfrm>
              <a:off x="1055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4" name="obj_17357"/>
            <p:cNvSpPr/>
            <p:nvPr/>
          </p:nvSpPr>
          <p:spPr>
            <a:xfrm>
              <a:off x="1181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5" name="obj_17358"/>
            <p:cNvSpPr/>
            <p:nvPr/>
          </p:nvSpPr>
          <p:spPr>
            <a:xfrm>
              <a:off x="1220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6" name="obj_17359"/>
            <p:cNvSpPr/>
            <p:nvPr/>
          </p:nvSpPr>
          <p:spPr>
            <a:xfrm>
              <a:off x="1346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7" name="obj_17360"/>
            <p:cNvSpPr/>
            <p:nvPr/>
          </p:nvSpPr>
          <p:spPr>
            <a:xfrm>
              <a:off x="1385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8" name="obj_17361"/>
            <p:cNvSpPr/>
            <p:nvPr/>
          </p:nvSpPr>
          <p:spPr>
            <a:xfrm>
              <a:off x="1511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9" name="obj_17362"/>
            <p:cNvSpPr/>
            <p:nvPr/>
          </p:nvSpPr>
          <p:spPr>
            <a:xfrm>
              <a:off x="1550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0" name="obj_17363"/>
            <p:cNvSpPr/>
            <p:nvPr/>
          </p:nvSpPr>
          <p:spPr>
            <a:xfrm>
              <a:off x="1676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1" name="obj_17364"/>
            <p:cNvSpPr/>
            <p:nvPr/>
          </p:nvSpPr>
          <p:spPr>
            <a:xfrm>
              <a:off x="1716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2" name="obj_17365"/>
            <p:cNvSpPr/>
            <p:nvPr/>
          </p:nvSpPr>
          <p:spPr>
            <a:xfrm>
              <a:off x="1841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3" name="obj_17366"/>
            <p:cNvSpPr/>
            <p:nvPr/>
          </p:nvSpPr>
          <p:spPr>
            <a:xfrm>
              <a:off x="1881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4" name="obj_17367"/>
            <p:cNvSpPr/>
            <p:nvPr/>
          </p:nvSpPr>
          <p:spPr>
            <a:xfrm>
              <a:off x="2006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5" name="obj_17368"/>
            <p:cNvSpPr/>
            <p:nvPr/>
          </p:nvSpPr>
          <p:spPr>
            <a:xfrm>
              <a:off x="2046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6" name="obj_17369"/>
            <p:cNvSpPr/>
            <p:nvPr/>
          </p:nvSpPr>
          <p:spPr>
            <a:xfrm>
              <a:off x="2171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7" name="obj_17370"/>
            <p:cNvSpPr/>
            <p:nvPr/>
          </p:nvSpPr>
          <p:spPr>
            <a:xfrm>
              <a:off x="22113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8" name="obj_17371"/>
            <p:cNvSpPr/>
            <p:nvPr/>
          </p:nvSpPr>
          <p:spPr>
            <a:xfrm>
              <a:off x="2336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9" name="obj_17372"/>
            <p:cNvSpPr/>
            <p:nvPr/>
          </p:nvSpPr>
          <p:spPr>
            <a:xfrm>
              <a:off x="2376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0" name="obj_17373"/>
            <p:cNvSpPr/>
            <p:nvPr/>
          </p:nvSpPr>
          <p:spPr>
            <a:xfrm>
              <a:off x="2501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1" name="obj_17374"/>
            <p:cNvSpPr/>
            <p:nvPr/>
          </p:nvSpPr>
          <p:spPr>
            <a:xfrm>
              <a:off x="2541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2" name="obj_17375"/>
            <p:cNvSpPr/>
            <p:nvPr/>
          </p:nvSpPr>
          <p:spPr>
            <a:xfrm>
              <a:off x="2667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3" name="obj_17376"/>
            <p:cNvSpPr/>
            <p:nvPr/>
          </p:nvSpPr>
          <p:spPr>
            <a:xfrm>
              <a:off x="2706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4" name="obj_17377"/>
            <p:cNvSpPr/>
            <p:nvPr/>
          </p:nvSpPr>
          <p:spPr>
            <a:xfrm>
              <a:off x="2832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5" name="obj_17378"/>
            <p:cNvSpPr/>
            <p:nvPr/>
          </p:nvSpPr>
          <p:spPr>
            <a:xfrm>
              <a:off x="2851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6" name="obj_17379"/>
            <p:cNvSpPr txBox="1"/>
            <p:nvPr/>
          </p:nvSpPr>
          <p:spPr>
            <a:xfrm>
              <a:off x="2851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3587" name="obj_17380"/>
            <p:cNvSpPr/>
            <p:nvPr/>
          </p:nvSpPr>
          <p:spPr>
            <a:xfrm>
              <a:off x="2997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8" name="obj_17381"/>
            <p:cNvSpPr/>
            <p:nvPr/>
          </p:nvSpPr>
          <p:spPr>
            <a:xfrm>
              <a:off x="685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9" name="obj_17382"/>
            <p:cNvSpPr/>
            <p:nvPr/>
          </p:nvSpPr>
          <p:spPr>
            <a:xfrm>
              <a:off x="725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0" name="obj_17383"/>
            <p:cNvSpPr/>
            <p:nvPr/>
          </p:nvSpPr>
          <p:spPr>
            <a:xfrm>
              <a:off x="850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1" name="obj_17384"/>
            <p:cNvSpPr/>
            <p:nvPr/>
          </p:nvSpPr>
          <p:spPr>
            <a:xfrm>
              <a:off x="890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2" name="obj_17385"/>
            <p:cNvSpPr/>
            <p:nvPr/>
          </p:nvSpPr>
          <p:spPr>
            <a:xfrm>
              <a:off x="1016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3" name="obj_17386"/>
            <p:cNvSpPr/>
            <p:nvPr/>
          </p:nvSpPr>
          <p:spPr>
            <a:xfrm>
              <a:off x="1055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4" name="obj_17387"/>
            <p:cNvSpPr/>
            <p:nvPr/>
          </p:nvSpPr>
          <p:spPr>
            <a:xfrm>
              <a:off x="1181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5" name="obj_17388"/>
            <p:cNvSpPr/>
            <p:nvPr/>
          </p:nvSpPr>
          <p:spPr>
            <a:xfrm>
              <a:off x="1220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6" name="obj_17389"/>
            <p:cNvSpPr/>
            <p:nvPr/>
          </p:nvSpPr>
          <p:spPr>
            <a:xfrm>
              <a:off x="1346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7" name="obj_17390"/>
            <p:cNvSpPr/>
            <p:nvPr/>
          </p:nvSpPr>
          <p:spPr>
            <a:xfrm>
              <a:off x="1385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8" name="obj_17391"/>
            <p:cNvSpPr/>
            <p:nvPr/>
          </p:nvSpPr>
          <p:spPr>
            <a:xfrm>
              <a:off x="1511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9" name="obj_17392"/>
            <p:cNvSpPr/>
            <p:nvPr/>
          </p:nvSpPr>
          <p:spPr>
            <a:xfrm>
              <a:off x="1550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0" name="obj_17393"/>
            <p:cNvSpPr/>
            <p:nvPr/>
          </p:nvSpPr>
          <p:spPr>
            <a:xfrm>
              <a:off x="1676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1" name="obj_17394"/>
            <p:cNvSpPr/>
            <p:nvPr/>
          </p:nvSpPr>
          <p:spPr>
            <a:xfrm>
              <a:off x="17160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2" name="obj_17395"/>
            <p:cNvSpPr/>
            <p:nvPr/>
          </p:nvSpPr>
          <p:spPr>
            <a:xfrm>
              <a:off x="1841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3" name="obj_17396"/>
            <p:cNvSpPr/>
            <p:nvPr/>
          </p:nvSpPr>
          <p:spPr>
            <a:xfrm>
              <a:off x="18811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4" name="obj_17397"/>
            <p:cNvSpPr/>
            <p:nvPr/>
          </p:nvSpPr>
          <p:spPr>
            <a:xfrm>
              <a:off x="2006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5" name="obj_17398"/>
            <p:cNvSpPr/>
            <p:nvPr/>
          </p:nvSpPr>
          <p:spPr>
            <a:xfrm>
              <a:off x="20462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6" name="obj_17399"/>
            <p:cNvSpPr/>
            <p:nvPr/>
          </p:nvSpPr>
          <p:spPr>
            <a:xfrm>
              <a:off x="2171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7" name="obj_17400"/>
            <p:cNvSpPr/>
            <p:nvPr/>
          </p:nvSpPr>
          <p:spPr>
            <a:xfrm>
              <a:off x="22113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8" name="obj_17401"/>
            <p:cNvSpPr/>
            <p:nvPr/>
          </p:nvSpPr>
          <p:spPr>
            <a:xfrm>
              <a:off x="2336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9" name="obj_17402"/>
            <p:cNvSpPr/>
            <p:nvPr/>
          </p:nvSpPr>
          <p:spPr>
            <a:xfrm>
              <a:off x="2376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0" name="obj_17403"/>
            <p:cNvSpPr/>
            <p:nvPr/>
          </p:nvSpPr>
          <p:spPr>
            <a:xfrm>
              <a:off x="2501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1" name="obj_17404"/>
            <p:cNvSpPr/>
            <p:nvPr/>
          </p:nvSpPr>
          <p:spPr>
            <a:xfrm>
              <a:off x="2541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2" name="obj_17405"/>
            <p:cNvSpPr/>
            <p:nvPr/>
          </p:nvSpPr>
          <p:spPr>
            <a:xfrm>
              <a:off x="2667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3" name="obj_17406"/>
            <p:cNvSpPr/>
            <p:nvPr/>
          </p:nvSpPr>
          <p:spPr>
            <a:xfrm>
              <a:off x="2692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4" name="obj_17407"/>
            <p:cNvSpPr/>
            <p:nvPr/>
          </p:nvSpPr>
          <p:spPr>
            <a:xfrm>
              <a:off x="2832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5" name="obj_17408"/>
            <p:cNvSpPr/>
            <p:nvPr/>
          </p:nvSpPr>
          <p:spPr>
            <a:xfrm>
              <a:off x="2997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6" name="obj_17409"/>
            <p:cNvSpPr/>
            <p:nvPr/>
          </p:nvSpPr>
          <p:spPr>
            <a:xfrm>
              <a:off x="685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7" name="obj_17410"/>
            <p:cNvSpPr/>
            <p:nvPr/>
          </p:nvSpPr>
          <p:spPr>
            <a:xfrm>
              <a:off x="725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8" name="obj_17411"/>
            <p:cNvSpPr/>
            <p:nvPr/>
          </p:nvSpPr>
          <p:spPr>
            <a:xfrm>
              <a:off x="850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9" name="obj_17412"/>
            <p:cNvSpPr/>
            <p:nvPr/>
          </p:nvSpPr>
          <p:spPr>
            <a:xfrm>
              <a:off x="890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0" name="obj_17413"/>
            <p:cNvSpPr/>
            <p:nvPr/>
          </p:nvSpPr>
          <p:spPr>
            <a:xfrm>
              <a:off x="1016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1" name="obj_17414"/>
            <p:cNvSpPr/>
            <p:nvPr/>
          </p:nvSpPr>
          <p:spPr>
            <a:xfrm>
              <a:off x="1055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2" name="obj_17415"/>
            <p:cNvSpPr/>
            <p:nvPr/>
          </p:nvSpPr>
          <p:spPr>
            <a:xfrm>
              <a:off x="1181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3" name="obj_17416"/>
            <p:cNvSpPr/>
            <p:nvPr/>
          </p:nvSpPr>
          <p:spPr>
            <a:xfrm>
              <a:off x="1220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4" name="obj_17417"/>
            <p:cNvSpPr/>
            <p:nvPr/>
          </p:nvSpPr>
          <p:spPr>
            <a:xfrm>
              <a:off x="1346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5" name="obj_17418"/>
            <p:cNvSpPr/>
            <p:nvPr/>
          </p:nvSpPr>
          <p:spPr>
            <a:xfrm>
              <a:off x="1385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6" name="obj_17419"/>
            <p:cNvSpPr/>
            <p:nvPr/>
          </p:nvSpPr>
          <p:spPr>
            <a:xfrm>
              <a:off x="1511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7" name="obj_17420"/>
            <p:cNvSpPr/>
            <p:nvPr/>
          </p:nvSpPr>
          <p:spPr>
            <a:xfrm>
              <a:off x="1550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8" name="obj_17421"/>
            <p:cNvSpPr/>
            <p:nvPr/>
          </p:nvSpPr>
          <p:spPr>
            <a:xfrm>
              <a:off x="1676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9" name="obj_17422"/>
            <p:cNvSpPr/>
            <p:nvPr/>
          </p:nvSpPr>
          <p:spPr>
            <a:xfrm>
              <a:off x="1716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0" name="obj_17423"/>
            <p:cNvSpPr/>
            <p:nvPr/>
          </p:nvSpPr>
          <p:spPr>
            <a:xfrm>
              <a:off x="1841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1" name="obj_17424"/>
            <p:cNvSpPr/>
            <p:nvPr/>
          </p:nvSpPr>
          <p:spPr>
            <a:xfrm>
              <a:off x="18811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2" name="obj_17425"/>
            <p:cNvSpPr/>
            <p:nvPr/>
          </p:nvSpPr>
          <p:spPr>
            <a:xfrm>
              <a:off x="2006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3" name="obj_17426"/>
            <p:cNvSpPr/>
            <p:nvPr/>
          </p:nvSpPr>
          <p:spPr>
            <a:xfrm>
              <a:off x="20462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4" name="obj_17427"/>
            <p:cNvSpPr/>
            <p:nvPr/>
          </p:nvSpPr>
          <p:spPr>
            <a:xfrm>
              <a:off x="2171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5" name="obj_17428"/>
            <p:cNvSpPr/>
            <p:nvPr/>
          </p:nvSpPr>
          <p:spPr>
            <a:xfrm>
              <a:off x="22113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6" name="obj_17429"/>
            <p:cNvSpPr/>
            <p:nvPr/>
          </p:nvSpPr>
          <p:spPr>
            <a:xfrm>
              <a:off x="2336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7" name="obj_17430"/>
            <p:cNvSpPr/>
            <p:nvPr/>
          </p:nvSpPr>
          <p:spPr>
            <a:xfrm>
              <a:off x="2376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8" name="obj_17431"/>
            <p:cNvSpPr/>
            <p:nvPr/>
          </p:nvSpPr>
          <p:spPr>
            <a:xfrm>
              <a:off x="2501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9" name="obj_17432"/>
            <p:cNvSpPr/>
            <p:nvPr/>
          </p:nvSpPr>
          <p:spPr>
            <a:xfrm>
              <a:off x="25273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0" name="obj_17433"/>
            <p:cNvSpPr/>
            <p:nvPr/>
          </p:nvSpPr>
          <p:spPr>
            <a:xfrm>
              <a:off x="2667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1" name="obj_17434"/>
            <p:cNvSpPr/>
            <p:nvPr/>
          </p:nvSpPr>
          <p:spPr>
            <a:xfrm>
              <a:off x="2832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2" name="obj_17435"/>
            <p:cNvSpPr/>
            <p:nvPr/>
          </p:nvSpPr>
          <p:spPr>
            <a:xfrm>
              <a:off x="2997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3" name="obj_17436"/>
            <p:cNvSpPr/>
            <p:nvPr/>
          </p:nvSpPr>
          <p:spPr>
            <a:xfrm>
              <a:off x="685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4" name="obj_17437"/>
            <p:cNvSpPr/>
            <p:nvPr/>
          </p:nvSpPr>
          <p:spPr>
            <a:xfrm>
              <a:off x="7254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5" name="obj_17438"/>
            <p:cNvSpPr/>
            <p:nvPr/>
          </p:nvSpPr>
          <p:spPr>
            <a:xfrm>
              <a:off x="850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6" name="obj_17439"/>
            <p:cNvSpPr/>
            <p:nvPr/>
          </p:nvSpPr>
          <p:spPr>
            <a:xfrm>
              <a:off x="890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7" name="obj_17440"/>
            <p:cNvSpPr/>
            <p:nvPr/>
          </p:nvSpPr>
          <p:spPr>
            <a:xfrm>
              <a:off x="1016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8" name="obj_17441"/>
            <p:cNvSpPr/>
            <p:nvPr/>
          </p:nvSpPr>
          <p:spPr>
            <a:xfrm>
              <a:off x="1181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9" name="obj_17442"/>
            <p:cNvSpPr/>
            <p:nvPr/>
          </p:nvSpPr>
          <p:spPr>
            <a:xfrm>
              <a:off x="1346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0" name="obj_17443"/>
            <p:cNvSpPr/>
            <p:nvPr/>
          </p:nvSpPr>
          <p:spPr>
            <a:xfrm>
              <a:off x="13858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1" name="obj_17444"/>
            <p:cNvSpPr/>
            <p:nvPr/>
          </p:nvSpPr>
          <p:spPr>
            <a:xfrm>
              <a:off x="1511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2" name="obj_17445"/>
            <p:cNvSpPr/>
            <p:nvPr/>
          </p:nvSpPr>
          <p:spPr>
            <a:xfrm>
              <a:off x="15509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3" name="obj_17446"/>
            <p:cNvSpPr/>
            <p:nvPr/>
          </p:nvSpPr>
          <p:spPr>
            <a:xfrm>
              <a:off x="1676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4" name="obj_17447"/>
            <p:cNvSpPr/>
            <p:nvPr/>
          </p:nvSpPr>
          <p:spPr>
            <a:xfrm>
              <a:off x="17160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5" name="obj_17448"/>
            <p:cNvSpPr/>
            <p:nvPr/>
          </p:nvSpPr>
          <p:spPr>
            <a:xfrm>
              <a:off x="1841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6" name="obj_17449"/>
            <p:cNvSpPr/>
            <p:nvPr/>
          </p:nvSpPr>
          <p:spPr>
            <a:xfrm>
              <a:off x="2006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7" name="obj_17450"/>
            <p:cNvSpPr/>
            <p:nvPr/>
          </p:nvSpPr>
          <p:spPr>
            <a:xfrm>
              <a:off x="20462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8" name="obj_17451"/>
            <p:cNvSpPr/>
            <p:nvPr/>
          </p:nvSpPr>
          <p:spPr>
            <a:xfrm>
              <a:off x="2171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9" name="obj_17452"/>
            <p:cNvSpPr/>
            <p:nvPr/>
          </p:nvSpPr>
          <p:spPr>
            <a:xfrm>
              <a:off x="22113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0" name="obj_17453"/>
            <p:cNvSpPr/>
            <p:nvPr/>
          </p:nvSpPr>
          <p:spPr>
            <a:xfrm>
              <a:off x="2336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1" name="obj_17454"/>
            <p:cNvSpPr/>
            <p:nvPr/>
          </p:nvSpPr>
          <p:spPr>
            <a:xfrm>
              <a:off x="2501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2" name="obj_17455"/>
            <p:cNvSpPr/>
            <p:nvPr/>
          </p:nvSpPr>
          <p:spPr>
            <a:xfrm>
              <a:off x="2667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3" name="obj_17456"/>
            <p:cNvSpPr/>
            <p:nvPr/>
          </p:nvSpPr>
          <p:spPr>
            <a:xfrm>
              <a:off x="2832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4" name="obj_17457"/>
            <p:cNvSpPr/>
            <p:nvPr/>
          </p:nvSpPr>
          <p:spPr>
            <a:xfrm>
              <a:off x="2997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5" name="obj_17458"/>
            <p:cNvSpPr/>
            <p:nvPr/>
          </p:nvSpPr>
          <p:spPr>
            <a:xfrm>
              <a:off x="685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6" name="obj_17459"/>
            <p:cNvSpPr/>
            <p:nvPr/>
          </p:nvSpPr>
          <p:spPr>
            <a:xfrm>
              <a:off x="725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7" name="obj_17460"/>
            <p:cNvSpPr/>
            <p:nvPr/>
          </p:nvSpPr>
          <p:spPr>
            <a:xfrm>
              <a:off x="850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8" name="obj_17461"/>
            <p:cNvSpPr/>
            <p:nvPr/>
          </p:nvSpPr>
          <p:spPr>
            <a:xfrm>
              <a:off x="890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9" name="obj_17462"/>
            <p:cNvSpPr/>
            <p:nvPr/>
          </p:nvSpPr>
          <p:spPr>
            <a:xfrm>
              <a:off x="1016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0" name="obj_17463"/>
            <p:cNvSpPr/>
            <p:nvPr/>
          </p:nvSpPr>
          <p:spPr>
            <a:xfrm>
              <a:off x="1055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1" name="obj_17464"/>
            <p:cNvSpPr/>
            <p:nvPr/>
          </p:nvSpPr>
          <p:spPr>
            <a:xfrm>
              <a:off x="1181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2" name="obj_17465"/>
            <p:cNvSpPr/>
            <p:nvPr/>
          </p:nvSpPr>
          <p:spPr>
            <a:xfrm>
              <a:off x="12207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3" name="obj_17466"/>
            <p:cNvSpPr/>
            <p:nvPr/>
          </p:nvSpPr>
          <p:spPr>
            <a:xfrm>
              <a:off x="1346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4" name="obj_17467"/>
            <p:cNvSpPr/>
            <p:nvPr/>
          </p:nvSpPr>
          <p:spPr>
            <a:xfrm>
              <a:off x="13858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5" name="obj_17468"/>
            <p:cNvSpPr/>
            <p:nvPr/>
          </p:nvSpPr>
          <p:spPr>
            <a:xfrm>
              <a:off x="1511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6" name="obj_17469"/>
            <p:cNvSpPr/>
            <p:nvPr/>
          </p:nvSpPr>
          <p:spPr>
            <a:xfrm>
              <a:off x="15509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7" name="obj_17470"/>
            <p:cNvSpPr/>
            <p:nvPr/>
          </p:nvSpPr>
          <p:spPr>
            <a:xfrm>
              <a:off x="1676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8" name="obj_17471"/>
            <p:cNvSpPr/>
            <p:nvPr/>
          </p:nvSpPr>
          <p:spPr>
            <a:xfrm>
              <a:off x="17160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9" name="obj_17472"/>
            <p:cNvSpPr/>
            <p:nvPr/>
          </p:nvSpPr>
          <p:spPr>
            <a:xfrm>
              <a:off x="1841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0" name="obj_17473"/>
            <p:cNvSpPr/>
            <p:nvPr/>
          </p:nvSpPr>
          <p:spPr>
            <a:xfrm>
              <a:off x="2006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1" name="obj_17474"/>
            <p:cNvSpPr/>
            <p:nvPr/>
          </p:nvSpPr>
          <p:spPr>
            <a:xfrm>
              <a:off x="20462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2" name="obj_17475"/>
            <p:cNvSpPr/>
            <p:nvPr/>
          </p:nvSpPr>
          <p:spPr>
            <a:xfrm>
              <a:off x="2171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3" name="obj_17476"/>
            <p:cNvSpPr/>
            <p:nvPr/>
          </p:nvSpPr>
          <p:spPr>
            <a:xfrm>
              <a:off x="21971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4" name="obj_17477"/>
            <p:cNvSpPr/>
            <p:nvPr/>
          </p:nvSpPr>
          <p:spPr>
            <a:xfrm>
              <a:off x="2336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5" name="obj_17478"/>
            <p:cNvSpPr/>
            <p:nvPr/>
          </p:nvSpPr>
          <p:spPr>
            <a:xfrm>
              <a:off x="2501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6" name="obj_17479"/>
            <p:cNvSpPr/>
            <p:nvPr/>
          </p:nvSpPr>
          <p:spPr>
            <a:xfrm>
              <a:off x="2667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7" name="obj_17480"/>
            <p:cNvSpPr/>
            <p:nvPr/>
          </p:nvSpPr>
          <p:spPr>
            <a:xfrm>
              <a:off x="2832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8" name="obj_17481"/>
            <p:cNvSpPr/>
            <p:nvPr/>
          </p:nvSpPr>
          <p:spPr>
            <a:xfrm>
              <a:off x="2997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9" name="obj_17482"/>
            <p:cNvSpPr/>
            <p:nvPr/>
          </p:nvSpPr>
          <p:spPr>
            <a:xfrm>
              <a:off x="685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0" name="obj_17483"/>
            <p:cNvSpPr/>
            <p:nvPr/>
          </p:nvSpPr>
          <p:spPr>
            <a:xfrm>
              <a:off x="7254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1" name="obj_17484"/>
            <p:cNvSpPr/>
            <p:nvPr/>
          </p:nvSpPr>
          <p:spPr>
            <a:xfrm>
              <a:off x="850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2" name="obj_17485"/>
            <p:cNvSpPr/>
            <p:nvPr/>
          </p:nvSpPr>
          <p:spPr>
            <a:xfrm>
              <a:off x="890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3" name="obj_17486"/>
            <p:cNvSpPr/>
            <p:nvPr/>
          </p:nvSpPr>
          <p:spPr>
            <a:xfrm>
              <a:off x="1016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4" name="obj_17487"/>
            <p:cNvSpPr/>
            <p:nvPr/>
          </p:nvSpPr>
          <p:spPr>
            <a:xfrm>
              <a:off x="10556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5" name="obj_17488"/>
            <p:cNvSpPr/>
            <p:nvPr/>
          </p:nvSpPr>
          <p:spPr>
            <a:xfrm>
              <a:off x="1181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6" name="obj_17489"/>
            <p:cNvSpPr/>
            <p:nvPr/>
          </p:nvSpPr>
          <p:spPr>
            <a:xfrm>
              <a:off x="12207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7" name="obj_17490"/>
            <p:cNvSpPr/>
            <p:nvPr/>
          </p:nvSpPr>
          <p:spPr>
            <a:xfrm>
              <a:off x="1346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8" name="obj_17491"/>
            <p:cNvSpPr/>
            <p:nvPr/>
          </p:nvSpPr>
          <p:spPr>
            <a:xfrm>
              <a:off x="13858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9" name="obj_17492"/>
            <p:cNvSpPr/>
            <p:nvPr/>
          </p:nvSpPr>
          <p:spPr>
            <a:xfrm>
              <a:off x="1511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0" name="obj_17493"/>
            <p:cNvSpPr/>
            <p:nvPr/>
          </p:nvSpPr>
          <p:spPr>
            <a:xfrm>
              <a:off x="15509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1" name="obj_17494"/>
            <p:cNvSpPr/>
            <p:nvPr/>
          </p:nvSpPr>
          <p:spPr>
            <a:xfrm>
              <a:off x="1676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2" name="obj_17495"/>
            <p:cNvSpPr/>
            <p:nvPr/>
          </p:nvSpPr>
          <p:spPr>
            <a:xfrm>
              <a:off x="17160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3" name="obj_17496"/>
            <p:cNvSpPr/>
            <p:nvPr/>
          </p:nvSpPr>
          <p:spPr>
            <a:xfrm>
              <a:off x="1841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4" name="obj_17497"/>
            <p:cNvSpPr/>
            <p:nvPr/>
          </p:nvSpPr>
          <p:spPr>
            <a:xfrm>
              <a:off x="2006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5" name="obj_17498"/>
            <p:cNvSpPr/>
            <p:nvPr/>
          </p:nvSpPr>
          <p:spPr>
            <a:xfrm>
              <a:off x="20320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6" name="obj_17499"/>
            <p:cNvSpPr/>
            <p:nvPr/>
          </p:nvSpPr>
          <p:spPr>
            <a:xfrm>
              <a:off x="2171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7" name="obj_17500"/>
            <p:cNvSpPr/>
            <p:nvPr/>
          </p:nvSpPr>
          <p:spPr>
            <a:xfrm>
              <a:off x="2336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8" name="obj_17501"/>
            <p:cNvSpPr/>
            <p:nvPr/>
          </p:nvSpPr>
          <p:spPr>
            <a:xfrm>
              <a:off x="2501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9" name="obj_17502"/>
            <p:cNvSpPr/>
            <p:nvPr/>
          </p:nvSpPr>
          <p:spPr>
            <a:xfrm>
              <a:off x="2667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0" name="obj_17503"/>
            <p:cNvSpPr/>
            <p:nvPr/>
          </p:nvSpPr>
          <p:spPr>
            <a:xfrm>
              <a:off x="2832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1" name="obj_17504"/>
            <p:cNvSpPr/>
            <p:nvPr/>
          </p:nvSpPr>
          <p:spPr>
            <a:xfrm>
              <a:off x="2997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12" name="obj_17505"/>
            <p:cNvCxnSpPr/>
            <p:nvPr/>
          </p:nvCxnSpPr>
          <p:spPr>
            <a:xfrm>
              <a:off x="933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3" name="obj_17506"/>
            <p:cNvCxnSpPr/>
            <p:nvPr/>
          </p:nvCxnSpPr>
          <p:spPr>
            <a:xfrm>
              <a:off x="1098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4" name="obj_17507"/>
            <p:cNvCxnSpPr/>
            <p:nvPr/>
          </p:nvCxnSpPr>
          <p:spPr>
            <a:xfrm>
              <a:off x="12636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5" name="obj_17508"/>
            <p:cNvCxnSpPr/>
            <p:nvPr/>
          </p:nvCxnSpPr>
          <p:spPr>
            <a:xfrm>
              <a:off x="14287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6" name="obj_17509"/>
            <p:cNvCxnSpPr/>
            <p:nvPr/>
          </p:nvCxnSpPr>
          <p:spPr>
            <a:xfrm>
              <a:off x="15938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7" name="obj_17510"/>
            <p:cNvCxnSpPr/>
            <p:nvPr/>
          </p:nvCxnSpPr>
          <p:spPr>
            <a:xfrm>
              <a:off x="17589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8" name="obj_17511"/>
            <p:cNvCxnSpPr/>
            <p:nvPr/>
          </p:nvCxnSpPr>
          <p:spPr>
            <a:xfrm>
              <a:off x="19240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9" name="obj_17512"/>
            <p:cNvCxnSpPr/>
            <p:nvPr/>
          </p:nvCxnSpPr>
          <p:spPr>
            <a:xfrm>
              <a:off x="20891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20" name="obj_17513"/>
            <p:cNvCxnSpPr/>
            <p:nvPr/>
          </p:nvCxnSpPr>
          <p:spPr>
            <a:xfrm>
              <a:off x="22542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21" name="obj_17514"/>
            <p:cNvCxnSpPr/>
            <p:nvPr/>
          </p:nvCxnSpPr>
          <p:spPr>
            <a:xfrm>
              <a:off x="24193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22" name="obj_17515"/>
            <p:cNvCxnSpPr/>
            <p:nvPr/>
          </p:nvCxnSpPr>
          <p:spPr>
            <a:xfrm>
              <a:off x="2584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23" name="obj_17516"/>
            <p:cNvCxnSpPr/>
            <p:nvPr/>
          </p:nvCxnSpPr>
          <p:spPr>
            <a:xfrm>
              <a:off x="2749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3724" name="obj_17517"/>
            <p:cNvSpPr txBox="1"/>
            <p:nvPr/>
          </p:nvSpPr>
          <p:spPr>
            <a:xfrm>
              <a:off x="609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102</a:t>
              </a:r>
            </a:p>
          </p:txBody>
        </p:sp>
        <p:sp>
          <p:nvSpPr>
            <p:cNvPr id="3725" name="obj_17518"/>
            <p:cNvSpPr txBox="1"/>
            <p:nvPr/>
          </p:nvSpPr>
          <p:spPr>
            <a:xfrm>
              <a:off x="609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28</a:t>
              </a:r>
            </a:p>
          </p:txBody>
        </p:sp>
        <p:sp>
          <p:nvSpPr>
            <p:cNvPr id="3726" name="obj_17519"/>
            <p:cNvSpPr txBox="1"/>
            <p:nvPr/>
          </p:nvSpPr>
          <p:spPr>
            <a:xfrm>
              <a:off x="3403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Дейкстра</a:t>
              </a:r>
            </a:p>
          </p:txBody>
        </p:sp>
        <p:sp>
          <p:nvSpPr>
            <p:cNvPr id="3727" name="obj_17520"/>
            <p:cNvSpPr/>
            <p:nvPr/>
          </p:nvSpPr>
          <p:spPr>
            <a:xfrm>
              <a:off x="3162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8" name="obj_17521"/>
            <p:cNvSpPr/>
            <p:nvPr/>
          </p:nvSpPr>
          <p:spPr>
            <a:xfrm>
              <a:off x="3479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9" name="obj_17522"/>
            <p:cNvSpPr/>
            <p:nvPr/>
          </p:nvSpPr>
          <p:spPr>
            <a:xfrm>
              <a:off x="35194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0" name="obj_17523"/>
            <p:cNvSpPr/>
            <p:nvPr/>
          </p:nvSpPr>
          <p:spPr>
            <a:xfrm>
              <a:off x="3644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1" name="obj_17524"/>
            <p:cNvSpPr/>
            <p:nvPr/>
          </p:nvSpPr>
          <p:spPr>
            <a:xfrm>
              <a:off x="36845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2" name="obj_17525"/>
            <p:cNvSpPr/>
            <p:nvPr/>
          </p:nvSpPr>
          <p:spPr>
            <a:xfrm>
              <a:off x="3810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3" name="obj_17526"/>
            <p:cNvSpPr/>
            <p:nvPr/>
          </p:nvSpPr>
          <p:spPr>
            <a:xfrm>
              <a:off x="38496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4" name="obj_17527"/>
            <p:cNvSpPr/>
            <p:nvPr/>
          </p:nvSpPr>
          <p:spPr>
            <a:xfrm>
              <a:off x="3975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5" name="obj_17528"/>
            <p:cNvSpPr/>
            <p:nvPr/>
          </p:nvSpPr>
          <p:spPr>
            <a:xfrm>
              <a:off x="40147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6" name="obj_17529"/>
            <p:cNvSpPr/>
            <p:nvPr/>
          </p:nvSpPr>
          <p:spPr>
            <a:xfrm>
              <a:off x="4140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7" name="obj_17530"/>
            <p:cNvSpPr/>
            <p:nvPr/>
          </p:nvSpPr>
          <p:spPr>
            <a:xfrm>
              <a:off x="41798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8" name="obj_17531"/>
            <p:cNvSpPr/>
            <p:nvPr/>
          </p:nvSpPr>
          <p:spPr>
            <a:xfrm>
              <a:off x="4305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9" name="obj_17532"/>
            <p:cNvSpPr/>
            <p:nvPr/>
          </p:nvSpPr>
          <p:spPr>
            <a:xfrm>
              <a:off x="43449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0" name="obj_17533"/>
            <p:cNvSpPr/>
            <p:nvPr/>
          </p:nvSpPr>
          <p:spPr>
            <a:xfrm>
              <a:off x="4470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1" name="obj_17534"/>
            <p:cNvSpPr/>
            <p:nvPr/>
          </p:nvSpPr>
          <p:spPr>
            <a:xfrm>
              <a:off x="4510024" y="2605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2" name="obj_17535"/>
            <p:cNvSpPr/>
            <p:nvPr/>
          </p:nvSpPr>
          <p:spPr>
            <a:xfrm>
              <a:off x="4635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3" name="obj_17536"/>
            <p:cNvSpPr/>
            <p:nvPr/>
          </p:nvSpPr>
          <p:spPr>
            <a:xfrm>
              <a:off x="4800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4" name="obj_17537"/>
            <p:cNvSpPr/>
            <p:nvPr/>
          </p:nvSpPr>
          <p:spPr>
            <a:xfrm>
              <a:off x="4826000" y="2590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5" name="obj_17538"/>
            <p:cNvSpPr/>
            <p:nvPr/>
          </p:nvSpPr>
          <p:spPr>
            <a:xfrm>
              <a:off x="4965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6" name="obj_17539"/>
            <p:cNvSpPr/>
            <p:nvPr/>
          </p:nvSpPr>
          <p:spPr>
            <a:xfrm>
              <a:off x="5130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7" name="obj_17540"/>
            <p:cNvSpPr/>
            <p:nvPr/>
          </p:nvSpPr>
          <p:spPr>
            <a:xfrm>
              <a:off x="5295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8" name="obj_17541"/>
            <p:cNvSpPr/>
            <p:nvPr/>
          </p:nvSpPr>
          <p:spPr>
            <a:xfrm>
              <a:off x="5461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9" name="obj_17542"/>
            <p:cNvSpPr/>
            <p:nvPr/>
          </p:nvSpPr>
          <p:spPr>
            <a:xfrm>
              <a:off x="5626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0" name="obj_17543"/>
            <p:cNvSpPr/>
            <p:nvPr/>
          </p:nvSpPr>
          <p:spPr>
            <a:xfrm>
              <a:off x="5791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1" name="obj_17544"/>
            <p:cNvSpPr/>
            <p:nvPr/>
          </p:nvSpPr>
          <p:spPr>
            <a:xfrm>
              <a:off x="3479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2" name="obj_17545"/>
            <p:cNvSpPr/>
            <p:nvPr/>
          </p:nvSpPr>
          <p:spPr>
            <a:xfrm>
              <a:off x="35194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3" name="obj_17546"/>
            <p:cNvSpPr/>
            <p:nvPr/>
          </p:nvSpPr>
          <p:spPr>
            <a:xfrm>
              <a:off x="3644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4" name="obj_17547"/>
            <p:cNvSpPr/>
            <p:nvPr/>
          </p:nvSpPr>
          <p:spPr>
            <a:xfrm>
              <a:off x="36845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5" name="obj_17548"/>
            <p:cNvSpPr/>
            <p:nvPr/>
          </p:nvSpPr>
          <p:spPr>
            <a:xfrm>
              <a:off x="3810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6" name="obj_17549"/>
            <p:cNvSpPr/>
            <p:nvPr/>
          </p:nvSpPr>
          <p:spPr>
            <a:xfrm>
              <a:off x="38496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7" name="obj_17550"/>
            <p:cNvSpPr/>
            <p:nvPr/>
          </p:nvSpPr>
          <p:spPr>
            <a:xfrm>
              <a:off x="3975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8" name="obj_17551"/>
            <p:cNvSpPr/>
            <p:nvPr/>
          </p:nvSpPr>
          <p:spPr>
            <a:xfrm>
              <a:off x="40147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9" name="obj_17552"/>
            <p:cNvSpPr/>
            <p:nvPr/>
          </p:nvSpPr>
          <p:spPr>
            <a:xfrm>
              <a:off x="4140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0" name="obj_17553"/>
            <p:cNvSpPr/>
            <p:nvPr/>
          </p:nvSpPr>
          <p:spPr>
            <a:xfrm>
              <a:off x="41798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1" name="obj_17554"/>
            <p:cNvSpPr/>
            <p:nvPr/>
          </p:nvSpPr>
          <p:spPr>
            <a:xfrm>
              <a:off x="4305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2" name="obj_17555"/>
            <p:cNvSpPr/>
            <p:nvPr/>
          </p:nvSpPr>
          <p:spPr>
            <a:xfrm>
              <a:off x="43449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3" name="obj_17556"/>
            <p:cNvSpPr/>
            <p:nvPr/>
          </p:nvSpPr>
          <p:spPr>
            <a:xfrm>
              <a:off x="4470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4" name="obj_17557"/>
            <p:cNvSpPr/>
            <p:nvPr/>
          </p:nvSpPr>
          <p:spPr>
            <a:xfrm>
              <a:off x="45100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5" name="obj_17558"/>
            <p:cNvSpPr/>
            <p:nvPr/>
          </p:nvSpPr>
          <p:spPr>
            <a:xfrm>
              <a:off x="4635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6" name="obj_17559"/>
            <p:cNvSpPr/>
            <p:nvPr/>
          </p:nvSpPr>
          <p:spPr>
            <a:xfrm>
              <a:off x="4800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7" name="obj_17560"/>
            <p:cNvSpPr/>
            <p:nvPr/>
          </p:nvSpPr>
          <p:spPr>
            <a:xfrm>
              <a:off x="4840224" y="27701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8" name="obj_17561"/>
            <p:cNvSpPr/>
            <p:nvPr/>
          </p:nvSpPr>
          <p:spPr>
            <a:xfrm>
              <a:off x="4965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9" name="obj_17562"/>
            <p:cNvSpPr/>
            <p:nvPr/>
          </p:nvSpPr>
          <p:spPr>
            <a:xfrm>
              <a:off x="4991100" y="27559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0" name="obj_17563"/>
            <p:cNvSpPr/>
            <p:nvPr/>
          </p:nvSpPr>
          <p:spPr>
            <a:xfrm>
              <a:off x="5130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1" name="obj_17564"/>
            <p:cNvSpPr/>
            <p:nvPr/>
          </p:nvSpPr>
          <p:spPr>
            <a:xfrm>
              <a:off x="5295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2" name="obj_17565"/>
            <p:cNvSpPr/>
            <p:nvPr/>
          </p:nvSpPr>
          <p:spPr>
            <a:xfrm>
              <a:off x="5461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3" name="obj_17566"/>
            <p:cNvSpPr/>
            <p:nvPr/>
          </p:nvSpPr>
          <p:spPr>
            <a:xfrm>
              <a:off x="5626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4" name="obj_17567"/>
            <p:cNvSpPr/>
            <p:nvPr/>
          </p:nvSpPr>
          <p:spPr>
            <a:xfrm>
              <a:off x="5791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5" name="obj_17568"/>
            <p:cNvSpPr/>
            <p:nvPr/>
          </p:nvSpPr>
          <p:spPr>
            <a:xfrm>
              <a:off x="3479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6" name="obj_17569"/>
            <p:cNvSpPr/>
            <p:nvPr/>
          </p:nvSpPr>
          <p:spPr>
            <a:xfrm>
              <a:off x="35194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7" name="obj_17570"/>
            <p:cNvSpPr/>
            <p:nvPr/>
          </p:nvSpPr>
          <p:spPr>
            <a:xfrm>
              <a:off x="3644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8" name="obj_17571"/>
            <p:cNvSpPr/>
            <p:nvPr/>
          </p:nvSpPr>
          <p:spPr>
            <a:xfrm>
              <a:off x="36845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9" name="obj_17572"/>
            <p:cNvSpPr/>
            <p:nvPr/>
          </p:nvSpPr>
          <p:spPr>
            <a:xfrm>
              <a:off x="3810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0" name="obj_17573"/>
            <p:cNvSpPr/>
            <p:nvPr/>
          </p:nvSpPr>
          <p:spPr>
            <a:xfrm>
              <a:off x="3975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1" name="obj_17574"/>
            <p:cNvSpPr/>
            <p:nvPr/>
          </p:nvSpPr>
          <p:spPr>
            <a:xfrm>
              <a:off x="4140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2" name="obj_17575"/>
            <p:cNvSpPr/>
            <p:nvPr/>
          </p:nvSpPr>
          <p:spPr>
            <a:xfrm>
              <a:off x="41798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3" name="obj_17576"/>
            <p:cNvSpPr/>
            <p:nvPr/>
          </p:nvSpPr>
          <p:spPr>
            <a:xfrm>
              <a:off x="4305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4" name="obj_17577"/>
            <p:cNvSpPr/>
            <p:nvPr/>
          </p:nvSpPr>
          <p:spPr>
            <a:xfrm>
              <a:off x="43449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5" name="obj_17578"/>
            <p:cNvSpPr/>
            <p:nvPr/>
          </p:nvSpPr>
          <p:spPr>
            <a:xfrm>
              <a:off x="4470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6" name="obj_17579"/>
            <p:cNvSpPr/>
            <p:nvPr/>
          </p:nvSpPr>
          <p:spPr>
            <a:xfrm>
              <a:off x="45100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7" name="obj_17580"/>
            <p:cNvSpPr/>
            <p:nvPr/>
          </p:nvSpPr>
          <p:spPr>
            <a:xfrm>
              <a:off x="4635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8" name="obj_17581"/>
            <p:cNvSpPr/>
            <p:nvPr/>
          </p:nvSpPr>
          <p:spPr>
            <a:xfrm>
              <a:off x="4800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9" name="obj_17582"/>
            <p:cNvSpPr/>
            <p:nvPr/>
          </p:nvSpPr>
          <p:spPr>
            <a:xfrm>
              <a:off x="48402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0" name="obj_17583"/>
            <p:cNvSpPr/>
            <p:nvPr/>
          </p:nvSpPr>
          <p:spPr>
            <a:xfrm>
              <a:off x="4965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1" name="obj_17584"/>
            <p:cNvSpPr/>
            <p:nvPr/>
          </p:nvSpPr>
          <p:spPr>
            <a:xfrm>
              <a:off x="5005324" y="29352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2" name="obj_17585"/>
            <p:cNvSpPr/>
            <p:nvPr/>
          </p:nvSpPr>
          <p:spPr>
            <a:xfrm>
              <a:off x="5130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3" name="obj_17586"/>
            <p:cNvSpPr/>
            <p:nvPr/>
          </p:nvSpPr>
          <p:spPr>
            <a:xfrm>
              <a:off x="5295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4" name="obj_17587"/>
            <p:cNvSpPr/>
            <p:nvPr/>
          </p:nvSpPr>
          <p:spPr>
            <a:xfrm>
              <a:off x="5461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5" name="obj_17588"/>
            <p:cNvSpPr/>
            <p:nvPr/>
          </p:nvSpPr>
          <p:spPr>
            <a:xfrm>
              <a:off x="5626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6" name="obj_17589"/>
            <p:cNvSpPr/>
            <p:nvPr/>
          </p:nvSpPr>
          <p:spPr>
            <a:xfrm>
              <a:off x="5791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7" name="obj_17590"/>
            <p:cNvSpPr/>
            <p:nvPr/>
          </p:nvSpPr>
          <p:spPr>
            <a:xfrm>
              <a:off x="3479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8" name="obj_17591"/>
            <p:cNvSpPr/>
            <p:nvPr/>
          </p:nvSpPr>
          <p:spPr>
            <a:xfrm>
              <a:off x="3519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9" name="obj_17592"/>
            <p:cNvSpPr/>
            <p:nvPr/>
          </p:nvSpPr>
          <p:spPr>
            <a:xfrm>
              <a:off x="3644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0" name="obj_17593"/>
            <p:cNvSpPr/>
            <p:nvPr/>
          </p:nvSpPr>
          <p:spPr>
            <a:xfrm>
              <a:off x="3684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1" name="obj_17594"/>
            <p:cNvSpPr/>
            <p:nvPr/>
          </p:nvSpPr>
          <p:spPr>
            <a:xfrm>
              <a:off x="3810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2" name="obj_17595"/>
            <p:cNvSpPr/>
            <p:nvPr/>
          </p:nvSpPr>
          <p:spPr>
            <a:xfrm>
              <a:off x="3849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3" name="obj_17596"/>
            <p:cNvSpPr/>
            <p:nvPr/>
          </p:nvSpPr>
          <p:spPr>
            <a:xfrm>
              <a:off x="3975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4" name="obj_17597"/>
            <p:cNvSpPr/>
            <p:nvPr/>
          </p:nvSpPr>
          <p:spPr>
            <a:xfrm>
              <a:off x="4014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5" name="obj_17598"/>
            <p:cNvSpPr/>
            <p:nvPr/>
          </p:nvSpPr>
          <p:spPr>
            <a:xfrm>
              <a:off x="4140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6" name="obj_17599"/>
            <p:cNvSpPr/>
            <p:nvPr/>
          </p:nvSpPr>
          <p:spPr>
            <a:xfrm>
              <a:off x="4179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7" name="obj_17600"/>
            <p:cNvSpPr/>
            <p:nvPr/>
          </p:nvSpPr>
          <p:spPr>
            <a:xfrm>
              <a:off x="4305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8" name="obj_17601"/>
            <p:cNvSpPr/>
            <p:nvPr/>
          </p:nvSpPr>
          <p:spPr>
            <a:xfrm>
              <a:off x="4344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9" name="obj_17602"/>
            <p:cNvSpPr/>
            <p:nvPr/>
          </p:nvSpPr>
          <p:spPr>
            <a:xfrm>
              <a:off x="4470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0" name="obj_17603"/>
            <p:cNvSpPr/>
            <p:nvPr/>
          </p:nvSpPr>
          <p:spPr>
            <a:xfrm>
              <a:off x="4510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1" name="obj_17604"/>
            <p:cNvSpPr/>
            <p:nvPr/>
          </p:nvSpPr>
          <p:spPr>
            <a:xfrm>
              <a:off x="4635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2" name="obj_17605"/>
            <p:cNvSpPr/>
            <p:nvPr/>
          </p:nvSpPr>
          <p:spPr>
            <a:xfrm>
              <a:off x="4800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3" name="obj_17606"/>
            <p:cNvSpPr/>
            <p:nvPr/>
          </p:nvSpPr>
          <p:spPr>
            <a:xfrm>
              <a:off x="48402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4" name="obj_17607"/>
            <p:cNvSpPr/>
            <p:nvPr/>
          </p:nvSpPr>
          <p:spPr>
            <a:xfrm>
              <a:off x="4965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5" name="obj_17608"/>
            <p:cNvSpPr/>
            <p:nvPr/>
          </p:nvSpPr>
          <p:spPr>
            <a:xfrm>
              <a:off x="50053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6" name="obj_17609"/>
            <p:cNvSpPr/>
            <p:nvPr/>
          </p:nvSpPr>
          <p:spPr>
            <a:xfrm>
              <a:off x="5130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7" name="obj_17610"/>
            <p:cNvSpPr/>
            <p:nvPr/>
          </p:nvSpPr>
          <p:spPr>
            <a:xfrm>
              <a:off x="51704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8" name="obj_17611"/>
            <p:cNvSpPr/>
            <p:nvPr/>
          </p:nvSpPr>
          <p:spPr>
            <a:xfrm>
              <a:off x="5295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9" name="obj_17612"/>
            <p:cNvSpPr/>
            <p:nvPr/>
          </p:nvSpPr>
          <p:spPr>
            <a:xfrm>
              <a:off x="53213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0" name="obj_17613"/>
            <p:cNvSpPr/>
            <p:nvPr/>
          </p:nvSpPr>
          <p:spPr>
            <a:xfrm>
              <a:off x="5461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1" name="obj_17614"/>
            <p:cNvSpPr/>
            <p:nvPr/>
          </p:nvSpPr>
          <p:spPr>
            <a:xfrm>
              <a:off x="5626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2" name="obj_17615"/>
            <p:cNvSpPr/>
            <p:nvPr/>
          </p:nvSpPr>
          <p:spPr>
            <a:xfrm>
              <a:off x="5791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3" name="obj_17616"/>
            <p:cNvSpPr/>
            <p:nvPr/>
          </p:nvSpPr>
          <p:spPr>
            <a:xfrm>
              <a:off x="3479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4" name="obj_17617"/>
            <p:cNvSpPr/>
            <p:nvPr/>
          </p:nvSpPr>
          <p:spPr>
            <a:xfrm>
              <a:off x="3519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5" name="obj_17618"/>
            <p:cNvSpPr/>
            <p:nvPr/>
          </p:nvSpPr>
          <p:spPr>
            <a:xfrm>
              <a:off x="3644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6" name="obj_17619"/>
            <p:cNvSpPr/>
            <p:nvPr/>
          </p:nvSpPr>
          <p:spPr>
            <a:xfrm>
              <a:off x="3684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7" name="obj_17620"/>
            <p:cNvSpPr/>
            <p:nvPr/>
          </p:nvSpPr>
          <p:spPr>
            <a:xfrm>
              <a:off x="3810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8" name="obj_17621"/>
            <p:cNvSpPr/>
            <p:nvPr/>
          </p:nvSpPr>
          <p:spPr>
            <a:xfrm>
              <a:off x="3849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9" name="obj_17622"/>
            <p:cNvSpPr/>
            <p:nvPr/>
          </p:nvSpPr>
          <p:spPr>
            <a:xfrm>
              <a:off x="3975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0" name="obj_17623"/>
            <p:cNvSpPr/>
            <p:nvPr/>
          </p:nvSpPr>
          <p:spPr>
            <a:xfrm>
              <a:off x="4014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1" name="obj_17624"/>
            <p:cNvSpPr/>
            <p:nvPr/>
          </p:nvSpPr>
          <p:spPr>
            <a:xfrm>
              <a:off x="4140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2" name="obj_17625"/>
            <p:cNvSpPr/>
            <p:nvPr/>
          </p:nvSpPr>
          <p:spPr>
            <a:xfrm>
              <a:off x="4179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3" name="obj_17626"/>
            <p:cNvSpPr/>
            <p:nvPr/>
          </p:nvSpPr>
          <p:spPr>
            <a:xfrm>
              <a:off x="4305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4" name="obj_17627"/>
            <p:cNvSpPr/>
            <p:nvPr/>
          </p:nvSpPr>
          <p:spPr>
            <a:xfrm>
              <a:off x="4344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5" name="obj_17628"/>
            <p:cNvSpPr/>
            <p:nvPr/>
          </p:nvSpPr>
          <p:spPr>
            <a:xfrm>
              <a:off x="4470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6" name="obj_17629"/>
            <p:cNvSpPr/>
            <p:nvPr/>
          </p:nvSpPr>
          <p:spPr>
            <a:xfrm>
              <a:off x="45100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7" name="obj_17630"/>
            <p:cNvSpPr/>
            <p:nvPr/>
          </p:nvSpPr>
          <p:spPr>
            <a:xfrm>
              <a:off x="4635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8" name="obj_17631"/>
            <p:cNvSpPr/>
            <p:nvPr/>
          </p:nvSpPr>
          <p:spPr>
            <a:xfrm>
              <a:off x="46751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9" name="obj_17632"/>
            <p:cNvSpPr/>
            <p:nvPr/>
          </p:nvSpPr>
          <p:spPr>
            <a:xfrm>
              <a:off x="4800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0" name="obj_17633"/>
            <p:cNvSpPr/>
            <p:nvPr/>
          </p:nvSpPr>
          <p:spPr>
            <a:xfrm>
              <a:off x="48402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1" name="obj_17634"/>
            <p:cNvSpPr/>
            <p:nvPr/>
          </p:nvSpPr>
          <p:spPr>
            <a:xfrm>
              <a:off x="4965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2" name="obj_17635"/>
            <p:cNvSpPr/>
            <p:nvPr/>
          </p:nvSpPr>
          <p:spPr>
            <a:xfrm>
              <a:off x="50053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3" name="obj_17636"/>
            <p:cNvSpPr/>
            <p:nvPr/>
          </p:nvSpPr>
          <p:spPr>
            <a:xfrm>
              <a:off x="5130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4" name="obj_17637"/>
            <p:cNvSpPr/>
            <p:nvPr/>
          </p:nvSpPr>
          <p:spPr>
            <a:xfrm>
              <a:off x="51562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5" name="obj_17638"/>
            <p:cNvSpPr/>
            <p:nvPr/>
          </p:nvSpPr>
          <p:spPr>
            <a:xfrm>
              <a:off x="5295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6" name="obj_17639"/>
            <p:cNvSpPr/>
            <p:nvPr/>
          </p:nvSpPr>
          <p:spPr>
            <a:xfrm>
              <a:off x="5461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7" name="obj_17640"/>
            <p:cNvSpPr/>
            <p:nvPr/>
          </p:nvSpPr>
          <p:spPr>
            <a:xfrm>
              <a:off x="5486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8" name="obj_17641"/>
            <p:cNvSpPr/>
            <p:nvPr/>
          </p:nvSpPr>
          <p:spPr>
            <a:xfrm>
              <a:off x="5626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9" name="obj_17642"/>
            <p:cNvSpPr/>
            <p:nvPr/>
          </p:nvSpPr>
          <p:spPr>
            <a:xfrm>
              <a:off x="5791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0" name="obj_17643"/>
            <p:cNvSpPr/>
            <p:nvPr/>
          </p:nvSpPr>
          <p:spPr>
            <a:xfrm>
              <a:off x="3479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1" name="obj_17644"/>
            <p:cNvSpPr/>
            <p:nvPr/>
          </p:nvSpPr>
          <p:spPr>
            <a:xfrm>
              <a:off x="3519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2" name="obj_17645"/>
            <p:cNvSpPr/>
            <p:nvPr/>
          </p:nvSpPr>
          <p:spPr>
            <a:xfrm>
              <a:off x="3644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3" name="obj_17646"/>
            <p:cNvSpPr/>
            <p:nvPr/>
          </p:nvSpPr>
          <p:spPr>
            <a:xfrm>
              <a:off x="3684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4" name="obj_17647"/>
            <p:cNvSpPr/>
            <p:nvPr/>
          </p:nvSpPr>
          <p:spPr>
            <a:xfrm>
              <a:off x="3664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5" name="obj_17648"/>
            <p:cNvSpPr txBox="1"/>
            <p:nvPr/>
          </p:nvSpPr>
          <p:spPr>
            <a:xfrm>
              <a:off x="3664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3856" name="obj_17649"/>
            <p:cNvSpPr/>
            <p:nvPr/>
          </p:nvSpPr>
          <p:spPr>
            <a:xfrm>
              <a:off x="3810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7" name="obj_17650"/>
            <p:cNvSpPr/>
            <p:nvPr/>
          </p:nvSpPr>
          <p:spPr>
            <a:xfrm>
              <a:off x="3849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8" name="obj_17651"/>
            <p:cNvSpPr/>
            <p:nvPr/>
          </p:nvSpPr>
          <p:spPr>
            <a:xfrm>
              <a:off x="3975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9" name="obj_17652"/>
            <p:cNvSpPr/>
            <p:nvPr/>
          </p:nvSpPr>
          <p:spPr>
            <a:xfrm>
              <a:off x="4014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0" name="obj_17653"/>
            <p:cNvSpPr/>
            <p:nvPr/>
          </p:nvSpPr>
          <p:spPr>
            <a:xfrm>
              <a:off x="4140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1" name="obj_17654"/>
            <p:cNvSpPr/>
            <p:nvPr/>
          </p:nvSpPr>
          <p:spPr>
            <a:xfrm>
              <a:off x="4179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2" name="obj_17655"/>
            <p:cNvSpPr/>
            <p:nvPr/>
          </p:nvSpPr>
          <p:spPr>
            <a:xfrm>
              <a:off x="4305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3" name="obj_17656"/>
            <p:cNvSpPr/>
            <p:nvPr/>
          </p:nvSpPr>
          <p:spPr>
            <a:xfrm>
              <a:off x="4344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4" name="obj_17657"/>
            <p:cNvSpPr/>
            <p:nvPr/>
          </p:nvSpPr>
          <p:spPr>
            <a:xfrm>
              <a:off x="4470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5" name="obj_17658"/>
            <p:cNvSpPr/>
            <p:nvPr/>
          </p:nvSpPr>
          <p:spPr>
            <a:xfrm>
              <a:off x="4510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6" name="obj_17659"/>
            <p:cNvSpPr/>
            <p:nvPr/>
          </p:nvSpPr>
          <p:spPr>
            <a:xfrm>
              <a:off x="4635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7" name="obj_17660"/>
            <p:cNvSpPr/>
            <p:nvPr/>
          </p:nvSpPr>
          <p:spPr>
            <a:xfrm>
              <a:off x="4675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8" name="obj_17661"/>
            <p:cNvSpPr/>
            <p:nvPr/>
          </p:nvSpPr>
          <p:spPr>
            <a:xfrm>
              <a:off x="4800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9" name="obj_17662"/>
            <p:cNvSpPr/>
            <p:nvPr/>
          </p:nvSpPr>
          <p:spPr>
            <a:xfrm>
              <a:off x="4840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0" name="obj_17663"/>
            <p:cNvSpPr/>
            <p:nvPr/>
          </p:nvSpPr>
          <p:spPr>
            <a:xfrm>
              <a:off x="4965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1" name="obj_17664"/>
            <p:cNvSpPr/>
            <p:nvPr/>
          </p:nvSpPr>
          <p:spPr>
            <a:xfrm>
              <a:off x="50053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2" name="obj_17665"/>
            <p:cNvSpPr/>
            <p:nvPr/>
          </p:nvSpPr>
          <p:spPr>
            <a:xfrm>
              <a:off x="5130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3" name="obj_17666"/>
            <p:cNvSpPr/>
            <p:nvPr/>
          </p:nvSpPr>
          <p:spPr>
            <a:xfrm>
              <a:off x="5170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4" name="obj_17667"/>
            <p:cNvSpPr/>
            <p:nvPr/>
          </p:nvSpPr>
          <p:spPr>
            <a:xfrm>
              <a:off x="5295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5" name="obj_17668"/>
            <p:cNvSpPr/>
            <p:nvPr/>
          </p:nvSpPr>
          <p:spPr>
            <a:xfrm>
              <a:off x="5321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6" name="obj_17669"/>
            <p:cNvSpPr/>
            <p:nvPr/>
          </p:nvSpPr>
          <p:spPr>
            <a:xfrm>
              <a:off x="5461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7" name="obj_17670"/>
            <p:cNvSpPr/>
            <p:nvPr/>
          </p:nvSpPr>
          <p:spPr>
            <a:xfrm>
              <a:off x="5500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8" name="obj_17671"/>
            <p:cNvSpPr/>
            <p:nvPr/>
          </p:nvSpPr>
          <p:spPr>
            <a:xfrm>
              <a:off x="5626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9" name="obj_17672"/>
            <p:cNvSpPr/>
            <p:nvPr/>
          </p:nvSpPr>
          <p:spPr>
            <a:xfrm>
              <a:off x="5645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0" name="obj_17673"/>
            <p:cNvSpPr txBox="1"/>
            <p:nvPr/>
          </p:nvSpPr>
          <p:spPr>
            <a:xfrm>
              <a:off x="5645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3881" name="obj_17674"/>
            <p:cNvSpPr/>
            <p:nvPr/>
          </p:nvSpPr>
          <p:spPr>
            <a:xfrm>
              <a:off x="5791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2" name="obj_17675"/>
            <p:cNvSpPr/>
            <p:nvPr/>
          </p:nvSpPr>
          <p:spPr>
            <a:xfrm>
              <a:off x="58166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3" name="obj_17676"/>
            <p:cNvSpPr/>
            <p:nvPr/>
          </p:nvSpPr>
          <p:spPr>
            <a:xfrm>
              <a:off x="3479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4" name="obj_17677"/>
            <p:cNvSpPr/>
            <p:nvPr/>
          </p:nvSpPr>
          <p:spPr>
            <a:xfrm>
              <a:off x="3519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5" name="obj_17678"/>
            <p:cNvSpPr/>
            <p:nvPr/>
          </p:nvSpPr>
          <p:spPr>
            <a:xfrm>
              <a:off x="3644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6" name="obj_17679"/>
            <p:cNvSpPr/>
            <p:nvPr/>
          </p:nvSpPr>
          <p:spPr>
            <a:xfrm>
              <a:off x="3684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7" name="obj_17680"/>
            <p:cNvSpPr/>
            <p:nvPr/>
          </p:nvSpPr>
          <p:spPr>
            <a:xfrm>
              <a:off x="3810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8" name="obj_17681"/>
            <p:cNvSpPr/>
            <p:nvPr/>
          </p:nvSpPr>
          <p:spPr>
            <a:xfrm>
              <a:off x="3849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9" name="obj_17682"/>
            <p:cNvSpPr/>
            <p:nvPr/>
          </p:nvSpPr>
          <p:spPr>
            <a:xfrm>
              <a:off x="3975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0" name="obj_17683"/>
            <p:cNvSpPr/>
            <p:nvPr/>
          </p:nvSpPr>
          <p:spPr>
            <a:xfrm>
              <a:off x="4014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1" name="obj_17684"/>
            <p:cNvSpPr/>
            <p:nvPr/>
          </p:nvSpPr>
          <p:spPr>
            <a:xfrm>
              <a:off x="4140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2" name="obj_17685"/>
            <p:cNvSpPr/>
            <p:nvPr/>
          </p:nvSpPr>
          <p:spPr>
            <a:xfrm>
              <a:off x="4179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3" name="obj_17686"/>
            <p:cNvSpPr/>
            <p:nvPr/>
          </p:nvSpPr>
          <p:spPr>
            <a:xfrm>
              <a:off x="4305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4" name="obj_17687"/>
            <p:cNvSpPr/>
            <p:nvPr/>
          </p:nvSpPr>
          <p:spPr>
            <a:xfrm>
              <a:off x="4344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5" name="obj_17688"/>
            <p:cNvSpPr/>
            <p:nvPr/>
          </p:nvSpPr>
          <p:spPr>
            <a:xfrm>
              <a:off x="4470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6" name="obj_17689"/>
            <p:cNvSpPr/>
            <p:nvPr/>
          </p:nvSpPr>
          <p:spPr>
            <a:xfrm>
              <a:off x="45100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7" name="obj_17690"/>
            <p:cNvSpPr/>
            <p:nvPr/>
          </p:nvSpPr>
          <p:spPr>
            <a:xfrm>
              <a:off x="4635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8" name="obj_17691"/>
            <p:cNvSpPr/>
            <p:nvPr/>
          </p:nvSpPr>
          <p:spPr>
            <a:xfrm>
              <a:off x="46751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9" name="obj_17692"/>
            <p:cNvSpPr/>
            <p:nvPr/>
          </p:nvSpPr>
          <p:spPr>
            <a:xfrm>
              <a:off x="4800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0" name="obj_17693"/>
            <p:cNvSpPr/>
            <p:nvPr/>
          </p:nvSpPr>
          <p:spPr>
            <a:xfrm>
              <a:off x="48402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1" name="obj_17694"/>
            <p:cNvSpPr/>
            <p:nvPr/>
          </p:nvSpPr>
          <p:spPr>
            <a:xfrm>
              <a:off x="4965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2" name="obj_17695"/>
            <p:cNvSpPr/>
            <p:nvPr/>
          </p:nvSpPr>
          <p:spPr>
            <a:xfrm>
              <a:off x="50053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3" name="obj_17696"/>
            <p:cNvSpPr/>
            <p:nvPr/>
          </p:nvSpPr>
          <p:spPr>
            <a:xfrm>
              <a:off x="5130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4" name="obj_17697"/>
            <p:cNvSpPr/>
            <p:nvPr/>
          </p:nvSpPr>
          <p:spPr>
            <a:xfrm>
              <a:off x="5170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5" name="obj_17698"/>
            <p:cNvSpPr/>
            <p:nvPr/>
          </p:nvSpPr>
          <p:spPr>
            <a:xfrm>
              <a:off x="5295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6" name="obj_17699"/>
            <p:cNvSpPr/>
            <p:nvPr/>
          </p:nvSpPr>
          <p:spPr>
            <a:xfrm>
              <a:off x="5335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7" name="obj_17700"/>
            <p:cNvSpPr/>
            <p:nvPr/>
          </p:nvSpPr>
          <p:spPr>
            <a:xfrm>
              <a:off x="5461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8" name="obj_17701"/>
            <p:cNvSpPr/>
            <p:nvPr/>
          </p:nvSpPr>
          <p:spPr>
            <a:xfrm>
              <a:off x="5500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9" name="obj_17702"/>
            <p:cNvSpPr/>
            <p:nvPr/>
          </p:nvSpPr>
          <p:spPr>
            <a:xfrm>
              <a:off x="5626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0" name="obj_17703"/>
            <p:cNvSpPr/>
            <p:nvPr/>
          </p:nvSpPr>
          <p:spPr>
            <a:xfrm>
              <a:off x="5665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1" name="obj_17704"/>
            <p:cNvSpPr/>
            <p:nvPr/>
          </p:nvSpPr>
          <p:spPr>
            <a:xfrm>
              <a:off x="5791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2" name="obj_17705"/>
            <p:cNvSpPr/>
            <p:nvPr/>
          </p:nvSpPr>
          <p:spPr>
            <a:xfrm>
              <a:off x="5830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3" name="obj_17706"/>
            <p:cNvSpPr/>
            <p:nvPr/>
          </p:nvSpPr>
          <p:spPr>
            <a:xfrm>
              <a:off x="3479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4" name="obj_17707"/>
            <p:cNvSpPr/>
            <p:nvPr/>
          </p:nvSpPr>
          <p:spPr>
            <a:xfrm>
              <a:off x="3519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5" name="obj_17708"/>
            <p:cNvSpPr/>
            <p:nvPr/>
          </p:nvSpPr>
          <p:spPr>
            <a:xfrm>
              <a:off x="3644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6" name="obj_17709"/>
            <p:cNvSpPr/>
            <p:nvPr/>
          </p:nvSpPr>
          <p:spPr>
            <a:xfrm>
              <a:off x="3684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7" name="obj_17710"/>
            <p:cNvSpPr/>
            <p:nvPr/>
          </p:nvSpPr>
          <p:spPr>
            <a:xfrm>
              <a:off x="3810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8" name="obj_17711"/>
            <p:cNvSpPr/>
            <p:nvPr/>
          </p:nvSpPr>
          <p:spPr>
            <a:xfrm>
              <a:off x="3849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9" name="obj_17712"/>
            <p:cNvSpPr/>
            <p:nvPr/>
          </p:nvSpPr>
          <p:spPr>
            <a:xfrm>
              <a:off x="3975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0" name="obj_17713"/>
            <p:cNvSpPr/>
            <p:nvPr/>
          </p:nvSpPr>
          <p:spPr>
            <a:xfrm>
              <a:off x="4014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1" name="obj_17714"/>
            <p:cNvSpPr/>
            <p:nvPr/>
          </p:nvSpPr>
          <p:spPr>
            <a:xfrm>
              <a:off x="4140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2" name="obj_17715"/>
            <p:cNvSpPr/>
            <p:nvPr/>
          </p:nvSpPr>
          <p:spPr>
            <a:xfrm>
              <a:off x="4179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3" name="obj_17716"/>
            <p:cNvSpPr/>
            <p:nvPr/>
          </p:nvSpPr>
          <p:spPr>
            <a:xfrm>
              <a:off x="4305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4" name="obj_17717"/>
            <p:cNvSpPr/>
            <p:nvPr/>
          </p:nvSpPr>
          <p:spPr>
            <a:xfrm>
              <a:off x="4344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5" name="obj_17718"/>
            <p:cNvSpPr/>
            <p:nvPr/>
          </p:nvSpPr>
          <p:spPr>
            <a:xfrm>
              <a:off x="4470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6" name="obj_17719"/>
            <p:cNvSpPr/>
            <p:nvPr/>
          </p:nvSpPr>
          <p:spPr>
            <a:xfrm>
              <a:off x="4510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7" name="obj_17720"/>
            <p:cNvSpPr/>
            <p:nvPr/>
          </p:nvSpPr>
          <p:spPr>
            <a:xfrm>
              <a:off x="4635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8" name="obj_17721"/>
            <p:cNvSpPr/>
            <p:nvPr/>
          </p:nvSpPr>
          <p:spPr>
            <a:xfrm>
              <a:off x="46751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9" name="obj_17722"/>
            <p:cNvSpPr/>
            <p:nvPr/>
          </p:nvSpPr>
          <p:spPr>
            <a:xfrm>
              <a:off x="4800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0" name="obj_17723"/>
            <p:cNvSpPr/>
            <p:nvPr/>
          </p:nvSpPr>
          <p:spPr>
            <a:xfrm>
              <a:off x="48402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1" name="obj_17724"/>
            <p:cNvSpPr/>
            <p:nvPr/>
          </p:nvSpPr>
          <p:spPr>
            <a:xfrm>
              <a:off x="4965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2" name="obj_17725"/>
            <p:cNvSpPr/>
            <p:nvPr/>
          </p:nvSpPr>
          <p:spPr>
            <a:xfrm>
              <a:off x="50053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3" name="obj_17726"/>
            <p:cNvSpPr/>
            <p:nvPr/>
          </p:nvSpPr>
          <p:spPr>
            <a:xfrm>
              <a:off x="5130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4" name="obj_17727"/>
            <p:cNvSpPr/>
            <p:nvPr/>
          </p:nvSpPr>
          <p:spPr>
            <a:xfrm>
              <a:off x="5170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5" name="obj_17728"/>
            <p:cNvSpPr/>
            <p:nvPr/>
          </p:nvSpPr>
          <p:spPr>
            <a:xfrm>
              <a:off x="5295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6" name="obj_17729"/>
            <p:cNvSpPr/>
            <p:nvPr/>
          </p:nvSpPr>
          <p:spPr>
            <a:xfrm>
              <a:off x="5335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7" name="obj_17730"/>
            <p:cNvSpPr/>
            <p:nvPr/>
          </p:nvSpPr>
          <p:spPr>
            <a:xfrm>
              <a:off x="5461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8" name="obj_17731"/>
            <p:cNvSpPr/>
            <p:nvPr/>
          </p:nvSpPr>
          <p:spPr>
            <a:xfrm>
              <a:off x="5500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9" name="obj_17732"/>
            <p:cNvSpPr/>
            <p:nvPr/>
          </p:nvSpPr>
          <p:spPr>
            <a:xfrm>
              <a:off x="5626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0" name="obj_17733"/>
            <p:cNvSpPr/>
            <p:nvPr/>
          </p:nvSpPr>
          <p:spPr>
            <a:xfrm>
              <a:off x="5665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1" name="obj_17734"/>
            <p:cNvSpPr/>
            <p:nvPr/>
          </p:nvSpPr>
          <p:spPr>
            <a:xfrm>
              <a:off x="5791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2" name="obj_17735"/>
            <p:cNvSpPr/>
            <p:nvPr/>
          </p:nvSpPr>
          <p:spPr>
            <a:xfrm>
              <a:off x="5830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3" name="obj_17736"/>
            <p:cNvSpPr/>
            <p:nvPr/>
          </p:nvSpPr>
          <p:spPr>
            <a:xfrm>
              <a:off x="3479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4" name="obj_17737"/>
            <p:cNvSpPr/>
            <p:nvPr/>
          </p:nvSpPr>
          <p:spPr>
            <a:xfrm>
              <a:off x="35194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5" name="obj_17738"/>
            <p:cNvSpPr/>
            <p:nvPr/>
          </p:nvSpPr>
          <p:spPr>
            <a:xfrm>
              <a:off x="3644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6" name="obj_17739"/>
            <p:cNvSpPr/>
            <p:nvPr/>
          </p:nvSpPr>
          <p:spPr>
            <a:xfrm>
              <a:off x="36845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7" name="obj_17740"/>
            <p:cNvSpPr/>
            <p:nvPr/>
          </p:nvSpPr>
          <p:spPr>
            <a:xfrm>
              <a:off x="3810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8" name="obj_17741"/>
            <p:cNvSpPr/>
            <p:nvPr/>
          </p:nvSpPr>
          <p:spPr>
            <a:xfrm>
              <a:off x="3975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9" name="obj_17742"/>
            <p:cNvSpPr/>
            <p:nvPr/>
          </p:nvSpPr>
          <p:spPr>
            <a:xfrm>
              <a:off x="4140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0" name="obj_17743"/>
            <p:cNvSpPr/>
            <p:nvPr/>
          </p:nvSpPr>
          <p:spPr>
            <a:xfrm>
              <a:off x="41798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1" name="obj_17744"/>
            <p:cNvSpPr/>
            <p:nvPr/>
          </p:nvSpPr>
          <p:spPr>
            <a:xfrm>
              <a:off x="4305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2" name="obj_17745"/>
            <p:cNvSpPr/>
            <p:nvPr/>
          </p:nvSpPr>
          <p:spPr>
            <a:xfrm>
              <a:off x="43449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3" name="obj_17746"/>
            <p:cNvSpPr/>
            <p:nvPr/>
          </p:nvSpPr>
          <p:spPr>
            <a:xfrm>
              <a:off x="4470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4" name="obj_17747"/>
            <p:cNvSpPr/>
            <p:nvPr/>
          </p:nvSpPr>
          <p:spPr>
            <a:xfrm>
              <a:off x="45100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5" name="obj_17748"/>
            <p:cNvSpPr/>
            <p:nvPr/>
          </p:nvSpPr>
          <p:spPr>
            <a:xfrm>
              <a:off x="4635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6" name="obj_17749"/>
            <p:cNvSpPr/>
            <p:nvPr/>
          </p:nvSpPr>
          <p:spPr>
            <a:xfrm>
              <a:off x="4800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7" name="obj_17750"/>
            <p:cNvSpPr/>
            <p:nvPr/>
          </p:nvSpPr>
          <p:spPr>
            <a:xfrm>
              <a:off x="48402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8" name="obj_17751"/>
            <p:cNvSpPr/>
            <p:nvPr/>
          </p:nvSpPr>
          <p:spPr>
            <a:xfrm>
              <a:off x="4965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9" name="obj_17752"/>
            <p:cNvSpPr/>
            <p:nvPr/>
          </p:nvSpPr>
          <p:spPr>
            <a:xfrm>
              <a:off x="50053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0" name="obj_17753"/>
            <p:cNvSpPr/>
            <p:nvPr/>
          </p:nvSpPr>
          <p:spPr>
            <a:xfrm>
              <a:off x="5130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1" name="obj_17754"/>
            <p:cNvSpPr/>
            <p:nvPr/>
          </p:nvSpPr>
          <p:spPr>
            <a:xfrm>
              <a:off x="5295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2" name="obj_17755"/>
            <p:cNvSpPr/>
            <p:nvPr/>
          </p:nvSpPr>
          <p:spPr>
            <a:xfrm>
              <a:off x="5461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3" name="obj_17756"/>
            <p:cNvSpPr/>
            <p:nvPr/>
          </p:nvSpPr>
          <p:spPr>
            <a:xfrm>
              <a:off x="55006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4" name="obj_17757"/>
            <p:cNvSpPr/>
            <p:nvPr/>
          </p:nvSpPr>
          <p:spPr>
            <a:xfrm>
              <a:off x="5626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5" name="obj_17758"/>
            <p:cNvSpPr/>
            <p:nvPr/>
          </p:nvSpPr>
          <p:spPr>
            <a:xfrm>
              <a:off x="56657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6" name="obj_17759"/>
            <p:cNvSpPr/>
            <p:nvPr/>
          </p:nvSpPr>
          <p:spPr>
            <a:xfrm>
              <a:off x="5791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7" name="obj_17760"/>
            <p:cNvSpPr/>
            <p:nvPr/>
          </p:nvSpPr>
          <p:spPr>
            <a:xfrm>
              <a:off x="5830824" y="39258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8" name="obj_17761"/>
            <p:cNvSpPr/>
            <p:nvPr/>
          </p:nvSpPr>
          <p:spPr>
            <a:xfrm>
              <a:off x="3479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9" name="obj_17762"/>
            <p:cNvSpPr/>
            <p:nvPr/>
          </p:nvSpPr>
          <p:spPr>
            <a:xfrm>
              <a:off x="3519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0" name="obj_17763"/>
            <p:cNvSpPr/>
            <p:nvPr/>
          </p:nvSpPr>
          <p:spPr>
            <a:xfrm>
              <a:off x="3644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1" name="obj_17764"/>
            <p:cNvSpPr/>
            <p:nvPr/>
          </p:nvSpPr>
          <p:spPr>
            <a:xfrm>
              <a:off x="3684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2" name="obj_17765"/>
            <p:cNvSpPr/>
            <p:nvPr/>
          </p:nvSpPr>
          <p:spPr>
            <a:xfrm>
              <a:off x="3810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3" name="obj_17766"/>
            <p:cNvSpPr/>
            <p:nvPr/>
          </p:nvSpPr>
          <p:spPr>
            <a:xfrm>
              <a:off x="3849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4" name="obj_17767"/>
            <p:cNvSpPr/>
            <p:nvPr/>
          </p:nvSpPr>
          <p:spPr>
            <a:xfrm>
              <a:off x="3975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5" name="obj_17768"/>
            <p:cNvSpPr/>
            <p:nvPr/>
          </p:nvSpPr>
          <p:spPr>
            <a:xfrm>
              <a:off x="40147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6" name="obj_17769"/>
            <p:cNvSpPr/>
            <p:nvPr/>
          </p:nvSpPr>
          <p:spPr>
            <a:xfrm>
              <a:off x="4140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7" name="obj_17770"/>
            <p:cNvSpPr/>
            <p:nvPr/>
          </p:nvSpPr>
          <p:spPr>
            <a:xfrm>
              <a:off x="41798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8" name="obj_17771"/>
            <p:cNvSpPr/>
            <p:nvPr/>
          </p:nvSpPr>
          <p:spPr>
            <a:xfrm>
              <a:off x="4305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9" name="obj_17772"/>
            <p:cNvSpPr/>
            <p:nvPr/>
          </p:nvSpPr>
          <p:spPr>
            <a:xfrm>
              <a:off x="43449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0" name="obj_17773"/>
            <p:cNvSpPr/>
            <p:nvPr/>
          </p:nvSpPr>
          <p:spPr>
            <a:xfrm>
              <a:off x="4470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1" name="obj_17774"/>
            <p:cNvSpPr/>
            <p:nvPr/>
          </p:nvSpPr>
          <p:spPr>
            <a:xfrm>
              <a:off x="45100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2" name="obj_17775"/>
            <p:cNvSpPr/>
            <p:nvPr/>
          </p:nvSpPr>
          <p:spPr>
            <a:xfrm>
              <a:off x="4635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3" name="obj_17776"/>
            <p:cNvSpPr/>
            <p:nvPr/>
          </p:nvSpPr>
          <p:spPr>
            <a:xfrm>
              <a:off x="4800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4" name="obj_17777"/>
            <p:cNvSpPr/>
            <p:nvPr/>
          </p:nvSpPr>
          <p:spPr>
            <a:xfrm>
              <a:off x="48402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5" name="obj_17778"/>
            <p:cNvSpPr/>
            <p:nvPr/>
          </p:nvSpPr>
          <p:spPr>
            <a:xfrm>
              <a:off x="4965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6" name="obj_17779"/>
            <p:cNvSpPr/>
            <p:nvPr/>
          </p:nvSpPr>
          <p:spPr>
            <a:xfrm>
              <a:off x="50053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7" name="obj_17780"/>
            <p:cNvSpPr/>
            <p:nvPr/>
          </p:nvSpPr>
          <p:spPr>
            <a:xfrm>
              <a:off x="5130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8" name="obj_17781"/>
            <p:cNvSpPr/>
            <p:nvPr/>
          </p:nvSpPr>
          <p:spPr>
            <a:xfrm>
              <a:off x="51704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9" name="obj_17782"/>
            <p:cNvSpPr/>
            <p:nvPr/>
          </p:nvSpPr>
          <p:spPr>
            <a:xfrm>
              <a:off x="5295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0" name="obj_17783"/>
            <p:cNvSpPr/>
            <p:nvPr/>
          </p:nvSpPr>
          <p:spPr>
            <a:xfrm>
              <a:off x="53355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1" name="obj_17784"/>
            <p:cNvSpPr/>
            <p:nvPr/>
          </p:nvSpPr>
          <p:spPr>
            <a:xfrm>
              <a:off x="5461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2" name="obj_17785"/>
            <p:cNvSpPr/>
            <p:nvPr/>
          </p:nvSpPr>
          <p:spPr>
            <a:xfrm>
              <a:off x="55006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3" name="obj_17786"/>
            <p:cNvSpPr/>
            <p:nvPr/>
          </p:nvSpPr>
          <p:spPr>
            <a:xfrm>
              <a:off x="5626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4" name="obj_17787"/>
            <p:cNvSpPr/>
            <p:nvPr/>
          </p:nvSpPr>
          <p:spPr>
            <a:xfrm>
              <a:off x="5665724" y="40909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5" name="obj_17788"/>
            <p:cNvSpPr/>
            <p:nvPr/>
          </p:nvSpPr>
          <p:spPr>
            <a:xfrm>
              <a:off x="5791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6" name="obj_17789"/>
            <p:cNvSpPr/>
            <p:nvPr/>
          </p:nvSpPr>
          <p:spPr>
            <a:xfrm>
              <a:off x="5816600" y="40767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7" name="obj_17790"/>
            <p:cNvSpPr/>
            <p:nvPr/>
          </p:nvSpPr>
          <p:spPr>
            <a:xfrm>
              <a:off x="3479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8" name="obj_17791"/>
            <p:cNvSpPr/>
            <p:nvPr/>
          </p:nvSpPr>
          <p:spPr>
            <a:xfrm>
              <a:off x="35194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9" name="obj_17792"/>
            <p:cNvSpPr/>
            <p:nvPr/>
          </p:nvSpPr>
          <p:spPr>
            <a:xfrm>
              <a:off x="3644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0" name="obj_17793"/>
            <p:cNvSpPr/>
            <p:nvPr/>
          </p:nvSpPr>
          <p:spPr>
            <a:xfrm>
              <a:off x="3684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1" name="obj_17794"/>
            <p:cNvSpPr/>
            <p:nvPr/>
          </p:nvSpPr>
          <p:spPr>
            <a:xfrm>
              <a:off x="3810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2" name="obj_17795"/>
            <p:cNvSpPr/>
            <p:nvPr/>
          </p:nvSpPr>
          <p:spPr>
            <a:xfrm>
              <a:off x="38496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3" name="obj_17796"/>
            <p:cNvSpPr/>
            <p:nvPr/>
          </p:nvSpPr>
          <p:spPr>
            <a:xfrm>
              <a:off x="3975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4" name="obj_17797"/>
            <p:cNvSpPr/>
            <p:nvPr/>
          </p:nvSpPr>
          <p:spPr>
            <a:xfrm>
              <a:off x="40147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5" name="obj_17798"/>
            <p:cNvSpPr/>
            <p:nvPr/>
          </p:nvSpPr>
          <p:spPr>
            <a:xfrm>
              <a:off x="4140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6" name="obj_17799"/>
            <p:cNvSpPr/>
            <p:nvPr/>
          </p:nvSpPr>
          <p:spPr>
            <a:xfrm>
              <a:off x="41798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7" name="obj_17800"/>
            <p:cNvSpPr/>
            <p:nvPr/>
          </p:nvSpPr>
          <p:spPr>
            <a:xfrm>
              <a:off x="4305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8" name="obj_17801"/>
            <p:cNvSpPr/>
            <p:nvPr/>
          </p:nvSpPr>
          <p:spPr>
            <a:xfrm>
              <a:off x="43449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9" name="obj_17802"/>
            <p:cNvSpPr/>
            <p:nvPr/>
          </p:nvSpPr>
          <p:spPr>
            <a:xfrm>
              <a:off x="4470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0" name="obj_17803"/>
            <p:cNvSpPr/>
            <p:nvPr/>
          </p:nvSpPr>
          <p:spPr>
            <a:xfrm>
              <a:off x="45100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1" name="obj_17804"/>
            <p:cNvSpPr/>
            <p:nvPr/>
          </p:nvSpPr>
          <p:spPr>
            <a:xfrm>
              <a:off x="4635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2" name="obj_17805"/>
            <p:cNvSpPr/>
            <p:nvPr/>
          </p:nvSpPr>
          <p:spPr>
            <a:xfrm>
              <a:off x="4800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3" name="obj_17806"/>
            <p:cNvSpPr/>
            <p:nvPr/>
          </p:nvSpPr>
          <p:spPr>
            <a:xfrm>
              <a:off x="48402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4" name="obj_17807"/>
            <p:cNvSpPr/>
            <p:nvPr/>
          </p:nvSpPr>
          <p:spPr>
            <a:xfrm>
              <a:off x="4965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5" name="obj_17808"/>
            <p:cNvSpPr/>
            <p:nvPr/>
          </p:nvSpPr>
          <p:spPr>
            <a:xfrm>
              <a:off x="50053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6" name="obj_17809"/>
            <p:cNvSpPr/>
            <p:nvPr/>
          </p:nvSpPr>
          <p:spPr>
            <a:xfrm>
              <a:off x="5130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7" name="obj_17810"/>
            <p:cNvSpPr/>
            <p:nvPr/>
          </p:nvSpPr>
          <p:spPr>
            <a:xfrm>
              <a:off x="51704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8" name="obj_17811"/>
            <p:cNvSpPr/>
            <p:nvPr/>
          </p:nvSpPr>
          <p:spPr>
            <a:xfrm>
              <a:off x="5295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9" name="obj_17812"/>
            <p:cNvSpPr/>
            <p:nvPr/>
          </p:nvSpPr>
          <p:spPr>
            <a:xfrm>
              <a:off x="5335524" y="42560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0" name="obj_17813"/>
            <p:cNvSpPr/>
            <p:nvPr/>
          </p:nvSpPr>
          <p:spPr>
            <a:xfrm>
              <a:off x="5461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1" name="obj_17814"/>
            <p:cNvSpPr/>
            <p:nvPr/>
          </p:nvSpPr>
          <p:spPr>
            <a:xfrm>
              <a:off x="54864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2" name="obj_17815"/>
            <p:cNvSpPr/>
            <p:nvPr/>
          </p:nvSpPr>
          <p:spPr>
            <a:xfrm>
              <a:off x="5626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3" name="obj_17816"/>
            <p:cNvSpPr/>
            <p:nvPr/>
          </p:nvSpPr>
          <p:spPr>
            <a:xfrm>
              <a:off x="5651500" y="42418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4" name="obj_17817"/>
            <p:cNvSpPr/>
            <p:nvPr/>
          </p:nvSpPr>
          <p:spPr>
            <a:xfrm>
              <a:off x="5791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25" name="obj_17818"/>
            <p:cNvCxnSpPr/>
            <p:nvPr/>
          </p:nvCxnSpPr>
          <p:spPr>
            <a:xfrm>
              <a:off x="3727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26" name="obj_17819"/>
            <p:cNvCxnSpPr/>
            <p:nvPr/>
          </p:nvCxnSpPr>
          <p:spPr>
            <a:xfrm>
              <a:off x="3892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27" name="obj_17820"/>
            <p:cNvCxnSpPr/>
            <p:nvPr/>
          </p:nvCxnSpPr>
          <p:spPr>
            <a:xfrm>
              <a:off x="4057650" y="34734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28" name="obj_17821"/>
            <p:cNvCxnSpPr/>
            <p:nvPr/>
          </p:nvCxnSpPr>
          <p:spPr>
            <a:xfrm>
              <a:off x="4057650" y="36385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29" name="obj_17822"/>
            <p:cNvCxnSpPr/>
            <p:nvPr/>
          </p:nvCxnSpPr>
          <p:spPr>
            <a:xfrm>
              <a:off x="40576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0" name="obj_17823"/>
            <p:cNvCxnSpPr/>
            <p:nvPr/>
          </p:nvCxnSpPr>
          <p:spPr>
            <a:xfrm>
              <a:off x="42227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1" name="obj_17824"/>
            <p:cNvCxnSpPr/>
            <p:nvPr/>
          </p:nvCxnSpPr>
          <p:spPr>
            <a:xfrm>
              <a:off x="43878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2" name="obj_17825"/>
            <p:cNvCxnSpPr/>
            <p:nvPr/>
          </p:nvCxnSpPr>
          <p:spPr>
            <a:xfrm>
              <a:off x="45529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3" name="obj_17826"/>
            <p:cNvCxnSpPr/>
            <p:nvPr/>
          </p:nvCxnSpPr>
          <p:spPr>
            <a:xfrm>
              <a:off x="47180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4" name="obj_17827"/>
            <p:cNvCxnSpPr/>
            <p:nvPr/>
          </p:nvCxnSpPr>
          <p:spPr>
            <a:xfrm>
              <a:off x="48831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5" name="obj_17828"/>
            <p:cNvCxnSpPr/>
            <p:nvPr/>
          </p:nvCxnSpPr>
          <p:spPr>
            <a:xfrm>
              <a:off x="50482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6" name="obj_17829"/>
            <p:cNvCxnSpPr/>
            <p:nvPr/>
          </p:nvCxnSpPr>
          <p:spPr>
            <a:xfrm>
              <a:off x="52133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7" name="obj_17830"/>
            <p:cNvCxnSpPr/>
            <p:nvPr/>
          </p:nvCxnSpPr>
          <p:spPr>
            <a:xfrm>
              <a:off x="53784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8" name="obj_17831"/>
            <p:cNvCxnSpPr/>
            <p:nvPr/>
          </p:nvCxnSpPr>
          <p:spPr>
            <a:xfrm>
              <a:off x="55435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39" name="obj_17832"/>
            <p:cNvCxnSpPr/>
            <p:nvPr/>
          </p:nvCxnSpPr>
          <p:spPr>
            <a:xfrm flipV="1">
              <a:off x="5708650" y="36385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040" name="obj_17833"/>
            <p:cNvCxnSpPr/>
            <p:nvPr/>
          </p:nvCxnSpPr>
          <p:spPr>
            <a:xfrm flipV="1">
              <a:off x="5708650" y="34734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4041" name="obj_17834"/>
            <p:cNvSpPr txBox="1"/>
            <p:nvPr/>
          </p:nvSpPr>
          <p:spPr>
            <a:xfrm>
              <a:off x="3403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118</a:t>
              </a:r>
            </a:p>
          </p:txBody>
        </p:sp>
        <p:sp>
          <p:nvSpPr>
            <p:cNvPr id="4042" name="obj_17835"/>
            <p:cNvSpPr txBox="1"/>
            <p:nvPr/>
          </p:nvSpPr>
          <p:spPr>
            <a:xfrm>
              <a:off x="3403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16</a:t>
              </a:r>
            </a:p>
          </p:txBody>
        </p:sp>
        <p:sp>
          <p:nvSpPr>
            <p:cNvPr id="4043" name="obj_17836"/>
            <p:cNvSpPr txBox="1"/>
            <p:nvPr/>
          </p:nvSpPr>
          <p:spPr>
            <a:xfrm>
              <a:off x="6197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Greedy</a:t>
              </a:r>
            </a:p>
          </p:txBody>
        </p:sp>
        <p:sp>
          <p:nvSpPr>
            <p:cNvPr id="4044" name="obj_17837"/>
            <p:cNvSpPr/>
            <p:nvPr/>
          </p:nvSpPr>
          <p:spPr>
            <a:xfrm>
              <a:off x="5956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5" name="obj_17838"/>
            <p:cNvSpPr/>
            <p:nvPr/>
          </p:nvSpPr>
          <p:spPr>
            <a:xfrm>
              <a:off x="6273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6" name="obj_17839"/>
            <p:cNvSpPr/>
            <p:nvPr/>
          </p:nvSpPr>
          <p:spPr>
            <a:xfrm>
              <a:off x="6438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7" name="obj_17840"/>
            <p:cNvSpPr/>
            <p:nvPr/>
          </p:nvSpPr>
          <p:spPr>
            <a:xfrm>
              <a:off x="6604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8" name="obj_17841"/>
            <p:cNvSpPr/>
            <p:nvPr/>
          </p:nvSpPr>
          <p:spPr>
            <a:xfrm>
              <a:off x="6769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9" name="obj_17842"/>
            <p:cNvSpPr/>
            <p:nvPr/>
          </p:nvSpPr>
          <p:spPr>
            <a:xfrm>
              <a:off x="6934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0" name="obj_17843"/>
            <p:cNvSpPr/>
            <p:nvPr/>
          </p:nvSpPr>
          <p:spPr>
            <a:xfrm>
              <a:off x="7099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1" name="obj_17844"/>
            <p:cNvSpPr/>
            <p:nvPr/>
          </p:nvSpPr>
          <p:spPr>
            <a:xfrm>
              <a:off x="7264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2" name="obj_17845"/>
            <p:cNvSpPr/>
            <p:nvPr/>
          </p:nvSpPr>
          <p:spPr>
            <a:xfrm>
              <a:off x="7429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3" name="obj_17846"/>
            <p:cNvSpPr/>
            <p:nvPr/>
          </p:nvSpPr>
          <p:spPr>
            <a:xfrm>
              <a:off x="7594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4" name="obj_17847"/>
            <p:cNvSpPr/>
            <p:nvPr/>
          </p:nvSpPr>
          <p:spPr>
            <a:xfrm>
              <a:off x="7759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5" name="obj_17848"/>
            <p:cNvSpPr/>
            <p:nvPr/>
          </p:nvSpPr>
          <p:spPr>
            <a:xfrm>
              <a:off x="7924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6" name="obj_17849"/>
            <p:cNvSpPr/>
            <p:nvPr/>
          </p:nvSpPr>
          <p:spPr>
            <a:xfrm>
              <a:off x="8089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7" name="obj_17850"/>
            <p:cNvSpPr/>
            <p:nvPr/>
          </p:nvSpPr>
          <p:spPr>
            <a:xfrm>
              <a:off x="8255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8" name="obj_17851"/>
            <p:cNvSpPr/>
            <p:nvPr/>
          </p:nvSpPr>
          <p:spPr>
            <a:xfrm>
              <a:off x="8420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9" name="obj_17852"/>
            <p:cNvSpPr/>
            <p:nvPr/>
          </p:nvSpPr>
          <p:spPr>
            <a:xfrm>
              <a:off x="8585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0" name="obj_17853"/>
            <p:cNvSpPr/>
            <p:nvPr/>
          </p:nvSpPr>
          <p:spPr>
            <a:xfrm>
              <a:off x="6273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1" name="obj_17854"/>
            <p:cNvSpPr/>
            <p:nvPr/>
          </p:nvSpPr>
          <p:spPr>
            <a:xfrm>
              <a:off x="6438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2" name="obj_17855"/>
            <p:cNvSpPr/>
            <p:nvPr/>
          </p:nvSpPr>
          <p:spPr>
            <a:xfrm>
              <a:off x="6604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3" name="obj_17856"/>
            <p:cNvSpPr/>
            <p:nvPr/>
          </p:nvSpPr>
          <p:spPr>
            <a:xfrm>
              <a:off x="6769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4" name="obj_17857"/>
            <p:cNvSpPr/>
            <p:nvPr/>
          </p:nvSpPr>
          <p:spPr>
            <a:xfrm>
              <a:off x="6934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5" name="obj_17858"/>
            <p:cNvSpPr/>
            <p:nvPr/>
          </p:nvSpPr>
          <p:spPr>
            <a:xfrm>
              <a:off x="7099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6" name="obj_17859"/>
            <p:cNvSpPr/>
            <p:nvPr/>
          </p:nvSpPr>
          <p:spPr>
            <a:xfrm>
              <a:off x="7264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7" name="obj_17860"/>
            <p:cNvSpPr/>
            <p:nvPr/>
          </p:nvSpPr>
          <p:spPr>
            <a:xfrm>
              <a:off x="7429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8" name="obj_17861"/>
            <p:cNvSpPr/>
            <p:nvPr/>
          </p:nvSpPr>
          <p:spPr>
            <a:xfrm>
              <a:off x="7594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9" name="obj_17862"/>
            <p:cNvSpPr/>
            <p:nvPr/>
          </p:nvSpPr>
          <p:spPr>
            <a:xfrm>
              <a:off x="7759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0" name="obj_17863"/>
            <p:cNvSpPr/>
            <p:nvPr/>
          </p:nvSpPr>
          <p:spPr>
            <a:xfrm>
              <a:off x="7924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1" name="obj_17864"/>
            <p:cNvSpPr/>
            <p:nvPr/>
          </p:nvSpPr>
          <p:spPr>
            <a:xfrm>
              <a:off x="8089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2" name="obj_17865"/>
            <p:cNvSpPr/>
            <p:nvPr/>
          </p:nvSpPr>
          <p:spPr>
            <a:xfrm>
              <a:off x="8255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3" name="obj_17866"/>
            <p:cNvSpPr/>
            <p:nvPr/>
          </p:nvSpPr>
          <p:spPr>
            <a:xfrm>
              <a:off x="8420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4" name="obj_17867"/>
            <p:cNvSpPr/>
            <p:nvPr/>
          </p:nvSpPr>
          <p:spPr>
            <a:xfrm>
              <a:off x="8585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5" name="obj_17868"/>
            <p:cNvSpPr/>
            <p:nvPr/>
          </p:nvSpPr>
          <p:spPr>
            <a:xfrm>
              <a:off x="6273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6" name="obj_17869"/>
            <p:cNvSpPr/>
            <p:nvPr/>
          </p:nvSpPr>
          <p:spPr>
            <a:xfrm>
              <a:off x="6438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7" name="obj_17870"/>
            <p:cNvSpPr/>
            <p:nvPr/>
          </p:nvSpPr>
          <p:spPr>
            <a:xfrm>
              <a:off x="6604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8" name="obj_17871"/>
            <p:cNvSpPr/>
            <p:nvPr/>
          </p:nvSpPr>
          <p:spPr>
            <a:xfrm>
              <a:off x="6769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9" name="obj_17872"/>
            <p:cNvSpPr/>
            <p:nvPr/>
          </p:nvSpPr>
          <p:spPr>
            <a:xfrm>
              <a:off x="6934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0" name="obj_17873"/>
            <p:cNvSpPr/>
            <p:nvPr/>
          </p:nvSpPr>
          <p:spPr>
            <a:xfrm>
              <a:off x="7099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1" name="obj_17874"/>
            <p:cNvSpPr/>
            <p:nvPr/>
          </p:nvSpPr>
          <p:spPr>
            <a:xfrm>
              <a:off x="7264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2" name="obj_17875"/>
            <p:cNvSpPr/>
            <p:nvPr/>
          </p:nvSpPr>
          <p:spPr>
            <a:xfrm>
              <a:off x="7429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3" name="obj_17876"/>
            <p:cNvSpPr/>
            <p:nvPr/>
          </p:nvSpPr>
          <p:spPr>
            <a:xfrm>
              <a:off x="7594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4" name="obj_17877"/>
            <p:cNvSpPr/>
            <p:nvPr/>
          </p:nvSpPr>
          <p:spPr>
            <a:xfrm>
              <a:off x="7759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5" name="obj_17878"/>
            <p:cNvSpPr/>
            <p:nvPr/>
          </p:nvSpPr>
          <p:spPr>
            <a:xfrm>
              <a:off x="7924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6" name="obj_17879"/>
            <p:cNvSpPr/>
            <p:nvPr/>
          </p:nvSpPr>
          <p:spPr>
            <a:xfrm>
              <a:off x="8089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7" name="obj_17880"/>
            <p:cNvSpPr/>
            <p:nvPr/>
          </p:nvSpPr>
          <p:spPr>
            <a:xfrm>
              <a:off x="8255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8" name="obj_17881"/>
            <p:cNvSpPr/>
            <p:nvPr/>
          </p:nvSpPr>
          <p:spPr>
            <a:xfrm>
              <a:off x="8420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9" name="obj_17882"/>
            <p:cNvSpPr/>
            <p:nvPr/>
          </p:nvSpPr>
          <p:spPr>
            <a:xfrm>
              <a:off x="8585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0" name="obj_17883"/>
            <p:cNvSpPr/>
            <p:nvPr/>
          </p:nvSpPr>
          <p:spPr>
            <a:xfrm>
              <a:off x="6273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1" name="obj_17884"/>
            <p:cNvSpPr/>
            <p:nvPr/>
          </p:nvSpPr>
          <p:spPr>
            <a:xfrm>
              <a:off x="6438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2" name="obj_17885"/>
            <p:cNvSpPr/>
            <p:nvPr/>
          </p:nvSpPr>
          <p:spPr>
            <a:xfrm>
              <a:off x="6604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3" name="obj_17886"/>
            <p:cNvSpPr/>
            <p:nvPr/>
          </p:nvSpPr>
          <p:spPr>
            <a:xfrm>
              <a:off x="6769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4" name="obj_17887"/>
            <p:cNvSpPr/>
            <p:nvPr/>
          </p:nvSpPr>
          <p:spPr>
            <a:xfrm>
              <a:off x="6934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5" name="obj_17888"/>
            <p:cNvSpPr/>
            <p:nvPr/>
          </p:nvSpPr>
          <p:spPr>
            <a:xfrm>
              <a:off x="7099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6" name="obj_17889"/>
            <p:cNvSpPr/>
            <p:nvPr/>
          </p:nvSpPr>
          <p:spPr>
            <a:xfrm>
              <a:off x="7264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7" name="obj_17890"/>
            <p:cNvSpPr/>
            <p:nvPr/>
          </p:nvSpPr>
          <p:spPr>
            <a:xfrm>
              <a:off x="7429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8" name="obj_17891"/>
            <p:cNvSpPr/>
            <p:nvPr/>
          </p:nvSpPr>
          <p:spPr>
            <a:xfrm>
              <a:off x="7594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9" name="obj_17892"/>
            <p:cNvSpPr/>
            <p:nvPr/>
          </p:nvSpPr>
          <p:spPr>
            <a:xfrm>
              <a:off x="7759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0" name="obj_17893"/>
            <p:cNvSpPr/>
            <p:nvPr/>
          </p:nvSpPr>
          <p:spPr>
            <a:xfrm>
              <a:off x="7924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1" name="obj_17894"/>
            <p:cNvSpPr/>
            <p:nvPr/>
          </p:nvSpPr>
          <p:spPr>
            <a:xfrm>
              <a:off x="8089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2" name="obj_17895"/>
            <p:cNvSpPr/>
            <p:nvPr/>
          </p:nvSpPr>
          <p:spPr>
            <a:xfrm>
              <a:off x="8255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3" name="obj_17896"/>
            <p:cNvSpPr/>
            <p:nvPr/>
          </p:nvSpPr>
          <p:spPr>
            <a:xfrm>
              <a:off x="8420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4" name="obj_17897"/>
            <p:cNvSpPr/>
            <p:nvPr/>
          </p:nvSpPr>
          <p:spPr>
            <a:xfrm>
              <a:off x="8585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5" name="obj_17898"/>
            <p:cNvSpPr/>
            <p:nvPr/>
          </p:nvSpPr>
          <p:spPr>
            <a:xfrm>
              <a:off x="6273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6" name="obj_17899"/>
            <p:cNvSpPr/>
            <p:nvPr/>
          </p:nvSpPr>
          <p:spPr>
            <a:xfrm>
              <a:off x="6438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7" name="obj_17900"/>
            <p:cNvSpPr/>
            <p:nvPr/>
          </p:nvSpPr>
          <p:spPr>
            <a:xfrm>
              <a:off x="6464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8" name="obj_17901"/>
            <p:cNvSpPr/>
            <p:nvPr/>
          </p:nvSpPr>
          <p:spPr>
            <a:xfrm>
              <a:off x="6604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9" name="obj_17902"/>
            <p:cNvSpPr/>
            <p:nvPr/>
          </p:nvSpPr>
          <p:spPr>
            <a:xfrm>
              <a:off x="6629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0" name="obj_17903"/>
            <p:cNvSpPr/>
            <p:nvPr/>
          </p:nvSpPr>
          <p:spPr>
            <a:xfrm>
              <a:off x="6769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1" name="obj_17904"/>
            <p:cNvSpPr/>
            <p:nvPr/>
          </p:nvSpPr>
          <p:spPr>
            <a:xfrm>
              <a:off x="67945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2" name="obj_17905"/>
            <p:cNvSpPr/>
            <p:nvPr/>
          </p:nvSpPr>
          <p:spPr>
            <a:xfrm>
              <a:off x="6934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3" name="obj_17906"/>
            <p:cNvSpPr/>
            <p:nvPr/>
          </p:nvSpPr>
          <p:spPr>
            <a:xfrm>
              <a:off x="69596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4" name="obj_17907"/>
            <p:cNvSpPr/>
            <p:nvPr/>
          </p:nvSpPr>
          <p:spPr>
            <a:xfrm>
              <a:off x="7099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5" name="obj_17908"/>
            <p:cNvSpPr/>
            <p:nvPr/>
          </p:nvSpPr>
          <p:spPr>
            <a:xfrm>
              <a:off x="71247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6" name="obj_17909"/>
            <p:cNvSpPr/>
            <p:nvPr/>
          </p:nvSpPr>
          <p:spPr>
            <a:xfrm>
              <a:off x="7264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7" name="obj_17910"/>
            <p:cNvSpPr/>
            <p:nvPr/>
          </p:nvSpPr>
          <p:spPr>
            <a:xfrm>
              <a:off x="7289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8" name="obj_17911"/>
            <p:cNvSpPr/>
            <p:nvPr/>
          </p:nvSpPr>
          <p:spPr>
            <a:xfrm>
              <a:off x="7429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9" name="obj_17912"/>
            <p:cNvSpPr/>
            <p:nvPr/>
          </p:nvSpPr>
          <p:spPr>
            <a:xfrm>
              <a:off x="74549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0" name="obj_17913"/>
            <p:cNvSpPr/>
            <p:nvPr/>
          </p:nvSpPr>
          <p:spPr>
            <a:xfrm>
              <a:off x="7594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1" name="obj_17914"/>
            <p:cNvSpPr/>
            <p:nvPr/>
          </p:nvSpPr>
          <p:spPr>
            <a:xfrm>
              <a:off x="76200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2" name="obj_17915"/>
            <p:cNvSpPr/>
            <p:nvPr/>
          </p:nvSpPr>
          <p:spPr>
            <a:xfrm>
              <a:off x="7759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3" name="obj_17916"/>
            <p:cNvSpPr/>
            <p:nvPr/>
          </p:nvSpPr>
          <p:spPr>
            <a:xfrm>
              <a:off x="77851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4" name="obj_17917"/>
            <p:cNvSpPr/>
            <p:nvPr/>
          </p:nvSpPr>
          <p:spPr>
            <a:xfrm>
              <a:off x="7924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5" name="obj_17918"/>
            <p:cNvSpPr/>
            <p:nvPr/>
          </p:nvSpPr>
          <p:spPr>
            <a:xfrm>
              <a:off x="79502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6" name="obj_17919"/>
            <p:cNvSpPr/>
            <p:nvPr/>
          </p:nvSpPr>
          <p:spPr>
            <a:xfrm>
              <a:off x="8089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7" name="obj_17920"/>
            <p:cNvSpPr/>
            <p:nvPr/>
          </p:nvSpPr>
          <p:spPr>
            <a:xfrm>
              <a:off x="81153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8" name="obj_17921"/>
            <p:cNvSpPr/>
            <p:nvPr/>
          </p:nvSpPr>
          <p:spPr>
            <a:xfrm>
              <a:off x="8255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9" name="obj_17922"/>
            <p:cNvSpPr/>
            <p:nvPr/>
          </p:nvSpPr>
          <p:spPr>
            <a:xfrm>
              <a:off x="8280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0" name="obj_17923"/>
            <p:cNvSpPr/>
            <p:nvPr/>
          </p:nvSpPr>
          <p:spPr>
            <a:xfrm>
              <a:off x="8420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1" name="obj_17924"/>
            <p:cNvSpPr/>
            <p:nvPr/>
          </p:nvSpPr>
          <p:spPr>
            <a:xfrm>
              <a:off x="8585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2" name="obj_17925"/>
            <p:cNvSpPr/>
            <p:nvPr/>
          </p:nvSpPr>
          <p:spPr>
            <a:xfrm>
              <a:off x="6273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3" name="obj_17926"/>
            <p:cNvSpPr/>
            <p:nvPr/>
          </p:nvSpPr>
          <p:spPr>
            <a:xfrm>
              <a:off x="62992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4" name="obj_17927"/>
            <p:cNvSpPr/>
            <p:nvPr/>
          </p:nvSpPr>
          <p:spPr>
            <a:xfrm>
              <a:off x="6438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5" name="obj_17928"/>
            <p:cNvSpPr/>
            <p:nvPr/>
          </p:nvSpPr>
          <p:spPr>
            <a:xfrm>
              <a:off x="6478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6" name="obj_17929"/>
            <p:cNvSpPr/>
            <p:nvPr/>
          </p:nvSpPr>
          <p:spPr>
            <a:xfrm>
              <a:off x="6458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7" name="obj_17930"/>
            <p:cNvSpPr txBox="1"/>
            <p:nvPr/>
          </p:nvSpPr>
          <p:spPr>
            <a:xfrm>
              <a:off x="6458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4138" name="obj_17931"/>
            <p:cNvSpPr/>
            <p:nvPr/>
          </p:nvSpPr>
          <p:spPr>
            <a:xfrm>
              <a:off x="6604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9" name="obj_17932"/>
            <p:cNvSpPr/>
            <p:nvPr/>
          </p:nvSpPr>
          <p:spPr>
            <a:xfrm>
              <a:off x="6643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0" name="obj_17933"/>
            <p:cNvSpPr/>
            <p:nvPr/>
          </p:nvSpPr>
          <p:spPr>
            <a:xfrm>
              <a:off x="6769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1" name="obj_17934"/>
            <p:cNvSpPr/>
            <p:nvPr/>
          </p:nvSpPr>
          <p:spPr>
            <a:xfrm>
              <a:off x="6808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2" name="obj_17935"/>
            <p:cNvSpPr/>
            <p:nvPr/>
          </p:nvSpPr>
          <p:spPr>
            <a:xfrm>
              <a:off x="6934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3" name="obj_17936"/>
            <p:cNvSpPr/>
            <p:nvPr/>
          </p:nvSpPr>
          <p:spPr>
            <a:xfrm>
              <a:off x="6973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4" name="obj_17937"/>
            <p:cNvSpPr/>
            <p:nvPr/>
          </p:nvSpPr>
          <p:spPr>
            <a:xfrm>
              <a:off x="7099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5" name="obj_17938"/>
            <p:cNvSpPr/>
            <p:nvPr/>
          </p:nvSpPr>
          <p:spPr>
            <a:xfrm>
              <a:off x="7138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6" name="obj_17939"/>
            <p:cNvSpPr/>
            <p:nvPr/>
          </p:nvSpPr>
          <p:spPr>
            <a:xfrm>
              <a:off x="7264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7" name="obj_17940"/>
            <p:cNvSpPr/>
            <p:nvPr/>
          </p:nvSpPr>
          <p:spPr>
            <a:xfrm>
              <a:off x="73040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8" name="obj_17941"/>
            <p:cNvSpPr/>
            <p:nvPr/>
          </p:nvSpPr>
          <p:spPr>
            <a:xfrm>
              <a:off x="7429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9" name="obj_17942"/>
            <p:cNvSpPr/>
            <p:nvPr/>
          </p:nvSpPr>
          <p:spPr>
            <a:xfrm>
              <a:off x="74691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0" name="obj_17943"/>
            <p:cNvSpPr/>
            <p:nvPr/>
          </p:nvSpPr>
          <p:spPr>
            <a:xfrm>
              <a:off x="7594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1" name="obj_17944"/>
            <p:cNvSpPr/>
            <p:nvPr/>
          </p:nvSpPr>
          <p:spPr>
            <a:xfrm>
              <a:off x="76342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2" name="obj_17945"/>
            <p:cNvSpPr/>
            <p:nvPr/>
          </p:nvSpPr>
          <p:spPr>
            <a:xfrm>
              <a:off x="7759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3" name="obj_17946"/>
            <p:cNvSpPr/>
            <p:nvPr/>
          </p:nvSpPr>
          <p:spPr>
            <a:xfrm>
              <a:off x="77993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4" name="obj_17947"/>
            <p:cNvSpPr/>
            <p:nvPr/>
          </p:nvSpPr>
          <p:spPr>
            <a:xfrm>
              <a:off x="7924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5" name="obj_17948"/>
            <p:cNvSpPr/>
            <p:nvPr/>
          </p:nvSpPr>
          <p:spPr>
            <a:xfrm>
              <a:off x="7964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6" name="obj_17949"/>
            <p:cNvSpPr/>
            <p:nvPr/>
          </p:nvSpPr>
          <p:spPr>
            <a:xfrm>
              <a:off x="8089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7" name="obj_17950"/>
            <p:cNvSpPr/>
            <p:nvPr/>
          </p:nvSpPr>
          <p:spPr>
            <a:xfrm>
              <a:off x="8129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8" name="obj_17951"/>
            <p:cNvSpPr/>
            <p:nvPr/>
          </p:nvSpPr>
          <p:spPr>
            <a:xfrm>
              <a:off x="8255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9" name="obj_17952"/>
            <p:cNvSpPr/>
            <p:nvPr/>
          </p:nvSpPr>
          <p:spPr>
            <a:xfrm>
              <a:off x="8294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0" name="obj_17953"/>
            <p:cNvSpPr/>
            <p:nvPr/>
          </p:nvSpPr>
          <p:spPr>
            <a:xfrm>
              <a:off x="8420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1" name="obj_17954"/>
            <p:cNvSpPr/>
            <p:nvPr/>
          </p:nvSpPr>
          <p:spPr>
            <a:xfrm>
              <a:off x="8439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2" name="obj_17955"/>
            <p:cNvSpPr txBox="1"/>
            <p:nvPr/>
          </p:nvSpPr>
          <p:spPr>
            <a:xfrm>
              <a:off x="8439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4163" name="obj_17956"/>
            <p:cNvSpPr/>
            <p:nvPr/>
          </p:nvSpPr>
          <p:spPr>
            <a:xfrm>
              <a:off x="8585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4" name="obj_17957"/>
            <p:cNvSpPr/>
            <p:nvPr/>
          </p:nvSpPr>
          <p:spPr>
            <a:xfrm>
              <a:off x="6273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5" name="obj_17958"/>
            <p:cNvSpPr/>
            <p:nvPr/>
          </p:nvSpPr>
          <p:spPr>
            <a:xfrm>
              <a:off x="6438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6" name="obj_17959"/>
            <p:cNvSpPr/>
            <p:nvPr/>
          </p:nvSpPr>
          <p:spPr>
            <a:xfrm>
              <a:off x="6464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7" name="obj_17960"/>
            <p:cNvSpPr/>
            <p:nvPr/>
          </p:nvSpPr>
          <p:spPr>
            <a:xfrm>
              <a:off x="6604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8" name="obj_17961"/>
            <p:cNvSpPr/>
            <p:nvPr/>
          </p:nvSpPr>
          <p:spPr>
            <a:xfrm>
              <a:off x="6629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9" name="obj_17962"/>
            <p:cNvSpPr/>
            <p:nvPr/>
          </p:nvSpPr>
          <p:spPr>
            <a:xfrm>
              <a:off x="6769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0" name="obj_17963"/>
            <p:cNvSpPr/>
            <p:nvPr/>
          </p:nvSpPr>
          <p:spPr>
            <a:xfrm>
              <a:off x="67945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1" name="obj_17964"/>
            <p:cNvSpPr/>
            <p:nvPr/>
          </p:nvSpPr>
          <p:spPr>
            <a:xfrm>
              <a:off x="6934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2" name="obj_17965"/>
            <p:cNvSpPr/>
            <p:nvPr/>
          </p:nvSpPr>
          <p:spPr>
            <a:xfrm>
              <a:off x="6959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3" name="obj_17966"/>
            <p:cNvSpPr/>
            <p:nvPr/>
          </p:nvSpPr>
          <p:spPr>
            <a:xfrm>
              <a:off x="7099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4" name="obj_17967"/>
            <p:cNvSpPr/>
            <p:nvPr/>
          </p:nvSpPr>
          <p:spPr>
            <a:xfrm>
              <a:off x="71247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5" name="obj_17968"/>
            <p:cNvSpPr/>
            <p:nvPr/>
          </p:nvSpPr>
          <p:spPr>
            <a:xfrm>
              <a:off x="7264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6" name="obj_17969"/>
            <p:cNvSpPr/>
            <p:nvPr/>
          </p:nvSpPr>
          <p:spPr>
            <a:xfrm>
              <a:off x="7289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7" name="obj_17970"/>
            <p:cNvSpPr/>
            <p:nvPr/>
          </p:nvSpPr>
          <p:spPr>
            <a:xfrm>
              <a:off x="7429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8" name="obj_17971"/>
            <p:cNvSpPr/>
            <p:nvPr/>
          </p:nvSpPr>
          <p:spPr>
            <a:xfrm>
              <a:off x="7454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9" name="obj_17972"/>
            <p:cNvSpPr/>
            <p:nvPr/>
          </p:nvSpPr>
          <p:spPr>
            <a:xfrm>
              <a:off x="7594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0" name="obj_17973"/>
            <p:cNvSpPr/>
            <p:nvPr/>
          </p:nvSpPr>
          <p:spPr>
            <a:xfrm>
              <a:off x="7620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1" name="obj_17974"/>
            <p:cNvSpPr/>
            <p:nvPr/>
          </p:nvSpPr>
          <p:spPr>
            <a:xfrm>
              <a:off x="7759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2" name="obj_17975"/>
            <p:cNvSpPr/>
            <p:nvPr/>
          </p:nvSpPr>
          <p:spPr>
            <a:xfrm>
              <a:off x="7785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3" name="obj_17976"/>
            <p:cNvSpPr/>
            <p:nvPr/>
          </p:nvSpPr>
          <p:spPr>
            <a:xfrm>
              <a:off x="7924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4" name="obj_17977"/>
            <p:cNvSpPr/>
            <p:nvPr/>
          </p:nvSpPr>
          <p:spPr>
            <a:xfrm>
              <a:off x="7950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5" name="obj_17978"/>
            <p:cNvSpPr/>
            <p:nvPr/>
          </p:nvSpPr>
          <p:spPr>
            <a:xfrm>
              <a:off x="8089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6" name="obj_17979"/>
            <p:cNvSpPr/>
            <p:nvPr/>
          </p:nvSpPr>
          <p:spPr>
            <a:xfrm>
              <a:off x="8115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7" name="obj_17980"/>
            <p:cNvSpPr/>
            <p:nvPr/>
          </p:nvSpPr>
          <p:spPr>
            <a:xfrm>
              <a:off x="8255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8" name="obj_17981"/>
            <p:cNvSpPr/>
            <p:nvPr/>
          </p:nvSpPr>
          <p:spPr>
            <a:xfrm>
              <a:off x="82804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9" name="obj_17982"/>
            <p:cNvSpPr/>
            <p:nvPr/>
          </p:nvSpPr>
          <p:spPr>
            <a:xfrm>
              <a:off x="8420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0" name="obj_17983"/>
            <p:cNvSpPr/>
            <p:nvPr/>
          </p:nvSpPr>
          <p:spPr>
            <a:xfrm>
              <a:off x="8585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1" name="obj_17984"/>
            <p:cNvSpPr/>
            <p:nvPr/>
          </p:nvSpPr>
          <p:spPr>
            <a:xfrm>
              <a:off x="6273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2" name="obj_17985"/>
            <p:cNvSpPr/>
            <p:nvPr/>
          </p:nvSpPr>
          <p:spPr>
            <a:xfrm>
              <a:off x="6438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3" name="obj_17986"/>
            <p:cNvSpPr/>
            <p:nvPr/>
          </p:nvSpPr>
          <p:spPr>
            <a:xfrm>
              <a:off x="6604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4" name="obj_17987"/>
            <p:cNvSpPr/>
            <p:nvPr/>
          </p:nvSpPr>
          <p:spPr>
            <a:xfrm>
              <a:off x="6769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5" name="obj_17988"/>
            <p:cNvSpPr/>
            <p:nvPr/>
          </p:nvSpPr>
          <p:spPr>
            <a:xfrm>
              <a:off x="6934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6" name="obj_17989"/>
            <p:cNvSpPr/>
            <p:nvPr/>
          </p:nvSpPr>
          <p:spPr>
            <a:xfrm>
              <a:off x="7099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7" name="obj_17990"/>
            <p:cNvSpPr/>
            <p:nvPr/>
          </p:nvSpPr>
          <p:spPr>
            <a:xfrm>
              <a:off x="7264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8" name="obj_17991"/>
            <p:cNvSpPr/>
            <p:nvPr/>
          </p:nvSpPr>
          <p:spPr>
            <a:xfrm>
              <a:off x="7429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9" name="obj_17992"/>
            <p:cNvSpPr/>
            <p:nvPr/>
          </p:nvSpPr>
          <p:spPr>
            <a:xfrm>
              <a:off x="7594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0" name="obj_17993"/>
            <p:cNvSpPr/>
            <p:nvPr/>
          </p:nvSpPr>
          <p:spPr>
            <a:xfrm>
              <a:off x="7759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1" name="obj_17994"/>
            <p:cNvSpPr/>
            <p:nvPr/>
          </p:nvSpPr>
          <p:spPr>
            <a:xfrm>
              <a:off x="7924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2" name="obj_17995"/>
            <p:cNvSpPr/>
            <p:nvPr/>
          </p:nvSpPr>
          <p:spPr>
            <a:xfrm>
              <a:off x="8089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3" name="obj_17996"/>
            <p:cNvSpPr/>
            <p:nvPr/>
          </p:nvSpPr>
          <p:spPr>
            <a:xfrm>
              <a:off x="8255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4" name="obj_17997"/>
            <p:cNvSpPr/>
            <p:nvPr/>
          </p:nvSpPr>
          <p:spPr>
            <a:xfrm>
              <a:off x="8420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5" name="obj_17998"/>
            <p:cNvSpPr/>
            <p:nvPr/>
          </p:nvSpPr>
          <p:spPr>
            <a:xfrm>
              <a:off x="8585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6" name="obj_17999"/>
            <p:cNvSpPr/>
            <p:nvPr/>
          </p:nvSpPr>
          <p:spPr>
            <a:xfrm>
              <a:off x="6273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7" name="obj_18000"/>
            <p:cNvSpPr/>
            <p:nvPr/>
          </p:nvSpPr>
          <p:spPr>
            <a:xfrm>
              <a:off x="6438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8" name="obj_18001"/>
            <p:cNvSpPr/>
            <p:nvPr/>
          </p:nvSpPr>
          <p:spPr>
            <a:xfrm>
              <a:off x="6604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9" name="obj_18002"/>
            <p:cNvSpPr/>
            <p:nvPr/>
          </p:nvSpPr>
          <p:spPr>
            <a:xfrm>
              <a:off x="6769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0" name="obj_18003"/>
            <p:cNvSpPr/>
            <p:nvPr/>
          </p:nvSpPr>
          <p:spPr>
            <a:xfrm>
              <a:off x="6934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1" name="obj_18004"/>
            <p:cNvSpPr/>
            <p:nvPr/>
          </p:nvSpPr>
          <p:spPr>
            <a:xfrm>
              <a:off x="7099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2" name="obj_18005"/>
            <p:cNvSpPr/>
            <p:nvPr/>
          </p:nvSpPr>
          <p:spPr>
            <a:xfrm>
              <a:off x="7264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3" name="obj_18006"/>
            <p:cNvSpPr/>
            <p:nvPr/>
          </p:nvSpPr>
          <p:spPr>
            <a:xfrm>
              <a:off x="7429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4" name="obj_18007"/>
            <p:cNvSpPr/>
            <p:nvPr/>
          </p:nvSpPr>
          <p:spPr>
            <a:xfrm>
              <a:off x="7594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5" name="obj_18008"/>
            <p:cNvSpPr/>
            <p:nvPr/>
          </p:nvSpPr>
          <p:spPr>
            <a:xfrm>
              <a:off x="7759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6" name="obj_18009"/>
            <p:cNvSpPr/>
            <p:nvPr/>
          </p:nvSpPr>
          <p:spPr>
            <a:xfrm>
              <a:off x="7924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7" name="obj_18010"/>
            <p:cNvSpPr/>
            <p:nvPr/>
          </p:nvSpPr>
          <p:spPr>
            <a:xfrm>
              <a:off x="8089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8" name="obj_18011"/>
            <p:cNvSpPr/>
            <p:nvPr/>
          </p:nvSpPr>
          <p:spPr>
            <a:xfrm>
              <a:off x="8255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9" name="obj_18012"/>
            <p:cNvSpPr/>
            <p:nvPr/>
          </p:nvSpPr>
          <p:spPr>
            <a:xfrm>
              <a:off x="8420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0" name="obj_18013"/>
            <p:cNvSpPr/>
            <p:nvPr/>
          </p:nvSpPr>
          <p:spPr>
            <a:xfrm>
              <a:off x="8585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1" name="obj_18014"/>
            <p:cNvSpPr/>
            <p:nvPr/>
          </p:nvSpPr>
          <p:spPr>
            <a:xfrm>
              <a:off x="6273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2" name="obj_18015"/>
            <p:cNvSpPr/>
            <p:nvPr/>
          </p:nvSpPr>
          <p:spPr>
            <a:xfrm>
              <a:off x="6438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3" name="obj_18016"/>
            <p:cNvSpPr/>
            <p:nvPr/>
          </p:nvSpPr>
          <p:spPr>
            <a:xfrm>
              <a:off x="6604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4" name="obj_18017"/>
            <p:cNvSpPr/>
            <p:nvPr/>
          </p:nvSpPr>
          <p:spPr>
            <a:xfrm>
              <a:off x="6769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5" name="obj_18018"/>
            <p:cNvSpPr/>
            <p:nvPr/>
          </p:nvSpPr>
          <p:spPr>
            <a:xfrm>
              <a:off x="6934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6" name="obj_18019"/>
            <p:cNvSpPr/>
            <p:nvPr/>
          </p:nvSpPr>
          <p:spPr>
            <a:xfrm>
              <a:off x="7099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7" name="obj_18020"/>
            <p:cNvSpPr/>
            <p:nvPr/>
          </p:nvSpPr>
          <p:spPr>
            <a:xfrm>
              <a:off x="7264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8" name="obj_18021"/>
            <p:cNvSpPr/>
            <p:nvPr/>
          </p:nvSpPr>
          <p:spPr>
            <a:xfrm>
              <a:off x="7429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9" name="obj_18022"/>
            <p:cNvSpPr/>
            <p:nvPr/>
          </p:nvSpPr>
          <p:spPr>
            <a:xfrm>
              <a:off x="7594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0" name="obj_18023"/>
            <p:cNvSpPr/>
            <p:nvPr/>
          </p:nvSpPr>
          <p:spPr>
            <a:xfrm>
              <a:off x="7759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1" name="obj_18024"/>
            <p:cNvSpPr/>
            <p:nvPr/>
          </p:nvSpPr>
          <p:spPr>
            <a:xfrm>
              <a:off x="7924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2" name="obj_18025"/>
            <p:cNvSpPr/>
            <p:nvPr/>
          </p:nvSpPr>
          <p:spPr>
            <a:xfrm>
              <a:off x="8089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3" name="obj_18026"/>
            <p:cNvSpPr/>
            <p:nvPr/>
          </p:nvSpPr>
          <p:spPr>
            <a:xfrm>
              <a:off x="8255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4" name="obj_18027"/>
            <p:cNvSpPr/>
            <p:nvPr/>
          </p:nvSpPr>
          <p:spPr>
            <a:xfrm>
              <a:off x="8420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5" name="obj_18028"/>
            <p:cNvSpPr/>
            <p:nvPr/>
          </p:nvSpPr>
          <p:spPr>
            <a:xfrm>
              <a:off x="8585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6" name="obj_18029"/>
            <p:cNvSpPr/>
            <p:nvPr/>
          </p:nvSpPr>
          <p:spPr>
            <a:xfrm>
              <a:off x="6273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7" name="obj_18030"/>
            <p:cNvSpPr/>
            <p:nvPr/>
          </p:nvSpPr>
          <p:spPr>
            <a:xfrm>
              <a:off x="6438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8" name="obj_18031"/>
            <p:cNvSpPr/>
            <p:nvPr/>
          </p:nvSpPr>
          <p:spPr>
            <a:xfrm>
              <a:off x="6604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9" name="obj_18032"/>
            <p:cNvSpPr/>
            <p:nvPr/>
          </p:nvSpPr>
          <p:spPr>
            <a:xfrm>
              <a:off x="6769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0" name="obj_18033"/>
            <p:cNvSpPr/>
            <p:nvPr/>
          </p:nvSpPr>
          <p:spPr>
            <a:xfrm>
              <a:off x="6934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1" name="obj_18034"/>
            <p:cNvSpPr/>
            <p:nvPr/>
          </p:nvSpPr>
          <p:spPr>
            <a:xfrm>
              <a:off x="7099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2" name="obj_18035"/>
            <p:cNvSpPr/>
            <p:nvPr/>
          </p:nvSpPr>
          <p:spPr>
            <a:xfrm>
              <a:off x="7264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3" name="obj_18036"/>
            <p:cNvSpPr/>
            <p:nvPr/>
          </p:nvSpPr>
          <p:spPr>
            <a:xfrm>
              <a:off x="7429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4" name="obj_18037"/>
            <p:cNvSpPr/>
            <p:nvPr/>
          </p:nvSpPr>
          <p:spPr>
            <a:xfrm>
              <a:off x="7594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5" name="obj_18038"/>
            <p:cNvSpPr/>
            <p:nvPr/>
          </p:nvSpPr>
          <p:spPr>
            <a:xfrm>
              <a:off x="7759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6" name="obj_18039"/>
            <p:cNvSpPr/>
            <p:nvPr/>
          </p:nvSpPr>
          <p:spPr>
            <a:xfrm>
              <a:off x="7924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7" name="obj_18040"/>
            <p:cNvSpPr/>
            <p:nvPr/>
          </p:nvSpPr>
          <p:spPr>
            <a:xfrm>
              <a:off x="8089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8" name="obj_18041"/>
            <p:cNvSpPr/>
            <p:nvPr/>
          </p:nvSpPr>
          <p:spPr>
            <a:xfrm>
              <a:off x="8255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9" name="obj_18042"/>
            <p:cNvSpPr/>
            <p:nvPr/>
          </p:nvSpPr>
          <p:spPr>
            <a:xfrm>
              <a:off x="8420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0" name="obj_18043"/>
            <p:cNvSpPr/>
            <p:nvPr/>
          </p:nvSpPr>
          <p:spPr>
            <a:xfrm>
              <a:off x="8585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51" name="obj_18044"/>
            <p:cNvCxnSpPr/>
            <p:nvPr/>
          </p:nvCxnSpPr>
          <p:spPr>
            <a:xfrm>
              <a:off x="6521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2" name="obj_18045"/>
            <p:cNvCxnSpPr/>
            <p:nvPr/>
          </p:nvCxnSpPr>
          <p:spPr>
            <a:xfrm>
              <a:off x="6686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3" name="obj_18046"/>
            <p:cNvCxnSpPr/>
            <p:nvPr/>
          </p:nvCxnSpPr>
          <p:spPr>
            <a:xfrm>
              <a:off x="68516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4" name="obj_18047"/>
            <p:cNvCxnSpPr/>
            <p:nvPr/>
          </p:nvCxnSpPr>
          <p:spPr>
            <a:xfrm>
              <a:off x="70167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5" name="obj_18048"/>
            <p:cNvCxnSpPr/>
            <p:nvPr/>
          </p:nvCxnSpPr>
          <p:spPr>
            <a:xfrm>
              <a:off x="71818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6" name="obj_18049"/>
            <p:cNvCxnSpPr/>
            <p:nvPr/>
          </p:nvCxnSpPr>
          <p:spPr>
            <a:xfrm>
              <a:off x="73469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7" name="obj_18050"/>
            <p:cNvCxnSpPr/>
            <p:nvPr/>
          </p:nvCxnSpPr>
          <p:spPr>
            <a:xfrm>
              <a:off x="75120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8" name="obj_18051"/>
            <p:cNvCxnSpPr/>
            <p:nvPr/>
          </p:nvCxnSpPr>
          <p:spPr>
            <a:xfrm>
              <a:off x="76771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59" name="obj_18052"/>
            <p:cNvCxnSpPr/>
            <p:nvPr/>
          </p:nvCxnSpPr>
          <p:spPr>
            <a:xfrm>
              <a:off x="78422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60" name="obj_18053"/>
            <p:cNvCxnSpPr/>
            <p:nvPr/>
          </p:nvCxnSpPr>
          <p:spPr>
            <a:xfrm>
              <a:off x="80073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61" name="obj_18054"/>
            <p:cNvCxnSpPr/>
            <p:nvPr/>
          </p:nvCxnSpPr>
          <p:spPr>
            <a:xfrm>
              <a:off x="8172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262" name="obj_18055"/>
            <p:cNvCxnSpPr/>
            <p:nvPr/>
          </p:nvCxnSpPr>
          <p:spPr>
            <a:xfrm>
              <a:off x="8337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4263" name="obj_18056"/>
            <p:cNvSpPr txBox="1"/>
            <p:nvPr/>
          </p:nvSpPr>
          <p:spPr>
            <a:xfrm>
              <a:off x="6197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12</a:t>
              </a:r>
            </a:p>
          </p:txBody>
        </p:sp>
        <p:sp>
          <p:nvSpPr>
            <p:cNvPr id="4264" name="obj_18057"/>
            <p:cNvSpPr txBox="1"/>
            <p:nvPr/>
          </p:nvSpPr>
          <p:spPr>
            <a:xfrm>
              <a:off x="6197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28</a:t>
              </a:r>
            </a:p>
          </p:txBody>
        </p:sp>
        <p:sp>
          <p:nvSpPr>
            <p:cNvPr id="4265" name="obj_18058"/>
            <p:cNvSpPr txBox="1"/>
            <p:nvPr/>
          </p:nvSpPr>
          <p:spPr>
            <a:xfrm>
              <a:off x="8991600" y="1879600"/>
              <a:ext cx="2603500" cy="444500"/>
            </a:xfrm>
            <a:prstGeom prst="rect">
              <a:avLst/>
            </a:prstGeom>
            <a:noFill/>
            <a:effectLst/>
          </p:spPr>
          <p:txBody>
            <a:bodyPr wrap="square" lIns="0" tIns="0" rIns="0" bIns="0">
              <a:spAutoFit/>
            </a:bodyPr>
            <a:lstStyle/>
            <a:p>
              <a:pPr algn="ctr">
                <a:lnSpc>
                  <a:spcPct val="112000"/>
                </a:lnSpc>
                <a:spcBef>
                  <a:spcPts val="0"/>
                </a:spcBef>
                <a:spcAft>
                  <a:spcPts val="0"/>
                </a:spcAft>
              </a:pPr>
              <a:r>
                <a:rPr sz="2200" b="1">
                  <a:solidFill>
                    <a:srgbClr val="352379"/>
                  </a:solidFill>
                  <a:latin typeface="Montserrat"/>
                </a:rPr>
                <a:t>A*</a:t>
              </a:r>
            </a:p>
          </p:txBody>
        </p:sp>
        <p:sp>
          <p:nvSpPr>
            <p:cNvPr id="4266" name="obj_18059"/>
            <p:cNvSpPr/>
            <p:nvPr/>
          </p:nvSpPr>
          <p:spPr>
            <a:xfrm>
              <a:off x="8750300" y="2286000"/>
              <a:ext cx="2882900" cy="2197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7" name="obj_18060"/>
            <p:cNvSpPr/>
            <p:nvPr/>
          </p:nvSpPr>
          <p:spPr>
            <a:xfrm>
              <a:off x="9067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8" name="obj_18061"/>
            <p:cNvSpPr/>
            <p:nvPr/>
          </p:nvSpPr>
          <p:spPr>
            <a:xfrm>
              <a:off x="9232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9" name="obj_18062"/>
            <p:cNvSpPr/>
            <p:nvPr/>
          </p:nvSpPr>
          <p:spPr>
            <a:xfrm>
              <a:off x="9398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0" name="obj_18063"/>
            <p:cNvSpPr/>
            <p:nvPr/>
          </p:nvSpPr>
          <p:spPr>
            <a:xfrm>
              <a:off x="9563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1" name="obj_18064"/>
            <p:cNvSpPr/>
            <p:nvPr/>
          </p:nvSpPr>
          <p:spPr>
            <a:xfrm>
              <a:off x="9728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2" name="obj_18065"/>
            <p:cNvSpPr/>
            <p:nvPr/>
          </p:nvSpPr>
          <p:spPr>
            <a:xfrm>
              <a:off x="98933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3" name="obj_18066"/>
            <p:cNvSpPr/>
            <p:nvPr/>
          </p:nvSpPr>
          <p:spPr>
            <a:xfrm>
              <a:off x="100584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4" name="obj_18067"/>
            <p:cNvSpPr/>
            <p:nvPr/>
          </p:nvSpPr>
          <p:spPr>
            <a:xfrm>
              <a:off x="10223500" y="2565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5" name="obj_18068"/>
            <p:cNvSpPr/>
            <p:nvPr/>
          </p:nvSpPr>
          <p:spPr>
            <a:xfrm>
              <a:off x="103886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6" name="obj_18069"/>
            <p:cNvSpPr/>
            <p:nvPr/>
          </p:nvSpPr>
          <p:spPr>
            <a:xfrm>
              <a:off x="105537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7" name="obj_18070"/>
            <p:cNvSpPr/>
            <p:nvPr/>
          </p:nvSpPr>
          <p:spPr>
            <a:xfrm>
              <a:off x="107188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8" name="obj_18071"/>
            <p:cNvSpPr/>
            <p:nvPr/>
          </p:nvSpPr>
          <p:spPr>
            <a:xfrm>
              <a:off x="108839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9" name="obj_18072"/>
            <p:cNvSpPr/>
            <p:nvPr/>
          </p:nvSpPr>
          <p:spPr>
            <a:xfrm>
              <a:off x="110490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0" name="obj_18073"/>
            <p:cNvSpPr/>
            <p:nvPr/>
          </p:nvSpPr>
          <p:spPr>
            <a:xfrm>
              <a:off x="112141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1" name="obj_18074"/>
            <p:cNvSpPr/>
            <p:nvPr/>
          </p:nvSpPr>
          <p:spPr>
            <a:xfrm>
              <a:off x="11379200" y="2565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2" name="obj_18075"/>
            <p:cNvSpPr/>
            <p:nvPr/>
          </p:nvSpPr>
          <p:spPr>
            <a:xfrm>
              <a:off x="9067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3" name="obj_18076"/>
            <p:cNvSpPr/>
            <p:nvPr/>
          </p:nvSpPr>
          <p:spPr>
            <a:xfrm>
              <a:off x="9232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4" name="obj_18077"/>
            <p:cNvSpPr/>
            <p:nvPr/>
          </p:nvSpPr>
          <p:spPr>
            <a:xfrm>
              <a:off x="9398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5" name="obj_18078"/>
            <p:cNvSpPr/>
            <p:nvPr/>
          </p:nvSpPr>
          <p:spPr>
            <a:xfrm>
              <a:off x="9563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6" name="obj_18079"/>
            <p:cNvSpPr/>
            <p:nvPr/>
          </p:nvSpPr>
          <p:spPr>
            <a:xfrm>
              <a:off x="9728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7" name="obj_18080"/>
            <p:cNvSpPr/>
            <p:nvPr/>
          </p:nvSpPr>
          <p:spPr>
            <a:xfrm>
              <a:off x="98933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8" name="obj_18081"/>
            <p:cNvSpPr/>
            <p:nvPr/>
          </p:nvSpPr>
          <p:spPr>
            <a:xfrm>
              <a:off x="100584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9" name="obj_18082"/>
            <p:cNvSpPr/>
            <p:nvPr/>
          </p:nvSpPr>
          <p:spPr>
            <a:xfrm>
              <a:off x="10223500" y="27305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0" name="obj_18083"/>
            <p:cNvSpPr/>
            <p:nvPr/>
          </p:nvSpPr>
          <p:spPr>
            <a:xfrm>
              <a:off x="103886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1" name="obj_18084"/>
            <p:cNvSpPr/>
            <p:nvPr/>
          </p:nvSpPr>
          <p:spPr>
            <a:xfrm>
              <a:off x="105537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2" name="obj_18085"/>
            <p:cNvSpPr/>
            <p:nvPr/>
          </p:nvSpPr>
          <p:spPr>
            <a:xfrm>
              <a:off x="107188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3" name="obj_18086"/>
            <p:cNvSpPr/>
            <p:nvPr/>
          </p:nvSpPr>
          <p:spPr>
            <a:xfrm>
              <a:off x="108839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4" name="obj_18087"/>
            <p:cNvSpPr/>
            <p:nvPr/>
          </p:nvSpPr>
          <p:spPr>
            <a:xfrm>
              <a:off x="110490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5" name="obj_18088"/>
            <p:cNvSpPr/>
            <p:nvPr/>
          </p:nvSpPr>
          <p:spPr>
            <a:xfrm>
              <a:off x="112141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6" name="obj_18089"/>
            <p:cNvSpPr/>
            <p:nvPr/>
          </p:nvSpPr>
          <p:spPr>
            <a:xfrm>
              <a:off x="11379200" y="27305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7" name="obj_18090"/>
            <p:cNvSpPr/>
            <p:nvPr/>
          </p:nvSpPr>
          <p:spPr>
            <a:xfrm>
              <a:off x="90678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8" name="obj_18091"/>
            <p:cNvSpPr/>
            <p:nvPr/>
          </p:nvSpPr>
          <p:spPr>
            <a:xfrm>
              <a:off x="92329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9" name="obj_18092"/>
            <p:cNvSpPr/>
            <p:nvPr/>
          </p:nvSpPr>
          <p:spPr>
            <a:xfrm>
              <a:off x="92583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0" name="obj_18093"/>
            <p:cNvSpPr/>
            <p:nvPr/>
          </p:nvSpPr>
          <p:spPr>
            <a:xfrm>
              <a:off x="93980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1" name="obj_18094"/>
            <p:cNvSpPr/>
            <p:nvPr/>
          </p:nvSpPr>
          <p:spPr>
            <a:xfrm>
              <a:off x="95631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2" name="obj_18095"/>
            <p:cNvSpPr/>
            <p:nvPr/>
          </p:nvSpPr>
          <p:spPr>
            <a:xfrm>
              <a:off x="9728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3" name="obj_18096"/>
            <p:cNvSpPr/>
            <p:nvPr/>
          </p:nvSpPr>
          <p:spPr>
            <a:xfrm>
              <a:off x="97536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4" name="obj_18097"/>
            <p:cNvSpPr/>
            <p:nvPr/>
          </p:nvSpPr>
          <p:spPr>
            <a:xfrm>
              <a:off x="98933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5" name="obj_18098"/>
            <p:cNvSpPr/>
            <p:nvPr/>
          </p:nvSpPr>
          <p:spPr>
            <a:xfrm>
              <a:off x="99187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6" name="obj_18099"/>
            <p:cNvSpPr/>
            <p:nvPr/>
          </p:nvSpPr>
          <p:spPr>
            <a:xfrm>
              <a:off x="100584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7" name="obj_18100"/>
            <p:cNvSpPr/>
            <p:nvPr/>
          </p:nvSpPr>
          <p:spPr>
            <a:xfrm>
              <a:off x="10083800" y="29210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8" name="obj_18101"/>
            <p:cNvSpPr/>
            <p:nvPr/>
          </p:nvSpPr>
          <p:spPr>
            <a:xfrm>
              <a:off x="102235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9" name="obj_18102"/>
            <p:cNvSpPr/>
            <p:nvPr/>
          </p:nvSpPr>
          <p:spPr>
            <a:xfrm>
              <a:off x="103886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0" name="obj_18103"/>
            <p:cNvSpPr/>
            <p:nvPr/>
          </p:nvSpPr>
          <p:spPr>
            <a:xfrm>
              <a:off x="105537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1" name="obj_18104"/>
            <p:cNvSpPr/>
            <p:nvPr/>
          </p:nvSpPr>
          <p:spPr>
            <a:xfrm>
              <a:off x="107188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2" name="obj_18105"/>
            <p:cNvSpPr/>
            <p:nvPr/>
          </p:nvSpPr>
          <p:spPr>
            <a:xfrm>
              <a:off x="10883900" y="28956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3" name="obj_18106"/>
            <p:cNvSpPr/>
            <p:nvPr/>
          </p:nvSpPr>
          <p:spPr>
            <a:xfrm>
              <a:off x="110490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4" name="obj_18107"/>
            <p:cNvSpPr/>
            <p:nvPr/>
          </p:nvSpPr>
          <p:spPr>
            <a:xfrm>
              <a:off x="112141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5" name="obj_18108"/>
            <p:cNvSpPr/>
            <p:nvPr/>
          </p:nvSpPr>
          <p:spPr>
            <a:xfrm>
              <a:off x="11379200" y="28956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6" name="obj_18109"/>
            <p:cNvSpPr/>
            <p:nvPr/>
          </p:nvSpPr>
          <p:spPr>
            <a:xfrm>
              <a:off x="9067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7" name="obj_18110"/>
            <p:cNvSpPr/>
            <p:nvPr/>
          </p:nvSpPr>
          <p:spPr>
            <a:xfrm>
              <a:off x="9093200" y="30861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8" name="obj_18111"/>
            <p:cNvSpPr/>
            <p:nvPr/>
          </p:nvSpPr>
          <p:spPr>
            <a:xfrm>
              <a:off x="9232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9" name="obj_18112"/>
            <p:cNvSpPr/>
            <p:nvPr/>
          </p:nvSpPr>
          <p:spPr>
            <a:xfrm>
              <a:off x="92725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0" name="obj_18113"/>
            <p:cNvSpPr/>
            <p:nvPr/>
          </p:nvSpPr>
          <p:spPr>
            <a:xfrm>
              <a:off x="9398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1" name="obj_18114"/>
            <p:cNvSpPr/>
            <p:nvPr/>
          </p:nvSpPr>
          <p:spPr>
            <a:xfrm>
              <a:off x="94376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2" name="obj_18115"/>
            <p:cNvSpPr/>
            <p:nvPr/>
          </p:nvSpPr>
          <p:spPr>
            <a:xfrm>
              <a:off x="9563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3" name="obj_18116"/>
            <p:cNvSpPr/>
            <p:nvPr/>
          </p:nvSpPr>
          <p:spPr>
            <a:xfrm>
              <a:off x="96027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4" name="obj_18117"/>
            <p:cNvSpPr/>
            <p:nvPr/>
          </p:nvSpPr>
          <p:spPr>
            <a:xfrm>
              <a:off x="9728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5" name="obj_18118"/>
            <p:cNvSpPr/>
            <p:nvPr/>
          </p:nvSpPr>
          <p:spPr>
            <a:xfrm>
              <a:off x="97678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6" name="obj_18119"/>
            <p:cNvSpPr/>
            <p:nvPr/>
          </p:nvSpPr>
          <p:spPr>
            <a:xfrm>
              <a:off x="98933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7" name="obj_18120"/>
            <p:cNvSpPr/>
            <p:nvPr/>
          </p:nvSpPr>
          <p:spPr>
            <a:xfrm>
              <a:off x="99329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8" name="obj_18121"/>
            <p:cNvSpPr/>
            <p:nvPr/>
          </p:nvSpPr>
          <p:spPr>
            <a:xfrm>
              <a:off x="100584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9" name="obj_18122"/>
            <p:cNvSpPr/>
            <p:nvPr/>
          </p:nvSpPr>
          <p:spPr>
            <a:xfrm>
              <a:off x="10098024" y="31003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0" name="obj_18123"/>
            <p:cNvSpPr/>
            <p:nvPr/>
          </p:nvSpPr>
          <p:spPr>
            <a:xfrm>
              <a:off x="10223500" y="30607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1" name="obj_18124"/>
            <p:cNvSpPr/>
            <p:nvPr/>
          </p:nvSpPr>
          <p:spPr>
            <a:xfrm>
              <a:off x="103886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2" name="obj_18125"/>
            <p:cNvSpPr/>
            <p:nvPr/>
          </p:nvSpPr>
          <p:spPr>
            <a:xfrm>
              <a:off x="105537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3" name="obj_18126"/>
            <p:cNvSpPr/>
            <p:nvPr/>
          </p:nvSpPr>
          <p:spPr>
            <a:xfrm>
              <a:off x="107188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4" name="obj_18127"/>
            <p:cNvSpPr/>
            <p:nvPr/>
          </p:nvSpPr>
          <p:spPr>
            <a:xfrm>
              <a:off x="108839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5" name="obj_18128"/>
            <p:cNvSpPr/>
            <p:nvPr/>
          </p:nvSpPr>
          <p:spPr>
            <a:xfrm>
              <a:off x="110490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6" name="obj_18129"/>
            <p:cNvSpPr/>
            <p:nvPr/>
          </p:nvSpPr>
          <p:spPr>
            <a:xfrm>
              <a:off x="112141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7" name="obj_18130"/>
            <p:cNvSpPr/>
            <p:nvPr/>
          </p:nvSpPr>
          <p:spPr>
            <a:xfrm>
              <a:off x="11379200" y="30607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8" name="obj_18131"/>
            <p:cNvSpPr/>
            <p:nvPr/>
          </p:nvSpPr>
          <p:spPr>
            <a:xfrm>
              <a:off x="90678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9" name="obj_18132"/>
            <p:cNvSpPr/>
            <p:nvPr/>
          </p:nvSpPr>
          <p:spPr>
            <a:xfrm>
              <a:off x="91074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0" name="obj_18133"/>
            <p:cNvSpPr/>
            <p:nvPr/>
          </p:nvSpPr>
          <p:spPr>
            <a:xfrm>
              <a:off x="92329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1" name="obj_18134"/>
            <p:cNvSpPr/>
            <p:nvPr/>
          </p:nvSpPr>
          <p:spPr>
            <a:xfrm>
              <a:off x="92725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2" name="obj_18135"/>
            <p:cNvSpPr/>
            <p:nvPr/>
          </p:nvSpPr>
          <p:spPr>
            <a:xfrm>
              <a:off x="9398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3" name="obj_18136"/>
            <p:cNvSpPr/>
            <p:nvPr/>
          </p:nvSpPr>
          <p:spPr>
            <a:xfrm>
              <a:off x="94376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4" name="obj_18137"/>
            <p:cNvSpPr/>
            <p:nvPr/>
          </p:nvSpPr>
          <p:spPr>
            <a:xfrm>
              <a:off x="9563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5" name="obj_18138"/>
            <p:cNvSpPr/>
            <p:nvPr/>
          </p:nvSpPr>
          <p:spPr>
            <a:xfrm>
              <a:off x="96027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6" name="obj_18139"/>
            <p:cNvSpPr/>
            <p:nvPr/>
          </p:nvSpPr>
          <p:spPr>
            <a:xfrm>
              <a:off x="97282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7" name="obj_18140"/>
            <p:cNvSpPr/>
            <p:nvPr/>
          </p:nvSpPr>
          <p:spPr>
            <a:xfrm>
              <a:off x="97678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8" name="obj_18141"/>
            <p:cNvSpPr/>
            <p:nvPr/>
          </p:nvSpPr>
          <p:spPr>
            <a:xfrm>
              <a:off x="98933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9" name="obj_18142"/>
            <p:cNvSpPr/>
            <p:nvPr/>
          </p:nvSpPr>
          <p:spPr>
            <a:xfrm>
              <a:off x="9932924" y="32654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0" name="obj_18143"/>
            <p:cNvSpPr/>
            <p:nvPr/>
          </p:nvSpPr>
          <p:spPr>
            <a:xfrm>
              <a:off x="100584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1" name="obj_18144"/>
            <p:cNvSpPr/>
            <p:nvPr/>
          </p:nvSpPr>
          <p:spPr>
            <a:xfrm>
              <a:off x="100838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2" name="obj_18145"/>
            <p:cNvSpPr/>
            <p:nvPr/>
          </p:nvSpPr>
          <p:spPr>
            <a:xfrm>
              <a:off x="102235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3" name="obj_18146"/>
            <p:cNvSpPr/>
            <p:nvPr/>
          </p:nvSpPr>
          <p:spPr>
            <a:xfrm>
              <a:off x="103886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4" name="obj_18147"/>
            <p:cNvSpPr/>
            <p:nvPr/>
          </p:nvSpPr>
          <p:spPr>
            <a:xfrm>
              <a:off x="105537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5" name="obj_18148"/>
            <p:cNvSpPr/>
            <p:nvPr/>
          </p:nvSpPr>
          <p:spPr>
            <a:xfrm>
              <a:off x="107188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6" name="obj_18149"/>
            <p:cNvSpPr/>
            <p:nvPr/>
          </p:nvSpPr>
          <p:spPr>
            <a:xfrm>
              <a:off x="10883900" y="32258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7" name="obj_18150"/>
            <p:cNvSpPr/>
            <p:nvPr/>
          </p:nvSpPr>
          <p:spPr>
            <a:xfrm>
              <a:off x="110490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8" name="obj_18151"/>
            <p:cNvSpPr/>
            <p:nvPr/>
          </p:nvSpPr>
          <p:spPr>
            <a:xfrm>
              <a:off x="11074400" y="32512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9" name="obj_18152"/>
            <p:cNvSpPr/>
            <p:nvPr/>
          </p:nvSpPr>
          <p:spPr>
            <a:xfrm>
              <a:off x="112141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0" name="obj_18153"/>
            <p:cNvSpPr/>
            <p:nvPr/>
          </p:nvSpPr>
          <p:spPr>
            <a:xfrm>
              <a:off x="11379200" y="32258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1" name="obj_18154"/>
            <p:cNvSpPr/>
            <p:nvPr/>
          </p:nvSpPr>
          <p:spPr>
            <a:xfrm>
              <a:off x="90678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2" name="obj_18155"/>
            <p:cNvSpPr/>
            <p:nvPr/>
          </p:nvSpPr>
          <p:spPr>
            <a:xfrm>
              <a:off x="91074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3" name="obj_18156"/>
            <p:cNvSpPr/>
            <p:nvPr/>
          </p:nvSpPr>
          <p:spPr>
            <a:xfrm>
              <a:off x="92329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4" name="obj_18157"/>
            <p:cNvSpPr/>
            <p:nvPr/>
          </p:nvSpPr>
          <p:spPr>
            <a:xfrm>
              <a:off x="92725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5" name="obj_18158"/>
            <p:cNvSpPr/>
            <p:nvPr/>
          </p:nvSpPr>
          <p:spPr>
            <a:xfrm>
              <a:off x="9252712" y="3410712"/>
              <a:ext cx="118872" cy="118872"/>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6" name="obj_18159"/>
            <p:cNvSpPr txBox="1"/>
            <p:nvPr/>
          </p:nvSpPr>
          <p:spPr>
            <a:xfrm>
              <a:off x="92527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S</a:t>
              </a:r>
            </a:p>
          </p:txBody>
        </p:sp>
        <p:sp>
          <p:nvSpPr>
            <p:cNvPr id="4367" name="obj_18160"/>
            <p:cNvSpPr/>
            <p:nvPr/>
          </p:nvSpPr>
          <p:spPr>
            <a:xfrm>
              <a:off x="9398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8" name="obj_18161"/>
            <p:cNvSpPr/>
            <p:nvPr/>
          </p:nvSpPr>
          <p:spPr>
            <a:xfrm>
              <a:off x="9437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9" name="obj_18162"/>
            <p:cNvSpPr/>
            <p:nvPr/>
          </p:nvSpPr>
          <p:spPr>
            <a:xfrm>
              <a:off x="9563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0" name="obj_18163"/>
            <p:cNvSpPr/>
            <p:nvPr/>
          </p:nvSpPr>
          <p:spPr>
            <a:xfrm>
              <a:off x="96027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1" name="obj_18164"/>
            <p:cNvSpPr/>
            <p:nvPr/>
          </p:nvSpPr>
          <p:spPr>
            <a:xfrm>
              <a:off x="97282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2" name="obj_18165"/>
            <p:cNvSpPr/>
            <p:nvPr/>
          </p:nvSpPr>
          <p:spPr>
            <a:xfrm>
              <a:off x="97678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3" name="obj_18166"/>
            <p:cNvSpPr/>
            <p:nvPr/>
          </p:nvSpPr>
          <p:spPr>
            <a:xfrm>
              <a:off x="98933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4" name="obj_18167"/>
            <p:cNvSpPr/>
            <p:nvPr/>
          </p:nvSpPr>
          <p:spPr>
            <a:xfrm>
              <a:off x="99329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5" name="obj_18168"/>
            <p:cNvSpPr/>
            <p:nvPr/>
          </p:nvSpPr>
          <p:spPr>
            <a:xfrm>
              <a:off x="100584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6" name="obj_18169"/>
            <p:cNvSpPr/>
            <p:nvPr/>
          </p:nvSpPr>
          <p:spPr>
            <a:xfrm>
              <a:off x="100838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7" name="obj_18170"/>
            <p:cNvSpPr/>
            <p:nvPr/>
          </p:nvSpPr>
          <p:spPr>
            <a:xfrm>
              <a:off x="102235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8" name="obj_18171"/>
            <p:cNvSpPr/>
            <p:nvPr/>
          </p:nvSpPr>
          <p:spPr>
            <a:xfrm>
              <a:off x="103886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9" name="obj_18172"/>
            <p:cNvSpPr/>
            <p:nvPr/>
          </p:nvSpPr>
          <p:spPr>
            <a:xfrm>
              <a:off x="105537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0" name="obj_18173"/>
            <p:cNvSpPr/>
            <p:nvPr/>
          </p:nvSpPr>
          <p:spPr>
            <a:xfrm>
              <a:off x="107188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1" name="obj_18174"/>
            <p:cNvSpPr/>
            <p:nvPr/>
          </p:nvSpPr>
          <p:spPr>
            <a:xfrm>
              <a:off x="10883900" y="3390900"/>
              <a:ext cx="152400" cy="1524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2" name="obj_18175"/>
            <p:cNvSpPr/>
            <p:nvPr/>
          </p:nvSpPr>
          <p:spPr>
            <a:xfrm>
              <a:off x="10909300" y="34163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3" name="obj_18176"/>
            <p:cNvSpPr/>
            <p:nvPr/>
          </p:nvSpPr>
          <p:spPr>
            <a:xfrm>
              <a:off x="110490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4" name="obj_18177"/>
            <p:cNvSpPr/>
            <p:nvPr/>
          </p:nvSpPr>
          <p:spPr>
            <a:xfrm>
              <a:off x="11088624" y="34305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5" name="obj_18178"/>
            <p:cNvSpPr/>
            <p:nvPr/>
          </p:nvSpPr>
          <p:spPr>
            <a:xfrm>
              <a:off x="112141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6" name="obj_18179"/>
            <p:cNvSpPr/>
            <p:nvPr/>
          </p:nvSpPr>
          <p:spPr>
            <a:xfrm>
              <a:off x="11233912" y="3410712"/>
              <a:ext cx="118872" cy="118872"/>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7" name="obj_18180"/>
            <p:cNvSpPr txBox="1"/>
            <p:nvPr/>
          </p:nvSpPr>
          <p:spPr>
            <a:xfrm>
              <a:off x="11233912" y="3407410"/>
              <a:ext cx="118872" cy="132080"/>
            </a:xfrm>
            <a:prstGeom prst="rect">
              <a:avLst/>
            </a:prstGeom>
            <a:noFill/>
            <a:effectLst/>
          </p:spPr>
          <p:txBody>
            <a:bodyPr wrap="square" lIns="0" tIns="0" rIns="0" bIns="0">
              <a:spAutoFit/>
            </a:bodyPr>
            <a:lstStyle/>
            <a:p>
              <a:pPr algn="ctr">
                <a:lnSpc>
                  <a:spcPct val="112000"/>
                </a:lnSpc>
                <a:spcBef>
                  <a:spcPts val="0"/>
                </a:spcBef>
                <a:spcAft>
                  <a:spcPts val="0"/>
                </a:spcAft>
              </a:pPr>
              <a:r>
                <a:rPr sz="1000" b="1">
                  <a:solidFill>
                    <a:srgbClr val="FFFFFF"/>
                  </a:solidFill>
                  <a:latin typeface="Montserrat"/>
                </a:rPr>
                <a:t>G</a:t>
              </a:r>
            </a:p>
          </p:txBody>
        </p:sp>
        <p:sp>
          <p:nvSpPr>
            <p:cNvPr id="4388" name="obj_18181"/>
            <p:cNvSpPr/>
            <p:nvPr/>
          </p:nvSpPr>
          <p:spPr>
            <a:xfrm>
              <a:off x="11379200" y="33909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9" name="obj_18182"/>
            <p:cNvSpPr/>
            <p:nvPr/>
          </p:nvSpPr>
          <p:spPr>
            <a:xfrm>
              <a:off x="90678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0" name="obj_18183"/>
            <p:cNvSpPr/>
            <p:nvPr/>
          </p:nvSpPr>
          <p:spPr>
            <a:xfrm>
              <a:off x="91074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1" name="obj_18184"/>
            <p:cNvSpPr/>
            <p:nvPr/>
          </p:nvSpPr>
          <p:spPr>
            <a:xfrm>
              <a:off x="92329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2" name="obj_18185"/>
            <p:cNvSpPr/>
            <p:nvPr/>
          </p:nvSpPr>
          <p:spPr>
            <a:xfrm>
              <a:off x="92725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3" name="obj_18186"/>
            <p:cNvSpPr/>
            <p:nvPr/>
          </p:nvSpPr>
          <p:spPr>
            <a:xfrm>
              <a:off x="9398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4" name="obj_18187"/>
            <p:cNvSpPr/>
            <p:nvPr/>
          </p:nvSpPr>
          <p:spPr>
            <a:xfrm>
              <a:off x="9437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5" name="obj_18188"/>
            <p:cNvSpPr/>
            <p:nvPr/>
          </p:nvSpPr>
          <p:spPr>
            <a:xfrm>
              <a:off x="9563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6" name="obj_18189"/>
            <p:cNvSpPr/>
            <p:nvPr/>
          </p:nvSpPr>
          <p:spPr>
            <a:xfrm>
              <a:off x="9602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7" name="obj_18190"/>
            <p:cNvSpPr/>
            <p:nvPr/>
          </p:nvSpPr>
          <p:spPr>
            <a:xfrm>
              <a:off x="97282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8" name="obj_18191"/>
            <p:cNvSpPr/>
            <p:nvPr/>
          </p:nvSpPr>
          <p:spPr>
            <a:xfrm>
              <a:off x="97678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9" name="obj_18192"/>
            <p:cNvSpPr/>
            <p:nvPr/>
          </p:nvSpPr>
          <p:spPr>
            <a:xfrm>
              <a:off x="98933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0" name="obj_18193"/>
            <p:cNvSpPr/>
            <p:nvPr/>
          </p:nvSpPr>
          <p:spPr>
            <a:xfrm>
              <a:off x="99329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1" name="obj_18194"/>
            <p:cNvSpPr/>
            <p:nvPr/>
          </p:nvSpPr>
          <p:spPr>
            <a:xfrm>
              <a:off x="100584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2" name="obj_18195"/>
            <p:cNvSpPr/>
            <p:nvPr/>
          </p:nvSpPr>
          <p:spPr>
            <a:xfrm>
              <a:off x="100838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3" name="obj_18196"/>
            <p:cNvSpPr/>
            <p:nvPr/>
          </p:nvSpPr>
          <p:spPr>
            <a:xfrm>
              <a:off x="102235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4" name="obj_18197"/>
            <p:cNvSpPr/>
            <p:nvPr/>
          </p:nvSpPr>
          <p:spPr>
            <a:xfrm>
              <a:off x="102489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5" name="obj_18198"/>
            <p:cNvSpPr/>
            <p:nvPr/>
          </p:nvSpPr>
          <p:spPr>
            <a:xfrm>
              <a:off x="103886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6" name="obj_18199"/>
            <p:cNvSpPr/>
            <p:nvPr/>
          </p:nvSpPr>
          <p:spPr>
            <a:xfrm>
              <a:off x="104140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7" name="obj_18200"/>
            <p:cNvSpPr/>
            <p:nvPr/>
          </p:nvSpPr>
          <p:spPr>
            <a:xfrm>
              <a:off x="105537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8" name="obj_18201"/>
            <p:cNvSpPr/>
            <p:nvPr/>
          </p:nvSpPr>
          <p:spPr>
            <a:xfrm>
              <a:off x="105791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9" name="obj_18202"/>
            <p:cNvSpPr/>
            <p:nvPr/>
          </p:nvSpPr>
          <p:spPr>
            <a:xfrm>
              <a:off x="107188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0" name="obj_18203"/>
            <p:cNvSpPr/>
            <p:nvPr/>
          </p:nvSpPr>
          <p:spPr>
            <a:xfrm>
              <a:off x="107442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1" name="obj_18204"/>
            <p:cNvSpPr/>
            <p:nvPr/>
          </p:nvSpPr>
          <p:spPr>
            <a:xfrm>
              <a:off x="10883900" y="3556000"/>
              <a:ext cx="152400" cy="1524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2" name="obj_18205"/>
            <p:cNvSpPr/>
            <p:nvPr/>
          </p:nvSpPr>
          <p:spPr>
            <a:xfrm>
              <a:off x="109093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3" name="obj_18206"/>
            <p:cNvSpPr/>
            <p:nvPr/>
          </p:nvSpPr>
          <p:spPr>
            <a:xfrm>
              <a:off x="110490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4" name="obj_18207"/>
            <p:cNvSpPr/>
            <p:nvPr/>
          </p:nvSpPr>
          <p:spPr>
            <a:xfrm>
              <a:off x="110886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5" name="obj_18208"/>
            <p:cNvSpPr/>
            <p:nvPr/>
          </p:nvSpPr>
          <p:spPr>
            <a:xfrm>
              <a:off x="112141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6" name="obj_18209"/>
            <p:cNvSpPr/>
            <p:nvPr/>
          </p:nvSpPr>
          <p:spPr>
            <a:xfrm>
              <a:off x="11253724" y="35956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7" name="obj_18210"/>
            <p:cNvSpPr/>
            <p:nvPr/>
          </p:nvSpPr>
          <p:spPr>
            <a:xfrm>
              <a:off x="11379200" y="35560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8" name="obj_18211"/>
            <p:cNvSpPr/>
            <p:nvPr/>
          </p:nvSpPr>
          <p:spPr>
            <a:xfrm>
              <a:off x="11404600" y="35814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9" name="obj_18212"/>
            <p:cNvSpPr/>
            <p:nvPr/>
          </p:nvSpPr>
          <p:spPr>
            <a:xfrm>
              <a:off x="9067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0" name="obj_18213"/>
            <p:cNvSpPr/>
            <p:nvPr/>
          </p:nvSpPr>
          <p:spPr>
            <a:xfrm>
              <a:off x="90932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1" name="obj_18214"/>
            <p:cNvSpPr/>
            <p:nvPr/>
          </p:nvSpPr>
          <p:spPr>
            <a:xfrm>
              <a:off x="9232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2" name="obj_18215"/>
            <p:cNvSpPr/>
            <p:nvPr/>
          </p:nvSpPr>
          <p:spPr>
            <a:xfrm>
              <a:off x="9272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3" name="obj_18216"/>
            <p:cNvSpPr/>
            <p:nvPr/>
          </p:nvSpPr>
          <p:spPr>
            <a:xfrm>
              <a:off x="9398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4" name="obj_18217"/>
            <p:cNvSpPr/>
            <p:nvPr/>
          </p:nvSpPr>
          <p:spPr>
            <a:xfrm>
              <a:off x="9437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5" name="obj_18218"/>
            <p:cNvSpPr/>
            <p:nvPr/>
          </p:nvSpPr>
          <p:spPr>
            <a:xfrm>
              <a:off x="9563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6" name="obj_18219"/>
            <p:cNvSpPr/>
            <p:nvPr/>
          </p:nvSpPr>
          <p:spPr>
            <a:xfrm>
              <a:off x="9602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7" name="obj_18220"/>
            <p:cNvSpPr/>
            <p:nvPr/>
          </p:nvSpPr>
          <p:spPr>
            <a:xfrm>
              <a:off x="9728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8" name="obj_18221"/>
            <p:cNvSpPr/>
            <p:nvPr/>
          </p:nvSpPr>
          <p:spPr>
            <a:xfrm>
              <a:off x="97678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9" name="obj_18222"/>
            <p:cNvSpPr/>
            <p:nvPr/>
          </p:nvSpPr>
          <p:spPr>
            <a:xfrm>
              <a:off x="98933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0" name="obj_18223"/>
            <p:cNvSpPr/>
            <p:nvPr/>
          </p:nvSpPr>
          <p:spPr>
            <a:xfrm>
              <a:off x="99329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1" name="obj_18224"/>
            <p:cNvSpPr/>
            <p:nvPr/>
          </p:nvSpPr>
          <p:spPr>
            <a:xfrm>
              <a:off x="100584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2" name="obj_18225"/>
            <p:cNvSpPr/>
            <p:nvPr/>
          </p:nvSpPr>
          <p:spPr>
            <a:xfrm>
              <a:off x="100980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3" name="obj_18226"/>
            <p:cNvSpPr/>
            <p:nvPr/>
          </p:nvSpPr>
          <p:spPr>
            <a:xfrm>
              <a:off x="102235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4" name="obj_18227"/>
            <p:cNvSpPr/>
            <p:nvPr/>
          </p:nvSpPr>
          <p:spPr>
            <a:xfrm>
              <a:off x="102631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5" name="obj_18228"/>
            <p:cNvSpPr/>
            <p:nvPr/>
          </p:nvSpPr>
          <p:spPr>
            <a:xfrm>
              <a:off x="103886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6" name="obj_18229"/>
            <p:cNvSpPr/>
            <p:nvPr/>
          </p:nvSpPr>
          <p:spPr>
            <a:xfrm>
              <a:off x="104282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7" name="obj_18230"/>
            <p:cNvSpPr/>
            <p:nvPr/>
          </p:nvSpPr>
          <p:spPr>
            <a:xfrm>
              <a:off x="105537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8" name="obj_18231"/>
            <p:cNvSpPr/>
            <p:nvPr/>
          </p:nvSpPr>
          <p:spPr>
            <a:xfrm>
              <a:off x="105933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9" name="obj_18232"/>
            <p:cNvSpPr/>
            <p:nvPr/>
          </p:nvSpPr>
          <p:spPr>
            <a:xfrm>
              <a:off x="107188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0" name="obj_18233"/>
            <p:cNvSpPr/>
            <p:nvPr/>
          </p:nvSpPr>
          <p:spPr>
            <a:xfrm>
              <a:off x="107584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1" name="obj_18234"/>
            <p:cNvSpPr/>
            <p:nvPr/>
          </p:nvSpPr>
          <p:spPr>
            <a:xfrm>
              <a:off x="108839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2" name="obj_18235"/>
            <p:cNvSpPr/>
            <p:nvPr/>
          </p:nvSpPr>
          <p:spPr>
            <a:xfrm>
              <a:off x="109235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3" name="obj_18236"/>
            <p:cNvSpPr/>
            <p:nvPr/>
          </p:nvSpPr>
          <p:spPr>
            <a:xfrm>
              <a:off x="110490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4" name="obj_18237"/>
            <p:cNvSpPr/>
            <p:nvPr/>
          </p:nvSpPr>
          <p:spPr>
            <a:xfrm>
              <a:off x="110886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5" name="obj_18238"/>
            <p:cNvSpPr/>
            <p:nvPr/>
          </p:nvSpPr>
          <p:spPr>
            <a:xfrm>
              <a:off x="112141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6" name="obj_18239"/>
            <p:cNvSpPr/>
            <p:nvPr/>
          </p:nvSpPr>
          <p:spPr>
            <a:xfrm>
              <a:off x="11253724" y="3760724"/>
              <a:ext cx="85852" cy="85852"/>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7" name="obj_18240"/>
            <p:cNvSpPr/>
            <p:nvPr/>
          </p:nvSpPr>
          <p:spPr>
            <a:xfrm>
              <a:off x="11379200" y="37211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8" name="obj_18241"/>
            <p:cNvSpPr/>
            <p:nvPr/>
          </p:nvSpPr>
          <p:spPr>
            <a:xfrm>
              <a:off x="11404600" y="37465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9" name="obj_18242"/>
            <p:cNvSpPr/>
            <p:nvPr/>
          </p:nvSpPr>
          <p:spPr>
            <a:xfrm>
              <a:off x="90678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0" name="obj_18243"/>
            <p:cNvSpPr/>
            <p:nvPr/>
          </p:nvSpPr>
          <p:spPr>
            <a:xfrm>
              <a:off x="92329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1" name="obj_18244"/>
            <p:cNvSpPr/>
            <p:nvPr/>
          </p:nvSpPr>
          <p:spPr>
            <a:xfrm>
              <a:off x="92583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2" name="obj_18245"/>
            <p:cNvSpPr/>
            <p:nvPr/>
          </p:nvSpPr>
          <p:spPr>
            <a:xfrm>
              <a:off x="93980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3" name="obj_18246"/>
            <p:cNvSpPr/>
            <p:nvPr/>
          </p:nvSpPr>
          <p:spPr>
            <a:xfrm>
              <a:off x="95631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4" name="obj_18247"/>
            <p:cNvSpPr/>
            <p:nvPr/>
          </p:nvSpPr>
          <p:spPr>
            <a:xfrm>
              <a:off x="9728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5" name="obj_18248"/>
            <p:cNvSpPr/>
            <p:nvPr/>
          </p:nvSpPr>
          <p:spPr>
            <a:xfrm>
              <a:off x="97536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6" name="obj_18249"/>
            <p:cNvSpPr/>
            <p:nvPr/>
          </p:nvSpPr>
          <p:spPr>
            <a:xfrm>
              <a:off x="98933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7" name="obj_18250"/>
            <p:cNvSpPr/>
            <p:nvPr/>
          </p:nvSpPr>
          <p:spPr>
            <a:xfrm>
              <a:off x="99187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8" name="obj_18251"/>
            <p:cNvSpPr/>
            <p:nvPr/>
          </p:nvSpPr>
          <p:spPr>
            <a:xfrm>
              <a:off x="100584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9" name="obj_18252"/>
            <p:cNvSpPr/>
            <p:nvPr/>
          </p:nvSpPr>
          <p:spPr>
            <a:xfrm>
              <a:off x="100838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0" name="obj_18253"/>
            <p:cNvSpPr/>
            <p:nvPr/>
          </p:nvSpPr>
          <p:spPr>
            <a:xfrm>
              <a:off x="102235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1" name="obj_18254"/>
            <p:cNvSpPr/>
            <p:nvPr/>
          </p:nvSpPr>
          <p:spPr>
            <a:xfrm>
              <a:off x="103886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2" name="obj_18255"/>
            <p:cNvSpPr/>
            <p:nvPr/>
          </p:nvSpPr>
          <p:spPr>
            <a:xfrm>
              <a:off x="104140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3" name="obj_18256"/>
            <p:cNvSpPr/>
            <p:nvPr/>
          </p:nvSpPr>
          <p:spPr>
            <a:xfrm>
              <a:off x="105537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4" name="obj_18257"/>
            <p:cNvSpPr/>
            <p:nvPr/>
          </p:nvSpPr>
          <p:spPr>
            <a:xfrm>
              <a:off x="105791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5" name="obj_18258"/>
            <p:cNvSpPr/>
            <p:nvPr/>
          </p:nvSpPr>
          <p:spPr>
            <a:xfrm>
              <a:off x="107188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6" name="obj_18259"/>
            <p:cNvSpPr/>
            <p:nvPr/>
          </p:nvSpPr>
          <p:spPr>
            <a:xfrm>
              <a:off x="10883900" y="38862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7" name="obj_18260"/>
            <p:cNvSpPr/>
            <p:nvPr/>
          </p:nvSpPr>
          <p:spPr>
            <a:xfrm>
              <a:off x="110490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8" name="obj_18261"/>
            <p:cNvSpPr/>
            <p:nvPr/>
          </p:nvSpPr>
          <p:spPr>
            <a:xfrm>
              <a:off x="110744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9" name="obj_18262"/>
            <p:cNvSpPr/>
            <p:nvPr/>
          </p:nvSpPr>
          <p:spPr>
            <a:xfrm>
              <a:off x="112141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0" name="obj_18263"/>
            <p:cNvSpPr/>
            <p:nvPr/>
          </p:nvSpPr>
          <p:spPr>
            <a:xfrm>
              <a:off x="11239500" y="3911600"/>
              <a:ext cx="101600" cy="1016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1" name="obj_18264"/>
            <p:cNvSpPr/>
            <p:nvPr/>
          </p:nvSpPr>
          <p:spPr>
            <a:xfrm>
              <a:off x="11379200" y="38862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2" name="obj_18265"/>
            <p:cNvSpPr/>
            <p:nvPr/>
          </p:nvSpPr>
          <p:spPr>
            <a:xfrm>
              <a:off x="9067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3" name="obj_18266"/>
            <p:cNvSpPr/>
            <p:nvPr/>
          </p:nvSpPr>
          <p:spPr>
            <a:xfrm>
              <a:off x="9232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4" name="obj_18267"/>
            <p:cNvSpPr/>
            <p:nvPr/>
          </p:nvSpPr>
          <p:spPr>
            <a:xfrm>
              <a:off x="9398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5" name="obj_18268"/>
            <p:cNvSpPr/>
            <p:nvPr/>
          </p:nvSpPr>
          <p:spPr>
            <a:xfrm>
              <a:off x="9563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6" name="obj_18269"/>
            <p:cNvSpPr/>
            <p:nvPr/>
          </p:nvSpPr>
          <p:spPr>
            <a:xfrm>
              <a:off x="9728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7" name="obj_18270"/>
            <p:cNvSpPr/>
            <p:nvPr/>
          </p:nvSpPr>
          <p:spPr>
            <a:xfrm>
              <a:off x="98933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8" name="obj_18271"/>
            <p:cNvSpPr/>
            <p:nvPr/>
          </p:nvSpPr>
          <p:spPr>
            <a:xfrm>
              <a:off x="100584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9" name="obj_18272"/>
            <p:cNvSpPr/>
            <p:nvPr/>
          </p:nvSpPr>
          <p:spPr>
            <a:xfrm>
              <a:off x="10223500" y="40513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0" name="obj_18273"/>
            <p:cNvSpPr/>
            <p:nvPr/>
          </p:nvSpPr>
          <p:spPr>
            <a:xfrm>
              <a:off x="103886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1" name="obj_18274"/>
            <p:cNvSpPr/>
            <p:nvPr/>
          </p:nvSpPr>
          <p:spPr>
            <a:xfrm>
              <a:off x="105537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2" name="obj_18275"/>
            <p:cNvSpPr/>
            <p:nvPr/>
          </p:nvSpPr>
          <p:spPr>
            <a:xfrm>
              <a:off x="107188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3" name="obj_18276"/>
            <p:cNvSpPr/>
            <p:nvPr/>
          </p:nvSpPr>
          <p:spPr>
            <a:xfrm>
              <a:off x="108839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4" name="obj_18277"/>
            <p:cNvSpPr/>
            <p:nvPr/>
          </p:nvSpPr>
          <p:spPr>
            <a:xfrm>
              <a:off x="110490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5" name="obj_18278"/>
            <p:cNvSpPr/>
            <p:nvPr/>
          </p:nvSpPr>
          <p:spPr>
            <a:xfrm>
              <a:off x="112141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6" name="obj_18279"/>
            <p:cNvSpPr/>
            <p:nvPr/>
          </p:nvSpPr>
          <p:spPr>
            <a:xfrm>
              <a:off x="11379200" y="40513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7" name="obj_18280"/>
            <p:cNvSpPr/>
            <p:nvPr/>
          </p:nvSpPr>
          <p:spPr>
            <a:xfrm>
              <a:off x="9067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8" name="obj_18281"/>
            <p:cNvSpPr/>
            <p:nvPr/>
          </p:nvSpPr>
          <p:spPr>
            <a:xfrm>
              <a:off x="9232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9" name="obj_18282"/>
            <p:cNvSpPr/>
            <p:nvPr/>
          </p:nvSpPr>
          <p:spPr>
            <a:xfrm>
              <a:off x="9398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0" name="obj_18283"/>
            <p:cNvSpPr/>
            <p:nvPr/>
          </p:nvSpPr>
          <p:spPr>
            <a:xfrm>
              <a:off x="9563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1" name="obj_18284"/>
            <p:cNvSpPr/>
            <p:nvPr/>
          </p:nvSpPr>
          <p:spPr>
            <a:xfrm>
              <a:off x="9728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2" name="obj_18285"/>
            <p:cNvSpPr/>
            <p:nvPr/>
          </p:nvSpPr>
          <p:spPr>
            <a:xfrm>
              <a:off x="98933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3" name="obj_18286"/>
            <p:cNvSpPr/>
            <p:nvPr/>
          </p:nvSpPr>
          <p:spPr>
            <a:xfrm>
              <a:off x="100584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4" name="obj_18287"/>
            <p:cNvSpPr/>
            <p:nvPr/>
          </p:nvSpPr>
          <p:spPr>
            <a:xfrm>
              <a:off x="10223500" y="4216400"/>
              <a:ext cx="152400" cy="1524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5" name="obj_18288"/>
            <p:cNvSpPr/>
            <p:nvPr/>
          </p:nvSpPr>
          <p:spPr>
            <a:xfrm>
              <a:off x="103886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6" name="obj_18289"/>
            <p:cNvSpPr/>
            <p:nvPr/>
          </p:nvSpPr>
          <p:spPr>
            <a:xfrm>
              <a:off x="105537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7" name="obj_18290"/>
            <p:cNvSpPr/>
            <p:nvPr/>
          </p:nvSpPr>
          <p:spPr>
            <a:xfrm>
              <a:off x="107188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8" name="obj_18291"/>
            <p:cNvSpPr/>
            <p:nvPr/>
          </p:nvSpPr>
          <p:spPr>
            <a:xfrm>
              <a:off x="108839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9" name="obj_18292"/>
            <p:cNvSpPr/>
            <p:nvPr/>
          </p:nvSpPr>
          <p:spPr>
            <a:xfrm>
              <a:off x="110490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0" name="obj_18293"/>
            <p:cNvSpPr/>
            <p:nvPr/>
          </p:nvSpPr>
          <p:spPr>
            <a:xfrm>
              <a:off x="112141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1" name="obj_18294"/>
            <p:cNvSpPr/>
            <p:nvPr/>
          </p:nvSpPr>
          <p:spPr>
            <a:xfrm>
              <a:off x="11379200" y="4216400"/>
              <a:ext cx="152400" cy="1524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02" name="obj_18295"/>
            <p:cNvCxnSpPr/>
            <p:nvPr/>
          </p:nvCxnSpPr>
          <p:spPr>
            <a:xfrm>
              <a:off x="93154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3" name="obj_18296"/>
            <p:cNvCxnSpPr/>
            <p:nvPr/>
          </p:nvCxnSpPr>
          <p:spPr>
            <a:xfrm>
              <a:off x="9480550" y="34734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4" name="obj_18297"/>
            <p:cNvCxnSpPr/>
            <p:nvPr/>
          </p:nvCxnSpPr>
          <p:spPr>
            <a:xfrm>
              <a:off x="9645650" y="34734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5" name="obj_18298"/>
            <p:cNvCxnSpPr/>
            <p:nvPr/>
          </p:nvCxnSpPr>
          <p:spPr>
            <a:xfrm>
              <a:off x="9645650" y="36385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6" name="obj_18299"/>
            <p:cNvCxnSpPr/>
            <p:nvPr/>
          </p:nvCxnSpPr>
          <p:spPr>
            <a:xfrm>
              <a:off x="96456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7" name="obj_18300"/>
            <p:cNvCxnSpPr/>
            <p:nvPr/>
          </p:nvCxnSpPr>
          <p:spPr>
            <a:xfrm>
              <a:off x="98107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8" name="obj_18301"/>
            <p:cNvCxnSpPr/>
            <p:nvPr/>
          </p:nvCxnSpPr>
          <p:spPr>
            <a:xfrm>
              <a:off x="99758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09" name="obj_18302"/>
            <p:cNvCxnSpPr/>
            <p:nvPr/>
          </p:nvCxnSpPr>
          <p:spPr>
            <a:xfrm>
              <a:off x="101409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0" name="obj_18303"/>
            <p:cNvCxnSpPr/>
            <p:nvPr/>
          </p:nvCxnSpPr>
          <p:spPr>
            <a:xfrm>
              <a:off x="103060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1" name="obj_18304"/>
            <p:cNvCxnSpPr/>
            <p:nvPr/>
          </p:nvCxnSpPr>
          <p:spPr>
            <a:xfrm>
              <a:off x="104711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2" name="obj_18305"/>
            <p:cNvCxnSpPr/>
            <p:nvPr/>
          </p:nvCxnSpPr>
          <p:spPr>
            <a:xfrm>
              <a:off x="106362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3" name="obj_18306"/>
            <p:cNvCxnSpPr/>
            <p:nvPr/>
          </p:nvCxnSpPr>
          <p:spPr>
            <a:xfrm>
              <a:off x="108013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4" name="obj_18307"/>
            <p:cNvCxnSpPr/>
            <p:nvPr/>
          </p:nvCxnSpPr>
          <p:spPr>
            <a:xfrm>
              <a:off x="109664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5" name="obj_18308"/>
            <p:cNvCxnSpPr/>
            <p:nvPr/>
          </p:nvCxnSpPr>
          <p:spPr>
            <a:xfrm>
              <a:off x="11131550" y="3803650"/>
              <a:ext cx="1651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6" name="obj_18309"/>
            <p:cNvCxnSpPr/>
            <p:nvPr/>
          </p:nvCxnSpPr>
          <p:spPr>
            <a:xfrm flipV="1">
              <a:off x="11296650" y="36385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4517" name="obj_18310"/>
            <p:cNvCxnSpPr/>
            <p:nvPr/>
          </p:nvCxnSpPr>
          <p:spPr>
            <a:xfrm flipV="1">
              <a:off x="11296650" y="3473450"/>
              <a:ext cx="0" cy="1651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sp>
          <p:nvSpPr>
            <p:cNvPr id="4518" name="obj_18311"/>
            <p:cNvSpPr txBox="1"/>
            <p:nvPr/>
          </p:nvSpPr>
          <p:spPr>
            <a:xfrm>
              <a:off x="8991600" y="45720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Обработано: 40</a:t>
              </a:r>
            </a:p>
          </p:txBody>
        </p:sp>
        <p:sp>
          <p:nvSpPr>
            <p:cNvPr id="4519" name="obj_18312"/>
            <p:cNvSpPr txBox="1"/>
            <p:nvPr/>
          </p:nvSpPr>
          <p:spPr>
            <a:xfrm>
              <a:off x="8991600" y="5016500"/>
              <a:ext cx="2603500" cy="4064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352379"/>
                  </a:solidFill>
                  <a:latin typeface="Montserrat"/>
                </a:rPr>
                <a:t>Цена: 16</a:t>
              </a:r>
            </a:p>
          </p:txBody>
        </p:sp>
        <p:sp>
          <p:nvSpPr>
            <p:cNvPr id="4520" name="obj_18313"/>
            <p:cNvSpPr txBox="1"/>
            <p:nvPr/>
          </p:nvSpPr>
          <p:spPr>
            <a:xfrm>
              <a:off x="609600" y="5499100"/>
              <a:ext cx="10985500" cy="317500"/>
            </a:xfrm>
            <a:prstGeom prst="rect">
              <a:avLst/>
            </a:prstGeom>
            <a:noFill/>
            <a:effectLst/>
          </p:spPr>
          <p:txBody>
            <a:bodyPr wrap="square" lIns="0" tIns="0" rIns="0" bIns="0">
              <a:spAutoFit/>
            </a:bodyPr>
            <a:lstStyle/>
            <a:p>
              <a:pPr algn="l">
                <a:lnSpc>
                  <a:spcPct val="112000"/>
                </a:lnSpc>
                <a:spcBef>
                  <a:spcPts val="0"/>
                </a:spcBef>
                <a:spcAft>
                  <a:spcPts val="0"/>
                </a:spcAft>
              </a:pPr>
              <a:r>
                <a:rPr sz="1700" b="0">
                  <a:solidFill>
                    <a:srgbClr val="352379"/>
                  </a:solidFill>
                  <a:latin typeface="Montserrat"/>
                </a:rPr>
                <a:t>Синхронный кадр 119: завершившиеся поиски сохраняют итог</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19"/>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119"/>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19"/>
                                          </p:stCondLst>
                                        </p:cTn>
                                        <p:tgtEl>
                                          <p:spTgt spid="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11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119"/>
                                          </p:stCondLst>
                                        </p:cTn>
                                        <p:tgtEl>
                                          <p:spTgt spid="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119"/>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119"/>
                                          </p:stCondLst>
                                        </p:cTn>
                                        <p:tgtEl>
                                          <p:spTgt spid="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11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58</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831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BFS: короткий по шагам, дорогой по цене</a:t>
            </a:r>
          </a:p>
        </p:txBody>
      </p:sp>
      <p:sp>
        <p:nvSpPr>
          <p:cNvPr id="12" name="obj_1831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Один и тот же эксперимент. Счётчики получены выполнением алгоритма.</a:t>
            </a:r>
          </a:p>
        </p:txBody>
      </p:sp>
      <p:grpSp>
        <p:nvGrpSpPr>
          <p:cNvPr id="2" name="result_bfs"/>
          <p:cNvGrpSpPr/>
          <p:nvPr/>
        </p:nvGrpSpPr>
        <p:grpSpPr>
          <a:xfrm>
            <a:off x="508000" y="1562100"/>
            <a:ext cx="5359400" cy="4013200"/>
            <a:chOff x="508000" y="1562100"/>
            <a:chExt cx="5359400" cy="4013200"/>
          </a:xfrm>
        </p:grpSpPr>
        <p:sp>
          <p:nvSpPr>
            <p:cNvPr id="13" name="obj_18317"/>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8318"/>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8319"/>
            <p:cNvSpPr/>
            <p:nvPr/>
          </p:nvSpPr>
          <p:spPr>
            <a:xfrm>
              <a:off x="904747"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8320"/>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8321"/>
            <p:cNvSpPr/>
            <p:nvPr/>
          </p:nvSpPr>
          <p:spPr>
            <a:xfrm>
              <a:off x="12349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8322"/>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8323"/>
            <p:cNvSpPr/>
            <p:nvPr/>
          </p:nvSpPr>
          <p:spPr>
            <a:xfrm>
              <a:off x="15651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8324"/>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8325"/>
            <p:cNvSpPr/>
            <p:nvPr/>
          </p:nvSpPr>
          <p:spPr>
            <a:xfrm>
              <a:off x="18953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8326"/>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8327"/>
            <p:cNvSpPr/>
            <p:nvPr/>
          </p:nvSpPr>
          <p:spPr>
            <a:xfrm>
              <a:off x="22255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8328"/>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8329"/>
            <p:cNvSpPr/>
            <p:nvPr/>
          </p:nvSpPr>
          <p:spPr>
            <a:xfrm>
              <a:off x="25557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8330"/>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8331"/>
            <p:cNvSpPr/>
            <p:nvPr/>
          </p:nvSpPr>
          <p:spPr>
            <a:xfrm>
              <a:off x="28859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8332"/>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8333"/>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8334"/>
            <p:cNvSpPr/>
            <p:nvPr/>
          </p:nvSpPr>
          <p:spPr>
            <a:xfrm>
              <a:off x="3492500" y="1866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8335"/>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8336"/>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8337"/>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8338"/>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8339"/>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8340"/>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8341"/>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8342"/>
            <p:cNvSpPr/>
            <p:nvPr/>
          </p:nvSpPr>
          <p:spPr>
            <a:xfrm>
              <a:off x="904747"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8343"/>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8344"/>
            <p:cNvSpPr/>
            <p:nvPr/>
          </p:nvSpPr>
          <p:spPr>
            <a:xfrm>
              <a:off x="12349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8345"/>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8346"/>
            <p:cNvSpPr/>
            <p:nvPr/>
          </p:nvSpPr>
          <p:spPr>
            <a:xfrm>
              <a:off x="15651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8347"/>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8348"/>
            <p:cNvSpPr/>
            <p:nvPr/>
          </p:nvSpPr>
          <p:spPr>
            <a:xfrm>
              <a:off x="18953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8349"/>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8350"/>
            <p:cNvSpPr/>
            <p:nvPr/>
          </p:nvSpPr>
          <p:spPr>
            <a:xfrm>
              <a:off x="22255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8351"/>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8352"/>
            <p:cNvSpPr/>
            <p:nvPr/>
          </p:nvSpPr>
          <p:spPr>
            <a:xfrm>
              <a:off x="25557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8353"/>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8354"/>
            <p:cNvSpPr/>
            <p:nvPr/>
          </p:nvSpPr>
          <p:spPr>
            <a:xfrm>
              <a:off x="28859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8355"/>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8356"/>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8357"/>
            <p:cNvSpPr/>
            <p:nvPr/>
          </p:nvSpPr>
          <p:spPr>
            <a:xfrm>
              <a:off x="35463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8358"/>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8359"/>
            <p:cNvSpPr/>
            <p:nvPr/>
          </p:nvSpPr>
          <p:spPr>
            <a:xfrm>
              <a:off x="3822700" y="2197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8360"/>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8361"/>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8362"/>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8363"/>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8364"/>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8365"/>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8366"/>
            <p:cNvSpPr/>
            <p:nvPr/>
          </p:nvSpPr>
          <p:spPr>
            <a:xfrm>
              <a:off x="904747"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8367"/>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8368"/>
            <p:cNvSpPr/>
            <p:nvPr/>
          </p:nvSpPr>
          <p:spPr>
            <a:xfrm>
              <a:off x="12349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8369"/>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8370"/>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8371"/>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8372"/>
            <p:cNvSpPr/>
            <p:nvPr/>
          </p:nvSpPr>
          <p:spPr>
            <a:xfrm>
              <a:off x="22255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8373"/>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8374"/>
            <p:cNvSpPr/>
            <p:nvPr/>
          </p:nvSpPr>
          <p:spPr>
            <a:xfrm>
              <a:off x="25557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8375"/>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8376"/>
            <p:cNvSpPr/>
            <p:nvPr/>
          </p:nvSpPr>
          <p:spPr>
            <a:xfrm>
              <a:off x="28859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8377"/>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8378"/>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8379"/>
            <p:cNvSpPr/>
            <p:nvPr/>
          </p:nvSpPr>
          <p:spPr>
            <a:xfrm>
              <a:off x="35463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8380"/>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8381"/>
            <p:cNvSpPr/>
            <p:nvPr/>
          </p:nvSpPr>
          <p:spPr>
            <a:xfrm>
              <a:off x="38765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8382"/>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8383"/>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8384"/>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8385"/>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8386"/>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8387"/>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8388"/>
            <p:cNvSpPr/>
            <p:nvPr/>
          </p:nvSpPr>
          <p:spPr>
            <a:xfrm>
              <a:off x="904747"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8389"/>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8390"/>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8391"/>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8392"/>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8393"/>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8394"/>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8395"/>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8396"/>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8397"/>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8398"/>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8399"/>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8400"/>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8401"/>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8402"/>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8403"/>
            <p:cNvSpPr/>
            <p:nvPr/>
          </p:nvSpPr>
          <p:spPr>
            <a:xfrm>
              <a:off x="3546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8404"/>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8405"/>
            <p:cNvSpPr/>
            <p:nvPr/>
          </p:nvSpPr>
          <p:spPr>
            <a:xfrm>
              <a:off x="3876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8406"/>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8407"/>
            <p:cNvSpPr/>
            <p:nvPr/>
          </p:nvSpPr>
          <p:spPr>
            <a:xfrm>
              <a:off x="4206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8408"/>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8409"/>
            <p:cNvSpPr/>
            <p:nvPr/>
          </p:nvSpPr>
          <p:spPr>
            <a:xfrm>
              <a:off x="44831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8410"/>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8411"/>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8412"/>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8413"/>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8414"/>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8415"/>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8416"/>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8417"/>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8418"/>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8419"/>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8420"/>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8421"/>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8422"/>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8423"/>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0" name="obj_18424"/>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8425"/>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8426"/>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3" name="obj_18427"/>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8428"/>
            <p:cNvSpPr/>
            <p:nvPr/>
          </p:nvSpPr>
          <p:spPr>
            <a:xfrm>
              <a:off x="2885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8429"/>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6" name="obj_18430"/>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8431"/>
            <p:cNvSpPr/>
            <p:nvPr/>
          </p:nvSpPr>
          <p:spPr>
            <a:xfrm>
              <a:off x="3216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8432"/>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9" name="obj_18433"/>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8434"/>
            <p:cNvSpPr/>
            <p:nvPr/>
          </p:nvSpPr>
          <p:spPr>
            <a:xfrm>
              <a:off x="3546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8435"/>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 name="obj_18436"/>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8437"/>
            <p:cNvSpPr/>
            <p:nvPr/>
          </p:nvSpPr>
          <p:spPr>
            <a:xfrm>
              <a:off x="3876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8438"/>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5" name="obj_18439"/>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8440"/>
            <p:cNvSpPr/>
            <p:nvPr/>
          </p:nvSpPr>
          <p:spPr>
            <a:xfrm>
              <a:off x="4206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8441"/>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 name="obj_18442"/>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18443"/>
            <p:cNvSpPr/>
            <p:nvPr/>
          </p:nvSpPr>
          <p:spPr>
            <a:xfrm>
              <a:off x="4536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18444"/>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1" name="obj_18445"/>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8446"/>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18447"/>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8448"/>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8449"/>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18450"/>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8451"/>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18452"/>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8453"/>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18454"/>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51" name="obj_18455"/>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18456"/>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8457"/>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8458"/>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8459"/>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18460"/>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18461"/>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58" name="obj_18462"/>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18463"/>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18464"/>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1" name="obj_18465"/>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18466"/>
            <p:cNvSpPr/>
            <p:nvPr/>
          </p:nvSpPr>
          <p:spPr>
            <a:xfrm>
              <a:off x="2885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18467"/>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4" name="obj_18468"/>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18469"/>
            <p:cNvSpPr/>
            <p:nvPr/>
          </p:nvSpPr>
          <p:spPr>
            <a:xfrm>
              <a:off x="3216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18470"/>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7" name="obj_18471"/>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18472"/>
            <p:cNvSpPr/>
            <p:nvPr/>
          </p:nvSpPr>
          <p:spPr>
            <a:xfrm>
              <a:off x="3546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18473"/>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0" name="obj_18474"/>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18475"/>
            <p:cNvSpPr/>
            <p:nvPr/>
          </p:nvSpPr>
          <p:spPr>
            <a:xfrm>
              <a:off x="3876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18476"/>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3" name="obj_18477"/>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18478"/>
            <p:cNvSpPr/>
            <p:nvPr/>
          </p:nvSpPr>
          <p:spPr>
            <a:xfrm>
              <a:off x="4206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18479"/>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6" name="obj_18480"/>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18481"/>
            <p:cNvSpPr/>
            <p:nvPr/>
          </p:nvSpPr>
          <p:spPr>
            <a:xfrm>
              <a:off x="4536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18482"/>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9" name="obj_18483"/>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18484"/>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18485"/>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8486"/>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18487"/>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84" name="obj_18488"/>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8489"/>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8490"/>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18491"/>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18492"/>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18493"/>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8494"/>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8495"/>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8496"/>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8497"/>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8498"/>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8499"/>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6" name="obj_18500"/>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8501"/>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8502"/>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9" name="obj_18503"/>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8504"/>
            <p:cNvSpPr/>
            <p:nvPr/>
          </p:nvSpPr>
          <p:spPr>
            <a:xfrm>
              <a:off x="2885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8505"/>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2" name="obj_18506"/>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8507"/>
            <p:cNvSpPr/>
            <p:nvPr/>
          </p:nvSpPr>
          <p:spPr>
            <a:xfrm>
              <a:off x="3216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8508"/>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5" name="obj_18509"/>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8510"/>
            <p:cNvSpPr/>
            <p:nvPr/>
          </p:nvSpPr>
          <p:spPr>
            <a:xfrm>
              <a:off x="3546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8511"/>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 name="obj_18512"/>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8513"/>
            <p:cNvSpPr/>
            <p:nvPr/>
          </p:nvSpPr>
          <p:spPr>
            <a:xfrm>
              <a:off x="3876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8514"/>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1" name="obj_18515"/>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8516"/>
            <p:cNvSpPr/>
            <p:nvPr/>
          </p:nvSpPr>
          <p:spPr>
            <a:xfrm>
              <a:off x="4206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8517"/>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4" name="obj_18518"/>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8519"/>
            <p:cNvSpPr/>
            <p:nvPr/>
          </p:nvSpPr>
          <p:spPr>
            <a:xfrm>
              <a:off x="4536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8520"/>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7" name="obj_18521"/>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8522"/>
            <p:cNvSpPr/>
            <p:nvPr/>
          </p:nvSpPr>
          <p:spPr>
            <a:xfrm>
              <a:off x="4813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8523"/>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8524"/>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8525"/>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8526"/>
            <p:cNvSpPr/>
            <p:nvPr/>
          </p:nvSpPr>
          <p:spPr>
            <a:xfrm>
              <a:off x="904747"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8527"/>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18528"/>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18529"/>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18530"/>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18531"/>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18532"/>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18533"/>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18534"/>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18535"/>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18536"/>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18537"/>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18538"/>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18539"/>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18540"/>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18541"/>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18542"/>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18543"/>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18544"/>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18545"/>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18546"/>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18547"/>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18548"/>
            <p:cNvSpPr/>
            <p:nvPr/>
          </p:nvSpPr>
          <p:spPr>
            <a:xfrm>
              <a:off x="44831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18549"/>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18550"/>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bj_18551"/>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18552"/>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18553"/>
            <p:cNvSpPr/>
            <p:nvPr/>
          </p:nvSpPr>
          <p:spPr>
            <a:xfrm>
              <a:off x="904747"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18554"/>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18555"/>
            <p:cNvSpPr/>
            <p:nvPr/>
          </p:nvSpPr>
          <p:spPr>
            <a:xfrm>
              <a:off x="12349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18556"/>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18557"/>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18558"/>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18559"/>
            <p:cNvSpPr/>
            <p:nvPr/>
          </p:nvSpPr>
          <p:spPr>
            <a:xfrm>
              <a:off x="2225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18560"/>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18561"/>
            <p:cNvSpPr/>
            <p:nvPr/>
          </p:nvSpPr>
          <p:spPr>
            <a:xfrm>
              <a:off x="25557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18562"/>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18563"/>
            <p:cNvSpPr/>
            <p:nvPr/>
          </p:nvSpPr>
          <p:spPr>
            <a:xfrm>
              <a:off x="28859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18564"/>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18565"/>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18566"/>
            <p:cNvSpPr/>
            <p:nvPr/>
          </p:nvSpPr>
          <p:spPr>
            <a:xfrm>
              <a:off x="35463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18567"/>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18568"/>
            <p:cNvSpPr/>
            <p:nvPr/>
          </p:nvSpPr>
          <p:spPr>
            <a:xfrm>
              <a:off x="3876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18569"/>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18570"/>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18571"/>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18572"/>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18573"/>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18574"/>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18575"/>
            <p:cNvSpPr/>
            <p:nvPr/>
          </p:nvSpPr>
          <p:spPr>
            <a:xfrm>
              <a:off x="904747"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18576"/>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18577"/>
            <p:cNvSpPr/>
            <p:nvPr/>
          </p:nvSpPr>
          <p:spPr>
            <a:xfrm>
              <a:off x="1234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18578"/>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18579"/>
            <p:cNvSpPr/>
            <p:nvPr/>
          </p:nvSpPr>
          <p:spPr>
            <a:xfrm>
              <a:off x="15651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18580"/>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18581"/>
            <p:cNvSpPr/>
            <p:nvPr/>
          </p:nvSpPr>
          <p:spPr>
            <a:xfrm>
              <a:off x="1895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18582"/>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18583"/>
            <p:cNvSpPr/>
            <p:nvPr/>
          </p:nvSpPr>
          <p:spPr>
            <a:xfrm>
              <a:off x="22255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18584"/>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18585"/>
            <p:cNvSpPr/>
            <p:nvPr/>
          </p:nvSpPr>
          <p:spPr>
            <a:xfrm>
              <a:off x="25557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18586"/>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18587"/>
            <p:cNvSpPr/>
            <p:nvPr/>
          </p:nvSpPr>
          <p:spPr>
            <a:xfrm>
              <a:off x="2885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bj_18588"/>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18589"/>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18590"/>
            <p:cNvSpPr/>
            <p:nvPr/>
          </p:nvSpPr>
          <p:spPr>
            <a:xfrm>
              <a:off x="3546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18591"/>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18592"/>
            <p:cNvSpPr/>
            <p:nvPr/>
          </p:nvSpPr>
          <p:spPr>
            <a:xfrm>
              <a:off x="3822700" y="4838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18593"/>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bj_18594"/>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18595"/>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18596"/>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18597"/>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18598"/>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18599"/>
            <p:cNvSpPr/>
            <p:nvPr/>
          </p:nvSpPr>
          <p:spPr>
            <a:xfrm>
              <a:off x="904747"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18600"/>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bj_18601"/>
            <p:cNvSpPr/>
            <p:nvPr/>
          </p:nvSpPr>
          <p:spPr>
            <a:xfrm>
              <a:off x="1234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18602"/>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18603"/>
            <p:cNvSpPr/>
            <p:nvPr/>
          </p:nvSpPr>
          <p:spPr>
            <a:xfrm>
              <a:off x="15651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18604"/>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18605"/>
            <p:cNvSpPr/>
            <p:nvPr/>
          </p:nvSpPr>
          <p:spPr>
            <a:xfrm>
              <a:off x="18953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18606"/>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18607"/>
            <p:cNvSpPr/>
            <p:nvPr/>
          </p:nvSpPr>
          <p:spPr>
            <a:xfrm>
              <a:off x="22255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18608"/>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18609"/>
            <p:cNvSpPr/>
            <p:nvPr/>
          </p:nvSpPr>
          <p:spPr>
            <a:xfrm>
              <a:off x="25557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18610"/>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18611"/>
            <p:cNvSpPr/>
            <p:nvPr/>
          </p:nvSpPr>
          <p:spPr>
            <a:xfrm>
              <a:off x="2885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18612"/>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18613"/>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18614"/>
            <p:cNvSpPr/>
            <p:nvPr/>
          </p:nvSpPr>
          <p:spPr>
            <a:xfrm>
              <a:off x="3492500" y="5168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18615"/>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18616"/>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18617"/>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18618"/>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18619"/>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18620"/>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18621"/>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18" name="obj_18622"/>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19" name="obj_18623"/>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20" name="obj_18624"/>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21" name="obj_18625"/>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22" name="obj_18626"/>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23" name="obj_18627"/>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24" name="obj_18628"/>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325" name="obj_18629"/>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326" name="obj_18630"/>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27" name="obj_18631"/>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328" name="obj_18632"/>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329" name="obj_18633"/>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330" name="obj_18634"/>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331" name="obj_18635"/>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332" name="obj_18636"/>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333" name="obj_18637"/>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334" name="obj_18638"/>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335" name="obj_18639"/>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36" name="obj_18640"/>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37" name="obj_18641"/>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38" name="obj_18642"/>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39" name="obj_18643"/>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40" name="obj_18644"/>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41" name="obj_18645"/>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342" name="obj_18646"/>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343" name="obj_18647"/>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4" name="obj_18648"/>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5" name="obj_18649"/>
            <p:cNvCxnSpPr/>
            <p:nvPr/>
          </p:nvCxnSpPr>
          <p:spPr>
            <a:xfrm>
              <a:off x="19812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6" name="obj_18650"/>
            <p:cNvCxnSpPr/>
            <p:nvPr/>
          </p:nvCxnSpPr>
          <p:spPr>
            <a:xfrm>
              <a:off x="23114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7" name="obj_18651"/>
            <p:cNvCxnSpPr/>
            <p:nvPr/>
          </p:nvCxnSpPr>
          <p:spPr>
            <a:xfrm>
              <a:off x="26416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8" name="obj_18652"/>
            <p:cNvCxnSpPr/>
            <p:nvPr/>
          </p:nvCxnSpPr>
          <p:spPr>
            <a:xfrm>
              <a:off x="2971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49" name="obj_18653"/>
            <p:cNvCxnSpPr/>
            <p:nvPr/>
          </p:nvCxnSpPr>
          <p:spPr>
            <a:xfrm>
              <a:off x="3302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50" name="obj_18654"/>
            <p:cNvCxnSpPr/>
            <p:nvPr/>
          </p:nvCxnSpPr>
          <p:spPr>
            <a:xfrm>
              <a:off x="36322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51" name="obj_18655"/>
            <p:cNvCxnSpPr/>
            <p:nvPr/>
          </p:nvCxnSpPr>
          <p:spPr>
            <a:xfrm>
              <a:off x="39624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52" name="obj_18656"/>
            <p:cNvCxnSpPr/>
            <p:nvPr/>
          </p:nvCxnSpPr>
          <p:spPr>
            <a:xfrm>
              <a:off x="42926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53" name="obj_18657"/>
            <p:cNvCxnSpPr/>
            <p:nvPr/>
          </p:nvCxnSpPr>
          <p:spPr>
            <a:xfrm>
              <a:off x="4622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54" name="obj_18658"/>
            <p:cNvCxnSpPr/>
            <p:nvPr/>
          </p:nvCxnSpPr>
          <p:spPr>
            <a:xfrm>
              <a:off x="4953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355" name="obj_18659"/>
          <p:cNvSpPr txBox="1"/>
          <p:nvPr/>
        </p:nvSpPr>
        <p:spPr>
          <a:xfrm>
            <a:off x="6794500" y="2146300"/>
            <a:ext cx="4635500" cy="2286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12 шагов</a:t>
            </a:r>
          </a:p>
          <a:p>
            <a:pPr algn="l">
              <a:lnSpc>
                <a:spcPct val="112000"/>
              </a:lnSpc>
              <a:spcBef>
                <a:spcPts val="0"/>
              </a:spcBef>
              <a:spcAft>
                <a:spcPts val="0"/>
              </a:spcAft>
            </a:pPr>
            <a:r>
              <a:rPr sz="3000" b="1">
                <a:solidFill>
                  <a:srgbClr val="352379"/>
                </a:solidFill>
                <a:latin typeface="Montserrat"/>
              </a:rPr>
              <a:t>Стоимость: 28</a:t>
            </a:r>
          </a:p>
          <a:p>
            <a:pPr algn="l">
              <a:lnSpc>
                <a:spcPct val="112000"/>
              </a:lnSpc>
              <a:spcBef>
                <a:spcPts val="0"/>
              </a:spcBef>
              <a:spcAft>
                <a:spcPts val="0"/>
              </a:spcAft>
            </a:pPr>
            <a:r>
              <a:rPr sz="3000" b="1">
                <a:solidFill>
                  <a:srgbClr val="352379"/>
                </a:solidFill>
                <a:latin typeface="Montserrat"/>
              </a:rPr>
              <a:t>Обработано: 102</a:t>
            </a:r>
          </a:p>
        </p:txBody>
      </p:sp>
      <p:sp>
        <p:nvSpPr>
          <p:cNvPr id="356" name="obj_18660"/>
          <p:cNvSpPr txBox="1"/>
          <p:nvPr/>
        </p:nvSpPr>
        <p:spPr>
          <a:xfrm>
            <a:off x="6794500" y="4660900"/>
            <a:ext cx="4635500" cy="952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BFS не учитывает цену входа.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59</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866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Дейкстра: оптимальная стоимость, широкий фронт</a:t>
            </a:r>
          </a:p>
        </p:txBody>
      </p:sp>
      <p:sp>
        <p:nvSpPr>
          <p:cNvPr id="12" name="obj_1866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Один и тот же эксперимент. Счётчики получены выполнением алгоритма.</a:t>
            </a:r>
          </a:p>
        </p:txBody>
      </p:sp>
      <p:grpSp>
        <p:nvGrpSpPr>
          <p:cNvPr id="2" name="result_dijkstra"/>
          <p:cNvGrpSpPr/>
          <p:nvPr/>
        </p:nvGrpSpPr>
        <p:grpSpPr>
          <a:xfrm>
            <a:off x="508000" y="1562100"/>
            <a:ext cx="5359400" cy="4013200"/>
            <a:chOff x="508000" y="1562100"/>
            <a:chExt cx="5359400" cy="4013200"/>
          </a:xfrm>
        </p:grpSpPr>
        <p:sp>
          <p:nvSpPr>
            <p:cNvPr id="13" name="obj_18664"/>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8665"/>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8666"/>
            <p:cNvSpPr/>
            <p:nvPr/>
          </p:nvSpPr>
          <p:spPr>
            <a:xfrm>
              <a:off x="904747"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8667"/>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8668"/>
            <p:cNvSpPr/>
            <p:nvPr/>
          </p:nvSpPr>
          <p:spPr>
            <a:xfrm>
              <a:off x="12349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8669"/>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8670"/>
            <p:cNvSpPr/>
            <p:nvPr/>
          </p:nvSpPr>
          <p:spPr>
            <a:xfrm>
              <a:off x="15651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8671"/>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8672"/>
            <p:cNvSpPr/>
            <p:nvPr/>
          </p:nvSpPr>
          <p:spPr>
            <a:xfrm>
              <a:off x="18953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8673"/>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8674"/>
            <p:cNvSpPr/>
            <p:nvPr/>
          </p:nvSpPr>
          <p:spPr>
            <a:xfrm>
              <a:off x="22255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8675"/>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8676"/>
            <p:cNvSpPr/>
            <p:nvPr/>
          </p:nvSpPr>
          <p:spPr>
            <a:xfrm>
              <a:off x="25557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8677"/>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8678"/>
            <p:cNvSpPr/>
            <p:nvPr/>
          </p:nvSpPr>
          <p:spPr>
            <a:xfrm>
              <a:off x="2885948" y="1920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8679"/>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8680"/>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8681"/>
            <p:cNvSpPr/>
            <p:nvPr/>
          </p:nvSpPr>
          <p:spPr>
            <a:xfrm>
              <a:off x="3492500" y="1866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8682"/>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8683"/>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8684"/>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8685"/>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8686"/>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8687"/>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8688"/>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8689"/>
            <p:cNvSpPr/>
            <p:nvPr/>
          </p:nvSpPr>
          <p:spPr>
            <a:xfrm>
              <a:off x="904747"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8690"/>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8691"/>
            <p:cNvSpPr/>
            <p:nvPr/>
          </p:nvSpPr>
          <p:spPr>
            <a:xfrm>
              <a:off x="12349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8692"/>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8693"/>
            <p:cNvSpPr/>
            <p:nvPr/>
          </p:nvSpPr>
          <p:spPr>
            <a:xfrm>
              <a:off x="15651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8694"/>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8695"/>
            <p:cNvSpPr/>
            <p:nvPr/>
          </p:nvSpPr>
          <p:spPr>
            <a:xfrm>
              <a:off x="18953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8696"/>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8697"/>
            <p:cNvSpPr/>
            <p:nvPr/>
          </p:nvSpPr>
          <p:spPr>
            <a:xfrm>
              <a:off x="22255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8698"/>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8699"/>
            <p:cNvSpPr/>
            <p:nvPr/>
          </p:nvSpPr>
          <p:spPr>
            <a:xfrm>
              <a:off x="25557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8700"/>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8701"/>
            <p:cNvSpPr/>
            <p:nvPr/>
          </p:nvSpPr>
          <p:spPr>
            <a:xfrm>
              <a:off x="28859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8702"/>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8703"/>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8704"/>
            <p:cNvSpPr/>
            <p:nvPr/>
          </p:nvSpPr>
          <p:spPr>
            <a:xfrm>
              <a:off x="3546348" y="2250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8705"/>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8706"/>
            <p:cNvSpPr/>
            <p:nvPr/>
          </p:nvSpPr>
          <p:spPr>
            <a:xfrm>
              <a:off x="3822700" y="2197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8707"/>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8708"/>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8709"/>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8710"/>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8711"/>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8712"/>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8713"/>
            <p:cNvSpPr/>
            <p:nvPr/>
          </p:nvSpPr>
          <p:spPr>
            <a:xfrm>
              <a:off x="904747"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8714"/>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8715"/>
            <p:cNvSpPr/>
            <p:nvPr/>
          </p:nvSpPr>
          <p:spPr>
            <a:xfrm>
              <a:off x="12349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8716"/>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8717"/>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8718"/>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8719"/>
            <p:cNvSpPr/>
            <p:nvPr/>
          </p:nvSpPr>
          <p:spPr>
            <a:xfrm>
              <a:off x="22255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8720"/>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8721"/>
            <p:cNvSpPr/>
            <p:nvPr/>
          </p:nvSpPr>
          <p:spPr>
            <a:xfrm>
              <a:off x="25557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8722"/>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8723"/>
            <p:cNvSpPr/>
            <p:nvPr/>
          </p:nvSpPr>
          <p:spPr>
            <a:xfrm>
              <a:off x="28859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8724"/>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8725"/>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8726"/>
            <p:cNvSpPr/>
            <p:nvPr/>
          </p:nvSpPr>
          <p:spPr>
            <a:xfrm>
              <a:off x="35463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8727"/>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8728"/>
            <p:cNvSpPr/>
            <p:nvPr/>
          </p:nvSpPr>
          <p:spPr>
            <a:xfrm>
              <a:off x="3876548" y="2581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8729"/>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8730"/>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8731"/>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8732"/>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8733"/>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8734"/>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8735"/>
            <p:cNvSpPr/>
            <p:nvPr/>
          </p:nvSpPr>
          <p:spPr>
            <a:xfrm>
              <a:off x="904747"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8736"/>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8737"/>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8738"/>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8739"/>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8740"/>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8741"/>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8742"/>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8743"/>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8744"/>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8745"/>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8746"/>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bj_18747"/>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8748"/>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8749"/>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bj_18750"/>
            <p:cNvSpPr/>
            <p:nvPr/>
          </p:nvSpPr>
          <p:spPr>
            <a:xfrm>
              <a:off x="3546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8751"/>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8752"/>
            <p:cNvSpPr/>
            <p:nvPr/>
          </p:nvSpPr>
          <p:spPr>
            <a:xfrm>
              <a:off x="3876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bj_18753"/>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8754"/>
            <p:cNvSpPr/>
            <p:nvPr/>
          </p:nvSpPr>
          <p:spPr>
            <a:xfrm>
              <a:off x="4206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8755"/>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8756"/>
            <p:cNvSpPr/>
            <p:nvPr/>
          </p:nvSpPr>
          <p:spPr>
            <a:xfrm>
              <a:off x="44831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8757"/>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8758"/>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8759"/>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8760"/>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8761"/>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8762"/>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8763"/>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8764"/>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8765"/>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8766"/>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8767"/>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8768"/>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8769"/>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8770"/>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0" name="obj_18771"/>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8772"/>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bj_18773"/>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3" name="obj_18774"/>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8775"/>
            <p:cNvSpPr/>
            <p:nvPr/>
          </p:nvSpPr>
          <p:spPr>
            <a:xfrm>
              <a:off x="2885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8776"/>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6" name="obj_18777"/>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8778"/>
            <p:cNvSpPr/>
            <p:nvPr/>
          </p:nvSpPr>
          <p:spPr>
            <a:xfrm>
              <a:off x="3216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8779"/>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29" name="obj_18780"/>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8781"/>
            <p:cNvSpPr/>
            <p:nvPr/>
          </p:nvSpPr>
          <p:spPr>
            <a:xfrm>
              <a:off x="3546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8782"/>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2" name="obj_18783"/>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8784"/>
            <p:cNvSpPr/>
            <p:nvPr/>
          </p:nvSpPr>
          <p:spPr>
            <a:xfrm>
              <a:off x="3876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8785"/>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5" name="obj_18786"/>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8787"/>
            <p:cNvSpPr/>
            <p:nvPr/>
          </p:nvSpPr>
          <p:spPr>
            <a:xfrm>
              <a:off x="41529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bj_18788"/>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38" name="obj_18789"/>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18790"/>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40" name="obj_18791"/>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18792"/>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8793"/>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bj_18794"/>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8795"/>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8796"/>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18797"/>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8798"/>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18799"/>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8800"/>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50" name="obj_18801"/>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18802"/>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18803"/>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8804"/>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8805"/>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8806"/>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18807"/>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57" name="obj_18808"/>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18809"/>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18810"/>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0" name="obj_18811"/>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18812"/>
            <p:cNvSpPr/>
            <p:nvPr/>
          </p:nvSpPr>
          <p:spPr>
            <a:xfrm>
              <a:off x="2885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18813"/>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3" name="obj_18814"/>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18815"/>
            <p:cNvSpPr/>
            <p:nvPr/>
          </p:nvSpPr>
          <p:spPr>
            <a:xfrm>
              <a:off x="3216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18816"/>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6" name="obj_18817"/>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18818"/>
            <p:cNvSpPr/>
            <p:nvPr/>
          </p:nvSpPr>
          <p:spPr>
            <a:xfrm>
              <a:off x="3546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18819"/>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69" name="obj_18820"/>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18821"/>
            <p:cNvSpPr/>
            <p:nvPr/>
          </p:nvSpPr>
          <p:spPr>
            <a:xfrm>
              <a:off x="3876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18822"/>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2" name="obj_18823"/>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18824"/>
            <p:cNvSpPr/>
            <p:nvPr/>
          </p:nvSpPr>
          <p:spPr>
            <a:xfrm>
              <a:off x="4206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18825"/>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5" name="obj_18826"/>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18827"/>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18828"/>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78" name="obj_18829"/>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18830"/>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18831"/>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18832"/>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8833"/>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83" name="obj_18834"/>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18835"/>
            <p:cNvSpPr/>
            <p:nvPr/>
          </p:nvSpPr>
          <p:spPr>
            <a:xfrm>
              <a:off x="54737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8836"/>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8837"/>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18838"/>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18839"/>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18840"/>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8841"/>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8842"/>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8843"/>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8844"/>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8845"/>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8846"/>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6" name="obj_18847"/>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8848"/>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8849"/>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99" name="obj_18850"/>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8851"/>
            <p:cNvSpPr/>
            <p:nvPr/>
          </p:nvSpPr>
          <p:spPr>
            <a:xfrm>
              <a:off x="2885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8852"/>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2" name="obj_18853"/>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8854"/>
            <p:cNvSpPr/>
            <p:nvPr/>
          </p:nvSpPr>
          <p:spPr>
            <a:xfrm>
              <a:off x="3216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8855"/>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5" name="obj_18856"/>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8857"/>
            <p:cNvSpPr/>
            <p:nvPr/>
          </p:nvSpPr>
          <p:spPr>
            <a:xfrm>
              <a:off x="3546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8858"/>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08" name="obj_18859"/>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8860"/>
            <p:cNvSpPr/>
            <p:nvPr/>
          </p:nvSpPr>
          <p:spPr>
            <a:xfrm>
              <a:off x="3876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8861"/>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1" name="obj_18862"/>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8863"/>
            <p:cNvSpPr/>
            <p:nvPr/>
          </p:nvSpPr>
          <p:spPr>
            <a:xfrm>
              <a:off x="4206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8864"/>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4" name="obj_18865"/>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8866"/>
            <p:cNvSpPr/>
            <p:nvPr/>
          </p:nvSpPr>
          <p:spPr>
            <a:xfrm>
              <a:off x="4536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8867"/>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217" name="obj_18868"/>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8869"/>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8870"/>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8871"/>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8872"/>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8873"/>
            <p:cNvSpPr/>
            <p:nvPr/>
          </p:nvSpPr>
          <p:spPr>
            <a:xfrm>
              <a:off x="5527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8874"/>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18875"/>
            <p:cNvSpPr/>
            <p:nvPr/>
          </p:nvSpPr>
          <p:spPr>
            <a:xfrm>
              <a:off x="904747"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18876"/>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18877"/>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18878"/>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18879"/>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18880"/>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18881"/>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18882"/>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18883"/>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18884"/>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18885"/>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18886"/>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18887"/>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18888"/>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18889"/>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18890"/>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18891"/>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18892"/>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18893"/>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18894"/>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18895"/>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18896"/>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18897"/>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bj_18898"/>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18899"/>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18900"/>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18901"/>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18902"/>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18903"/>
            <p:cNvSpPr/>
            <p:nvPr/>
          </p:nvSpPr>
          <p:spPr>
            <a:xfrm>
              <a:off x="5527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18904"/>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18905"/>
            <p:cNvSpPr/>
            <p:nvPr/>
          </p:nvSpPr>
          <p:spPr>
            <a:xfrm>
              <a:off x="904747"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18906"/>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18907"/>
            <p:cNvSpPr/>
            <p:nvPr/>
          </p:nvSpPr>
          <p:spPr>
            <a:xfrm>
              <a:off x="12349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18908"/>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18909"/>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18910"/>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18911"/>
            <p:cNvSpPr/>
            <p:nvPr/>
          </p:nvSpPr>
          <p:spPr>
            <a:xfrm>
              <a:off x="2225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18912"/>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18913"/>
            <p:cNvSpPr/>
            <p:nvPr/>
          </p:nvSpPr>
          <p:spPr>
            <a:xfrm>
              <a:off x="25557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18914"/>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18915"/>
            <p:cNvSpPr/>
            <p:nvPr/>
          </p:nvSpPr>
          <p:spPr>
            <a:xfrm>
              <a:off x="28859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18916"/>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18917"/>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18918"/>
            <p:cNvSpPr/>
            <p:nvPr/>
          </p:nvSpPr>
          <p:spPr>
            <a:xfrm>
              <a:off x="35463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18919"/>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18920"/>
            <p:cNvSpPr/>
            <p:nvPr/>
          </p:nvSpPr>
          <p:spPr>
            <a:xfrm>
              <a:off x="3876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18921"/>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18922"/>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18923"/>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18924"/>
            <p:cNvSpPr/>
            <p:nvPr/>
          </p:nvSpPr>
          <p:spPr>
            <a:xfrm>
              <a:off x="48671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bj_18925"/>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bj_18926"/>
            <p:cNvSpPr/>
            <p:nvPr/>
          </p:nvSpPr>
          <p:spPr>
            <a:xfrm>
              <a:off x="51973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bj_18927"/>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bj_18928"/>
            <p:cNvSpPr/>
            <p:nvPr/>
          </p:nvSpPr>
          <p:spPr>
            <a:xfrm>
              <a:off x="5527548" y="4562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bj_18929"/>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bj_18930"/>
            <p:cNvSpPr/>
            <p:nvPr/>
          </p:nvSpPr>
          <p:spPr>
            <a:xfrm>
              <a:off x="904747"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bj_18931"/>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bj_18932"/>
            <p:cNvSpPr/>
            <p:nvPr/>
          </p:nvSpPr>
          <p:spPr>
            <a:xfrm>
              <a:off x="1234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bj_18933"/>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bj_18934"/>
            <p:cNvSpPr/>
            <p:nvPr/>
          </p:nvSpPr>
          <p:spPr>
            <a:xfrm>
              <a:off x="15651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bj_18935"/>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bj_18936"/>
            <p:cNvSpPr/>
            <p:nvPr/>
          </p:nvSpPr>
          <p:spPr>
            <a:xfrm>
              <a:off x="1895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bj_18937"/>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bj_18938"/>
            <p:cNvSpPr/>
            <p:nvPr/>
          </p:nvSpPr>
          <p:spPr>
            <a:xfrm>
              <a:off x="22255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bj_18939"/>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bj_18940"/>
            <p:cNvSpPr/>
            <p:nvPr/>
          </p:nvSpPr>
          <p:spPr>
            <a:xfrm>
              <a:off x="25557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bj_18941"/>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bj_18942"/>
            <p:cNvSpPr/>
            <p:nvPr/>
          </p:nvSpPr>
          <p:spPr>
            <a:xfrm>
              <a:off x="2885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bj_18943"/>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bj_18944"/>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bj_18945"/>
            <p:cNvSpPr/>
            <p:nvPr/>
          </p:nvSpPr>
          <p:spPr>
            <a:xfrm>
              <a:off x="3546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bj_18946"/>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bj_18947"/>
            <p:cNvSpPr/>
            <p:nvPr/>
          </p:nvSpPr>
          <p:spPr>
            <a:xfrm>
              <a:off x="38765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bj_18948"/>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bj_18949"/>
            <p:cNvSpPr/>
            <p:nvPr/>
          </p:nvSpPr>
          <p:spPr>
            <a:xfrm>
              <a:off x="42067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bj_18950"/>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bj_18951"/>
            <p:cNvSpPr/>
            <p:nvPr/>
          </p:nvSpPr>
          <p:spPr>
            <a:xfrm>
              <a:off x="45369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bj_18952"/>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bj_18953"/>
            <p:cNvSpPr/>
            <p:nvPr/>
          </p:nvSpPr>
          <p:spPr>
            <a:xfrm>
              <a:off x="48671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bj_18954"/>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bj_18955"/>
            <p:cNvSpPr/>
            <p:nvPr/>
          </p:nvSpPr>
          <p:spPr>
            <a:xfrm>
              <a:off x="5197348" y="4892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bj_18956"/>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bj_18957"/>
            <p:cNvSpPr/>
            <p:nvPr/>
          </p:nvSpPr>
          <p:spPr>
            <a:xfrm>
              <a:off x="5473700" y="4838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bj_18958"/>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bj_18959"/>
            <p:cNvSpPr/>
            <p:nvPr/>
          </p:nvSpPr>
          <p:spPr>
            <a:xfrm>
              <a:off x="904747"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bj_18960"/>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bj_18961"/>
            <p:cNvSpPr/>
            <p:nvPr/>
          </p:nvSpPr>
          <p:spPr>
            <a:xfrm>
              <a:off x="1234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bj_18962"/>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bj_18963"/>
            <p:cNvSpPr/>
            <p:nvPr/>
          </p:nvSpPr>
          <p:spPr>
            <a:xfrm>
              <a:off x="15651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bj_18964"/>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bj_18965"/>
            <p:cNvSpPr/>
            <p:nvPr/>
          </p:nvSpPr>
          <p:spPr>
            <a:xfrm>
              <a:off x="18953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bj_18966"/>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bj_18967"/>
            <p:cNvSpPr/>
            <p:nvPr/>
          </p:nvSpPr>
          <p:spPr>
            <a:xfrm>
              <a:off x="22255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bj_18968"/>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bj_18969"/>
            <p:cNvSpPr/>
            <p:nvPr/>
          </p:nvSpPr>
          <p:spPr>
            <a:xfrm>
              <a:off x="25557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bj_18970"/>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bj_18971"/>
            <p:cNvSpPr/>
            <p:nvPr/>
          </p:nvSpPr>
          <p:spPr>
            <a:xfrm>
              <a:off x="2885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bj_18972"/>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bj_18973"/>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bj_18974"/>
            <p:cNvSpPr/>
            <p:nvPr/>
          </p:nvSpPr>
          <p:spPr>
            <a:xfrm>
              <a:off x="35463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bj_18975"/>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bj_18976"/>
            <p:cNvSpPr/>
            <p:nvPr/>
          </p:nvSpPr>
          <p:spPr>
            <a:xfrm>
              <a:off x="38765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bj_18977"/>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bj_18978"/>
            <p:cNvSpPr/>
            <p:nvPr/>
          </p:nvSpPr>
          <p:spPr>
            <a:xfrm>
              <a:off x="42067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bj_18979"/>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bj_18980"/>
            <p:cNvSpPr/>
            <p:nvPr/>
          </p:nvSpPr>
          <p:spPr>
            <a:xfrm>
              <a:off x="4536948" y="5222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bj_18981"/>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bj_18982"/>
            <p:cNvSpPr/>
            <p:nvPr/>
          </p:nvSpPr>
          <p:spPr>
            <a:xfrm>
              <a:off x="4813300" y="5168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bj_18983"/>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bj_18984"/>
            <p:cNvSpPr/>
            <p:nvPr/>
          </p:nvSpPr>
          <p:spPr>
            <a:xfrm>
              <a:off x="5143500" y="5168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bj_18985"/>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bj_18986"/>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336" name="obj_18987"/>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337" name="obj_18988"/>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338" name="obj_18989"/>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339" name="obj_18990"/>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340" name="obj_18991"/>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341" name="obj_18992"/>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342" name="obj_18993"/>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343" name="obj_18994"/>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344" name="obj_18995"/>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345" name="obj_18996"/>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346" name="obj_18997"/>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347" name="obj_18998"/>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348" name="obj_18999"/>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349" name="obj_19000"/>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350" name="obj_19001"/>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351" name="obj_19002"/>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352" name="obj_19003"/>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353" name="obj_19004"/>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354" name="obj_19005"/>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355" name="obj_19006"/>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356" name="obj_19007"/>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357" name="obj_19008"/>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358" name="obj_19009"/>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359" name="obj_19010"/>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360" name="obj_19011"/>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361" name="obj_19012"/>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2" name="obj_19013"/>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3" name="obj_19014"/>
            <p:cNvCxnSpPr/>
            <p:nvPr/>
          </p:nvCxnSpPr>
          <p:spPr>
            <a:xfrm>
              <a:off x="1981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4" name="obj_19015"/>
            <p:cNvCxnSpPr/>
            <p:nvPr/>
          </p:nvCxnSpPr>
          <p:spPr>
            <a:xfrm>
              <a:off x="1981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5" name="obj_19016"/>
            <p:cNvCxnSpPr/>
            <p:nvPr/>
          </p:nvCxnSpPr>
          <p:spPr>
            <a:xfrm>
              <a:off x="1981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6" name="obj_19017"/>
            <p:cNvCxnSpPr/>
            <p:nvPr/>
          </p:nvCxnSpPr>
          <p:spPr>
            <a:xfrm>
              <a:off x="2311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7" name="obj_19018"/>
            <p:cNvCxnSpPr/>
            <p:nvPr/>
          </p:nvCxnSpPr>
          <p:spPr>
            <a:xfrm>
              <a:off x="2641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8" name="obj_19019"/>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69" name="obj_19020"/>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0" name="obj_19021"/>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1" name="obj_19022"/>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2" name="obj_19023"/>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3" name="obj_19024"/>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4" name="obj_19025"/>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5" name="obj_19026"/>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76" name="obj_19027"/>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377" name="obj_19028"/>
          <p:cNvSpPr txBox="1"/>
          <p:nvPr/>
        </p:nvSpPr>
        <p:spPr>
          <a:xfrm>
            <a:off x="6794500" y="2146300"/>
            <a:ext cx="4635500" cy="2286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16 шагов</a:t>
            </a:r>
          </a:p>
          <a:p>
            <a:pPr algn="l">
              <a:lnSpc>
                <a:spcPct val="112000"/>
              </a:lnSpc>
              <a:spcBef>
                <a:spcPts val="0"/>
              </a:spcBef>
              <a:spcAft>
                <a:spcPts val="0"/>
              </a:spcAft>
            </a:pPr>
            <a:r>
              <a:rPr sz="3000" b="1">
                <a:solidFill>
                  <a:srgbClr val="352379"/>
                </a:solidFill>
                <a:latin typeface="Montserrat"/>
              </a:rPr>
              <a:t>Стоимость: 16</a:t>
            </a:r>
          </a:p>
          <a:p>
            <a:pPr algn="l">
              <a:lnSpc>
                <a:spcPct val="112000"/>
              </a:lnSpc>
              <a:spcBef>
                <a:spcPts val="0"/>
              </a:spcBef>
              <a:spcAft>
                <a:spcPts val="0"/>
              </a:spcAft>
            </a:pPr>
            <a:r>
              <a:rPr sz="3000" b="1">
                <a:solidFill>
                  <a:srgbClr val="352379"/>
                </a:solidFill>
                <a:latin typeface="Montserrat"/>
              </a:rPr>
              <a:t>Обработано: 118</a:t>
            </a:r>
          </a:p>
        </p:txBody>
      </p:sp>
      <p:sp>
        <p:nvSpPr>
          <p:cNvPr id="378" name="obj_19029"/>
          <p:cNvSpPr txBox="1"/>
          <p:nvPr/>
        </p:nvSpPr>
        <p:spPr>
          <a:xfrm>
            <a:off x="6794500" y="4660900"/>
            <a:ext cx="4635500" cy="952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Приоритет g не направляет поиск к 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60</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9030"/>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Greedy: мало работы, но цена 28</a:t>
            </a:r>
          </a:p>
        </p:txBody>
      </p:sp>
      <p:sp>
        <p:nvSpPr>
          <p:cNvPr id="12" name="obj_19031"/>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Один и тот же эксперимент. Счётчики получены выполнением алгоритма.</a:t>
            </a:r>
          </a:p>
        </p:txBody>
      </p:sp>
      <p:grpSp>
        <p:nvGrpSpPr>
          <p:cNvPr id="2" name="result_greedy"/>
          <p:cNvGrpSpPr/>
          <p:nvPr/>
        </p:nvGrpSpPr>
        <p:grpSpPr>
          <a:xfrm>
            <a:off x="508000" y="1562100"/>
            <a:ext cx="5359400" cy="4013200"/>
            <a:chOff x="508000" y="1562100"/>
            <a:chExt cx="5359400" cy="4013200"/>
          </a:xfrm>
        </p:grpSpPr>
        <p:sp>
          <p:nvSpPr>
            <p:cNvPr id="13" name="obj_19033"/>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9034"/>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9035"/>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9036"/>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9037"/>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9038"/>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9039"/>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9040"/>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9041"/>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9042"/>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9043"/>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9044"/>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9045"/>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9046"/>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9047"/>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9048"/>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9049"/>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9050"/>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9051"/>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9052"/>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9053"/>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9054"/>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9055"/>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9056"/>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9057"/>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9058"/>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9059"/>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9060"/>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9061"/>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9062"/>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9063"/>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9064"/>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9065"/>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9066"/>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9067"/>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9068"/>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9069"/>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9070"/>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9071"/>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9072"/>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9073"/>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9074"/>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9075"/>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9076"/>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9077"/>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9078"/>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9079"/>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9080"/>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9081"/>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9082"/>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9083"/>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9084"/>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9085"/>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9086"/>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9087"/>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9088"/>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9089"/>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9090"/>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9091"/>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9092"/>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9093"/>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9094"/>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9095"/>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9096"/>
            <p:cNvSpPr/>
            <p:nvPr/>
          </p:nvSpPr>
          <p:spPr>
            <a:xfrm>
              <a:off x="1181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9097"/>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9098"/>
            <p:cNvSpPr/>
            <p:nvPr/>
          </p:nvSpPr>
          <p:spPr>
            <a:xfrm>
              <a:off x="1511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9099"/>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9100"/>
            <p:cNvSpPr/>
            <p:nvPr/>
          </p:nvSpPr>
          <p:spPr>
            <a:xfrm>
              <a:off x="18415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9101"/>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9102"/>
            <p:cNvSpPr/>
            <p:nvPr/>
          </p:nvSpPr>
          <p:spPr>
            <a:xfrm>
              <a:off x="21717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9103"/>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4" name="obj_19104"/>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9105"/>
            <p:cNvSpPr/>
            <p:nvPr/>
          </p:nvSpPr>
          <p:spPr>
            <a:xfrm>
              <a:off x="25019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9106"/>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87" name="obj_19107"/>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9108"/>
            <p:cNvSpPr/>
            <p:nvPr/>
          </p:nvSpPr>
          <p:spPr>
            <a:xfrm>
              <a:off x="2832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9109"/>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0" name="obj_19110"/>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9111"/>
            <p:cNvSpPr/>
            <p:nvPr/>
          </p:nvSpPr>
          <p:spPr>
            <a:xfrm>
              <a:off x="3162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9112"/>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3" name="obj_19113"/>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9114"/>
            <p:cNvSpPr/>
            <p:nvPr/>
          </p:nvSpPr>
          <p:spPr>
            <a:xfrm>
              <a:off x="34925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9115"/>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 name="obj_19116"/>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9117"/>
            <p:cNvSpPr/>
            <p:nvPr/>
          </p:nvSpPr>
          <p:spPr>
            <a:xfrm>
              <a:off x="38227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9118"/>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9" name="obj_19119"/>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9120"/>
            <p:cNvSpPr/>
            <p:nvPr/>
          </p:nvSpPr>
          <p:spPr>
            <a:xfrm>
              <a:off x="41529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9121"/>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2" name="obj_19122"/>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9123"/>
            <p:cNvSpPr/>
            <p:nvPr/>
          </p:nvSpPr>
          <p:spPr>
            <a:xfrm>
              <a:off x="4483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bj_19124"/>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5" name="obj_19125"/>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bj_19126"/>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9127"/>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bj_19128"/>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9129"/>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bj_19130"/>
            <p:cNvSpPr/>
            <p:nvPr/>
          </p:nvSpPr>
          <p:spPr>
            <a:xfrm>
              <a:off x="8509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9131"/>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bj_19132"/>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9133"/>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9134"/>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15" name="obj_19135"/>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9136"/>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9137"/>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9138"/>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9139"/>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9140"/>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9141"/>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2" name="obj_19142"/>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19143"/>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9144"/>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5" name="obj_19145"/>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9146"/>
            <p:cNvSpPr/>
            <p:nvPr/>
          </p:nvSpPr>
          <p:spPr>
            <a:xfrm>
              <a:off x="2885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9147"/>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8" name="obj_19148"/>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bj_19149"/>
            <p:cNvSpPr/>
            <p:nvPr/>
          </p:nvSpPr>
          <p:spPr>
            <a:xfrm>
              <a:off x="3216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9150"/>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1" name="obj_19151"/>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bj_19152"/>
            <p:cNvSpPr/>
            <p:nvPr/>
          </p:nvSpPr>
          <p:spPr>
            <a:xfrm>
              <a:off x="3546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9153"/>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4" name="obj_19154"/>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bj_19155"/>
            <p:cNvSpPr/>
            <p:nvPr/>
          </p:nvSpPr>
          <p:spPr>
            <a:xfrm>
              <a:off x="3876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9156"/>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7" name="obj_19157"/>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19158"/>
            <p:cNvSpPr/>
            <p:nvPr/>
          </p:nvSpPr>
          <p:spPr>
            <a:xfrm>
              <a:off x="4206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bj_19159"/>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0" name="obj_19160"/>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bj_19161"/>
            <p:cNvSpPr/>
            <p:nvPr/>
          </p:nvSpPr>
          <p:spPr>
            <a:xfrm>
              <a:off x="4536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9162"/>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3" name="obj_19163"/>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9164"/>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9165"/>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bj_19166"/>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9167"/>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48" name="obj_19168"/>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9169"/>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19170"/>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bj_19171"/>
            <p:cNvSpPr/>
            <p:nvPr/>
          </p:nvSpPr>
          <p:spPr>
            <a:xfrm>
              <a:off x="1181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19172"/>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9173"/>
            <p:cNvSpPr/>
            <p:nvPr/>
          </p:nvSpPr>
          <p:spPr>
            <a:xfrm>
              <a:off x="1511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9174"/>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9175"/>
            <p:cNvSpPr/>
            <p:nvPr/>
          </p:nvSpPr>
          <p:spPr>
            <a:xfrm>
              <a:off x="1841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19176"/>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19177"/>
            <p:cNvSpPr/>
            <p:nvPr/>
          </p:nvSpPr>
          <p:spPr>
            <a:xfrm>
              <a:off x="2171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19178"/>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59" name="obj_19179"/>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19180"/>
            <p:cNvSpPr/>
            <p:nvPr/>
          </p:nvSpPr>
          <p:spPr>
            <a:xfrm>
              <a:off x="2501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19181"/>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2" name="obj_19182"/>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bj_19183"/>
            <p:cNvSpPr/>
            <p:nvPr/>
          </p:nvSpPr>
          <p:spPr>
            <a:xfrm>
              <a:off x="2832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19184"/>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5" name="obj_19185"/>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bj_19186"/>
            <p:cNvSpPr/>
            <p:nvPr/>
          </p:nvSpPr>
          <p:spPr>
            <a:xfrm>
              <a:off x="3162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19187"/>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8" name="obj_19188"/>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bj_19189"/>
            <p:cNvSpPr/>
            <p:nvPr/>
          </p:nvSpPr>
          <p:spPr>
            <a:xfrm>
              <a:off x="3492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19190"/>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1" name="obj_19191"/>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bj_19192"/>
            <p:cNvSpPr/>
            <p:nvPr/>
          </p:nvSpPr>
          <p:spPr>
            <a:xfrm>
              <a:off x="3822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19193"/>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4" name="obj_19194"/>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bj_19195"/>
            <p:cNvSpPr/>
            <p:nvPr/>
          </p:nvSpPr>
          <p:spPr>
            <a:xfrm>
              <a:off x="4152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19196"/>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7" name="obj_19197"/>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bj_19198"/>
            <p:cNvSpPr/>
            <p:nvPr/>
          </p:nvSpPr>
          <p:spPr>
            <a:xfrm>
              <a:off x="4483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19199"/>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0" name="obj_19200"/>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bj_19201"/>
            <p:cNvSpPr/>
            <p:nvPr/>
          </p:nvSpPr>
          <p:spPr>
            <a:xfrm>
              <a:off x="4813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9202"/>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19203"/>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bj_19204"/>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9205"/>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9206"/>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19207"/>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19208"/>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19209"/>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9210"/>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9211"/>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9212"/>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9213"/>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9214"/>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9215"/>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19216"/>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9217"/>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9218"/>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19219"/>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9220"/>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9221"/>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19222"/>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9223"/>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9224"/>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19225"/>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9226"/>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9227"/>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19228"/>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9229"/>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9230"/>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19231"/>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9232"/>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9233"/>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19234"/>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9235"/>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9236"/>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19237"/>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9238"/>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9239"/>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9240"/>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9241"/>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9242"/>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9243"/>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19244"/>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19245"/>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19246"/>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19247"/>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19248"/>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19249"/>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19250"/>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19251"/>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19252"/>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19253"/>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19254"/>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19255"/>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19256"/>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19257"/>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19258"/>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19259"/>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19260"/>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19261"/>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19262"/>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19263"/>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19264"/>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45" name="obj_19265"/>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46" name="obj_19266"/>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47" name="obj_19267"/>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48" name="obj_19268"/>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49" name="obj_19269"/>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50" name="obj_19270"/>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51" name="obj_19271"/>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52" name="obj_19272"/>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53" name="obj_19273"/>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54" name="obj_19274"/>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55" name="obj_19275"/>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56" name="obj_19276"/>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57" name="obj_19277"/>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58" name="obj_19278"/>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59" name="obj_19279"/>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60" name="obj_19280"/>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61" name="obj_19281"/>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62" name="obj_19282"/>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63" name="obj_19283"/>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64" name="obj_19284"/>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65" name="obj_19285"/>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66" name="obj_19286"/>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67" name="obj_19287"/>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68" name="obj_19288"/>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69" name="obj_19289"/>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270" name="obj_19290"/>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1" name="obj_19291"/>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2" name="obj_19292"/>
            <p:cNvCxnSpPr/>
            <p:nvPr/>
          </p:nvCxnSpPr>
          <p:spPr>
            <a:xfrm>
              <a:off x="19812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3" name="obj_19293"/>
            <p:cNvCxnSpPr/>
            <p:nvPr/>
          </p:nvCxnSpPr>
          <p:spPr>
            <a:xfrm>
              <a:off x="23114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4" name="obj_19294"/>
            <p:cNvCxnSpPr/>
            <p:nvPr/>
          </p:nvCxnSpPr>
          <p:spPr>
            <a:xfrm>
              <a:off x="26416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5" name="obj_19295"/>
            <p:cNvCxnSpPr/>
            <p:nvPr/>
          </p:nvCxnSpPr>
          <p:spPr>
            <a:xfrm>
              <a:off x="2971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6" name="obj_19296"/>
            <p:cNvCxnSpPr/>
            <p:nvPr/>
          </p:nvCxnSpPr>
          <p:spPr>
            <a:xfrm>
              <a:off x="3302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7" name="obj_19297"/>
            <p:cNvCxnSpPr/>
            <p:nvPr/>
          </p:nvCxnSpPr>
          <p:spPr>
            <a:xfrm>
              <a:off x="36322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8" name="obj_19298"/>
            <p:cNvCxnSpPr/>
            <p:nvPr/>
          </p:nvCxnSpPr>
          <p:spPr>
            <a:xfrm>
              <a:off x="39624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79" name="obj_19299"/>
            <p:cNvCxnSpPr/>
            <p:nvPr/>
          </p:nvCxnSpPr>
          <p:spPr>
            <a:xfrm>
              <a:off x="42926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80" name="obj_19300"/>
            <p:cNvCxnSpPr/>
            <p:nvPr/>
          </p:nvCxnSpPr>
          <p:spPr>
            <a:xfrm>
              <a:off x="4622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281" name="obj_19301"/>
            <p:cNvCxnSpPr/>
            <p:nvPr/>
          </p:nvCxnSpPr>
          <p:spPr>
            <a:xfrm>
              <a:off x="4953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282" name="obj_19302"/>
          <p:cNvSpPr txBox="1"/>
          <p:nvPr/>
        </p:nvSpPr>
        <p:spPr>
          <a:xfrm>
            <a:off x="6794500" y="2146300"/>
            <a:ext cx="4635500" cy="2286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12 шагов</a:t>
            </a:r>
          </a:p>
          <a:p>
            <a:pPr algn="l">
              <a:lnSpc>
                <a:spcPct val="112000"/>
              </a:lnSpc>
              <a:spcBef>
                <a:spcPts val="0"/>
              </a:spcBef>
              <a:spcAft>
                <a:spcPts val="0"/>
              </a:spcAft>
            </a:pPr>
            <a:r>
              <a:rPr sz="3000" b="1">
                <a:solidFill>
                  <a:srgbClr val="352379"/>
                </a:solidFill>
                <a:latin typeface="Montserrat"/>
              </a:rPr>
              <a:t>Стоимость: 28</a:t>
            </a:r>
          </a:p>
          <a:p>
            <a:pPr algn="l">
              <a:lnSpc>
                <a:spcPct val="112000"/>
              </a:lnSpc>
              <a:spcBef>
                <a:spcPts val="0"/>
              </a:spcBef>
              <a:spcAft>
                <a:spcPts val="0"/>
              </a:spcAft>
            </a:pPr>
            <a:r>
              <a:rPr sz="3000" b="1">
                <a:solidFill>
                  <a:srgbClr val="352379"/>
                </a:solidFill>
                <a:latin typeface="Montserrat"/>
              </a:rPr>
              <a:t>Обработано: 12</a:t>
            </a:r>
          </a:p>
        </p:txBody>
      </p:sp>
      <p:sp>
        <p:nvSpPr>
          <p:cNvPr id="283" name="obj_19303"/>
          <p:cNvSpPr txBox="1"/>
          <p:nvPr/>
        </p:nvSpPr>
        <p:spPr>
          <a:xfrm>
            <a:off x="6794500" y="4660900"/>
            <a:ext cx="4635500" cy="952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Минимум h ведёт через болото.</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61</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9304"/>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A*: оптимальный обход с эвристикой</a:t>
            </a:r>
          </a:p>
        </p:txBody>
      </p:sp>
      <p:sp>
        <p:nvSpPr>
          <p:cNvPr id="12" name="obj_19305"/>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Один и тот же эксперимент. Счётчики получены выполнением алгоритма.</a:t>
            </a:r>
          </a:p>
        </p:txBody>
      </p:sp>
      <p:grpSp>
        <p:nvGrpSpPr>
          <p:cNvPr id="2" name="result_astar"/>
          <p:cNvGrpSpPr/>
          <p:nvPr/>
        </p:nvGrpSpPr>
        <p:grpSpPr>
          <a:xfrm>
            <a:off x="508000" y="1562100"/>
            <a:ext cx="5359400" cy="4013200"/>
            <a:chOff x="508000" y="1562100"/>
            <a:chExt cx="5359400" cy="4013200"/>
          </a:xfrm>
        </p:grpSpPr>
        <p:sp>
          <p:nvSpPr>
            <p:cNvPr id="13" name="obj_19307"/>
            <p:cNvSpPr/>
            <p:nvPr/>
          </p:nvSpPr>
          <p:spPr>
            <a:xfrm>
              <a:off x="508000" y="1562100"/>
              <a:ext cx="5359400" cy="4013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9308"/>
            <p:cNvSpPr/>
            <p:nvPr/>
          </p:nvSpPr>
          <p:spPr>
            <a:xfrm>
              <a:off x="825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9309"/>
            <p:cNvSpPr/>
            <p:nvPr/>
          </p:nvSpPr>
          <p:spPr>
            <a:xfrm>
              <a:off x="1155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bj_19310"/>
            <p:cNvSpPr/>
            <p:nvPr/>
          </p:nvSpPr>
          <p:spPr>
            <a:xfrm>
              <a:off x="1485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bj_19311"/>
            <p:cNvSpPr/>
            <p:nvPr/>
          </p:nvSpPr>
          <p:spPr>
            <a:xfrm>
              <a:off x="1816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9312"/>
            <p:cNvSpPr/>
            <p:nvPr/>
          </p:nvSpPr>
          <p:spPr>
            <a:xfrm>
              <a:off x="2146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9313"/>
            <p:cNvSpPr/>
            <p:nvPr/>
          </p:nvSpPr>
          <p:spPr>
            <a:xfrm>
              <a:off x="2476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bj_19314"/>
            <p:cNvSpPr/>
            <p:nvPr/>
          </p:nvSpPr>
          <p:spPr>
            <a:xfrm>
              <a:off x="2806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bj_19315"/>
            <p:cNvSpPr/>
            <p:nvPr/>
          </p:nvSpPr>
          <p:spPr>
            <a:xfrm>
              <a:off x="3136900" y="1841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bj_19316"/>
            <p:cNvSpPr/>
            <p:nvPr/>
          </p:nvSpPr>
          <p:spPr>
            <a:xfrm>
              <a:off x="3467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bj_19317"/>
            <p:cNvSpPr/>
            <p:nvPr/>
          </p:nvSpPr>
          <p:spPr>
            <a:xfrm>
              <a:off x="3797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bj_19318"/>
            <p:cNvSpPr/>
            <p:nvPr/>
          </p:nvSpPr>
          <p:spPr>
            <a:xfrm>
              <a:off x="41275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bj_19319"/>
            <p:cNvSpPr/>
            <p:nvPr/>
          </p:nvSpPr>
          <p:spPr>
            <a:xfrm>
              <a:off x="44577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bj_19320"/>
            <p:cNvSpPr/>
            <p:nvPr/>
          </p:nvSpPr>
          <p:spPr>
            <a:xfrm>
              <a:off x="47879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bj_19321"/>
            <p:cNvSpPr/>
            <p:nvPr/>
          </p:nvSpPr>
          <p:spPr>
            <a:xfrm>
              <a:off x="51181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bj_19322"/>
            <p:cNvSpPr/>
            <p:nvPr/>
          </p:nvSpPr>
          <p:spPr>
            <a:xfrm>
              <a:off x="5448300" y="1841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bj_19323"/>
            <p:cNvSpPr/>
            <p:nvPr/>
          </p:nvSpPr>
          <p:spPr>
            <a:xfrm>
              <a:off x="825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bj_19324"/>
            <p:cNvSpPr/>
            <p:nvPr/>
          </p:nvSpPr>
          <p:spPr>
            <a:xfrm>
              <a:off x="1155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bj_19325"/>
            <p:cNvSpPr/>
            <p:nvPr/>
          </p:nvSpPr>
          <p:spPr>
            <a:xfrm>
              <a:off x="1485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bj_19326"/>
            <p:cNvSpPr/>
            <p:nvPr/>
          </p:nvSpPr>
          <p:spPr>
            <a:xfrm>
              <a:off x="1816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bj_19327"/>
            <p:cNvSpPr/>
            <p:nvPr/>
          </p:nvSpPr>
          <p:spPr>
            <a:xfrm>
              <a:off x="2146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bj_19328"/>
            <p:cNvSpPr/>
            <p:nvPr/>
          </p:nvSpPr>
          <p:spPr>
            <a:xfrm>
              <a:off x="2476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bj_19329"/>
            <p:cNvSpPr/>
            <p:nvPr/>
          </p:nvSpPr>
          <p:spPr>
            <a:xfrm>
              <a:off x="2806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bj_19330"/>
            <p:cNvSpPr/>
            <p:nvPr/>
          </p:nvSpPr>
          <p:spPr>
            <a:xfrm>
              <a:off x="3136900" y="21717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bj_19331"/>
            <p:cNvSpPr/>
            <p:nvPr/>
          </p:nvSpPr>
          <p:spPr>
            <a:xfrm>
              <a:off x="3467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bj_19332"/>
            <p:cNvSpPr/>
            <p:nvPr/>
          </p:nvSpPr>
          <p:spPr>
            <a:xfrm>
              <a:off x="3797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bj_19333"/>
            <p:cNvSpPr/>
            <p:nvPr/>
          </p:nvSpPr>
          <p:spPr>
            <a:xfrm>
              <a:off x="41275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bj_19334"/>
            <p:cNvSpPr/>
            <p:nvPr/>
          </p:nvSpPr>
          <p:spPr>
            <a:xfrm>
              <a:off x="44577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bj_19335"/>
            <p:cNvSpPr/>
            <p:nvPr/>
          </p:nvSpPr>
          <p:spPr>
            <a:xfrm>
              <a:off x="47879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bj_19336"/>
            <p:cNvSpPr/>
            <p:nvPr/>
          </p:nvSpPr>
          <p:spPr>
            <a:xfrm>
              <a:off x="51181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bj_19337"/>
            <p:cNvSpPr/>
            <p:nvPr/>
          </p:nvSpPr>
          <p:spPr>
            <a:xfrm>
              <a:off x="5448300" y="2171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bj_19338"/>
            <p:cNvSpPr/>
            <p:nvPr/>
          </p:nvSpPr>
          <p:spPr>
            <a:xfrm>
              <a:off x="825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bj_19339"/>
            <p:cNvSpPr/>
            <p:nvPr/>
          </p:nvSpPr>
          <p:spPr>
            <a:xfrm>
              <a:off x="1155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bj_19340"/>
            <p:cNvSpPr/>
            <p:nvPr/>
          </p:nvSpPr>
          <p:spPr>
            <a:xfrm>
              <a:off x="1181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bj_19341"/>
            <p:cNvSpPr/>
            <p:nvPr/>
          </p:nvSpPr>
          <p:spPr>
            <a:xfrm>
              <a:off x="1485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bj_19342"/>
            <p:cNvSpPr/>
            <p:nvPr/>
          </p:nvSpPr>
          <p:spPr>
            <a:xfrm>
              <a:off x="18161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bj_19343"/>
            <p:cNvSpPr/>
            <p:nvPr/>
          </p:nvSpPr>
          <p:spPr>
            <a:xfrm>
              <a:off x="2146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bj_19344"/>
            <p:cNvSpPr/>
            <p:nvPr/>
          </p:nvSpPr>
          <p:spPr>
            <a:xfrm>
              <a:off x="21717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bj_19345"/>
            <p:cNvSpPr/>
            <p:nvPr/>
          </p:nvSpPr>
          <p:spPr>
            <a:xfrm>
              <a:off x="24765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bj_19346"/>
            <p:cNvSpPr/>
            <p:nvPr/>
          </p:nvSpPr>
          <p:spPr>
            <a:xfrm>
              <a:off x="25019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bj_19347"/>
            <p:cNvSpPr/>
            <p:nvPr/>
          </p:nvSpPr>
          <p:spPr>
            <a:xfrm>
              <a:off x="28067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bj_19348"/>
            <p:cNvSpPr/>
            <p:nvPr/>
          </p:nvSpPr>
          <p:spPr>
            <a:xfrm>
              <a:off x="2832100" y="2527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bj_19349"/>
            <p:cNvSpPr/>
            <p:nvPr/>
          </p:nvSpPr>
          <p:spPr>
            <a:xfrm>
              <a:off x="31369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bj_19350"/>
            <p:cNvSpPr/>
            <p:nvPr/>
          </p:nvSpPr>
          <p:spPr>
            <a:xfrm>
              <a:off x="3467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bj_19351"/>
            <p:cNvSpPr/>
            <p:nvPr/>
          </p:nvSpPr>
          <p:spPr>
            <a:xfrm>
              <a:off x="3797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bj_19352"/>
            <p:cNvSpPr/>
            <p:nvPr/>
          </p:nvSpPr>
          <p:spPr>
            <a:xfrm>
              <a:off x="41275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bj_19353"/>
            <p:cNvSpPr/>
            <p:nvPr/>
          </p:nvSpPr>
          <p:spPr>
            <a:xfrm>
              <a:off x="4457700" y="25019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bj_19354"/>
            <p:cNvSpPr/>
            <p:nvPr/>
          </p:nvSpPr>
          <p:spPr>
            <a:xfrm>
              <a:off x="47879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bj_19355"/>
            <p:cNvSpPr/>
            <p:nvPr/>
          </p:nvSpPr>
          <p:spPr>
            <a:xfrm>
              <a:off x="51181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bj_19356"/>
            <p:cNvSpPr/>
            <p:nvPr/>
          </p:nvSpPr>
          <p:spPr>
            <a:xfrm>
              <a:off x="5448300" y="2501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bj_19357"/>
            <p:cNvSpPr/>
            <p:nvPr/>
          </p:nvSpPr>
          <p:spPr>
            <a:xfrm>
              <a:off x="825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bj_19358"/>
            <p:cNvSpPr/>
            <p:nvPr/>
          </p:nvSpPr>
          <p:spPr>
            <a:xfrm>
              <a:off x="850900" y="2857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bj_19359"/>
            <p:cNvSpPr/>
            <p:nvPr/>
          </p:nvSpPr>
          <p:spPr>
            <a:xfrm>
              <a:off x="1155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bj_19360"/>
            <p:cNvSpPr/>
            <p:nvPr/>
          </p:nvSpPr>
          <p:spPr>
            <a:xfrm>
              <a:off x="1234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bj_19361"/>
            <p:cNvSpPr/>
            <p:nvPr/>
          </p:nvSpPr>
          <p:spPr>
            <a:xfrm>
              <a:off x="1485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bj_19362"/>
            <p:cNvSpPr/>
            <p:nvPr/>
          </p:nvSpPr>
          <p:spPr>
            <a:xfrm>
              <a:off x="15651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bj_19363"/>
            <p:cNvSpPr/>
            <p:nvPr/>
          </p:nvSpPr>
          <p:spPr>
            <a:xfrm>
              <a:off x="1816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bj_19364"/>
            <p:cNvSpPr/>
            <p:nvPr/>
          </p:nvSpPr>
          <p:spPr>
            <a:xfrm>
              <a:off x="18953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bj_19365"/>
            <p:cNvSpPr/>
            <p:nvPr/>
          </p:nvSpPr>
          <p:spPr>
            <a:xfrm>
              <a:off x="2146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bj_19366"/>
            <p:cNvSpPr/>
            <p:nvPr/>
          </p:nvSpPr>
          <p:spPr>
            <a:xfrm>
              <a:off x="22255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bj_19367"/>
            <p:cNvSpPr/>
            <p:nvPr/>
          </p:nvSpPr>
          <p:spPr>
            <a:xfrm>
              <a:off x="2476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bj_19368"/>
            <p:cNvSpPr/>
            <p:nvPr/>
          </p:nvSpPr>
          <p:spPr>
            <a:xfrm>
              <a:off x="25557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bj_19369"/>
            <p:cNvSpPr/>
            <p:nvPr/>
          </p:nvSpPr>
          <p:spPr>
            <a:xfrm>
              <a:off x="2806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bj_19370"/>
            <p:cNvSpPr/>
            <p:nvPr/>
          </p:nvSpPr>
          <p:spPr>
            <a:xfrm>
              <a:off x="2885948" y="29113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bj_19371"/>
            <p:cNvSpPr/>
            <p:nvPr/>
          </p:nvSpPr>
          <p:spPr>
            <a:xfrm>
              <a:off x="3136900" y="2832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bj_19372"/>
            <p:cNvSpPr/>
            <p:nvPr/>
          </p:nvSpPr>
          <p:spPr>
            <a:xfrm>
              <a:off x="3467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bj_19373"/>
            <p:cNvSpPr/>
            <p:nvPr/>
          </p:nvSpPr>
          <p:spPr>
            <a:xfrm>
              <a:off x="3797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bj_19374"/>
            <p:cNvSpPr/>
            <p:nvPr/>
          </p:nvSpPr>
          <p:spPr>
            <a:xfrm>
              <a:off x="41275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bj_19375"/>
            <p:cNvSpPr/>
            <p:nvPr/>
          </p:nvSpPr>
          <p:spPr>
            <a:xfrm>
              <a:off x="44577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bj_19376"/>
            <p:cNvSpPr/>
            <p:nvPr/>
          </p:nvSpPr>
          <p:spPr>
            <a:xfrm>
              <a:off x="47879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bj_19377"/>
            <p:cNvSpPr/>
            <p:nvPr/>
          </p:nvSpPr>
          <p:spPr>
            <a:xfrm>
              <a:off x="51181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bj_19378"/>
            <p:cNvSpPr/>
            <p:nvPr/>
          </p:nvSpPr>
          <p:spPr>
            <a:xfrm>
              <a:off x="5448300" y="2832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bj_19379"/>
            <p:cNvSpPr/>
            <p:nvPr/>
          </p:nvSpPr>
          <p:spPr>
            <a:xfrm>
              <a:off x="8255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bj_19380"/>
            <p:cNvSpPr/>
            <p:nvPr/>
          </p:nvSpPr>
          <p:spPr>
            <a:xfrm>
              <a:off x="904747"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bj_19381"/>
            <p:cNvSpPr/>
            <p:nvPr/>
          </p:nvSpPr>
          <p:spPr>
            <a:xfrm>
              <a:off x="11557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bj_19382"/>
            <p:cNvSpPr/>
            <p:nvPr/>
          </p:nvSpPr>
          <p:spPr>
            <a:xfrm>
              <a:off x="12349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bj_19383"/>
            <p:cNvSpPr/>
            <p:nvPr/>
          </p:nvSpPr>
          <p:spPr>
            <a:xfrm>
              <a:off x="1485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bj_19384"/>
            <p:cNvSpPr/>
            <p:nvPr/>
          </p:nvSpPr>
          <p:spPr>
            <a:xfrm>
              <a:off x="15651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bj_19385"/>
            <p:cNvSpPr/>
            <p:nvPr/>
          </p:nvSpPr>
          <p:spPr>
            <a:xfrm>
              <a:off x="1816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bj_19386"/>
            <p:cNvSpPr/>
            <p:nvPr/>
          </p:nvSpPr>
          <p:spPr>
            <a:xfrm>
              <a:off x="18953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bj_19387"/>
            <p:cNvSpPr/>
            <p:nvPr/>
          </p:nvSpPr>
          <p:spPr>
            <a:xfrm>
              <a:off x="2146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bj_19388"/>
            <p:cNvSpPr/>
            <p:nvPr/>
          </p:nvSpPr>
          <p:spPr>
            <a:xfrm>
              <a:off x="22255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bj_19389"/>
            <p:cNvSpPr txBox="1"/>
            <p:nvPr/>
          </p:nvSpPr>
          <p:spPr>
            <a:xfrm>
              <a:off x="2159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6" name="obj_19390"/>
            <p:cNvSpPr/>
            <p:nvPr/>
          </p:nvSpPr>
          <p:spPr>
            <a:xfrm>
              <a:off x="2476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bj_19391"/>
            <p:cNvSpPr/>
            <p:nvPr/>
          </p:nvSpPr>
          <p:spPr>
            <a:xfrm>
              <a:off x="2555748" y="32415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bj_19392"/>
            <p:cNvSpPr txBox="1"/>
            <p:nvPr/>
          </p:nvSpPr>
          <p:spPr>
            <a:xfrm>
              <a:off x="2489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99" name="obj_19393"/>
            <p:cNvSpPr/>
            <p:nvPr/>
          </p:nvSpPr>
          <p:spPr>
            <a:xfrm>
              <a:off x="2806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bj_19394"/>
            <p:cNvSpPr/>
            <p:nvPr/>
          </p:nvSpPr>
          <p:spPr>
            <a:xfrm>
              <a:off x="28321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bj_19395"/>
            <p:cNvSpPr txBox="1"/>
            <p:nvPr/>
          </p:nvSpPr>
          <p:spPr>
            <a:xfrm>
              <a:off x="2819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2" name="obj_19396"/>
            <p:cNvSpPr/>
            <p:nvPr/>
          </p:nvSpPr>
          <p:spPr>
            <a:xfrm>
              <a:off x="31369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bj_19397"/>
            <p:cNvSpPr txBox="1"/>
            <p:nvPr/>
          </p:nvSpPr>
          <p:spPr>
            <a:xfrm>
              <a:off x="31496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4" name="obj_19398"/>
            <p:cNvSpPr/>
            <p:nvPr/>
          </p:nvSpPr>
          <p:spPr>
            <a:xfrm>
              <a:off x="34671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bj_19399"/>
            <p:cNvSpPr txBox="1"/>
            <p:nvPr/>
          </p:nvSpPr>
          <p:spPr>
            <a:xfrm>
              <a:off x="34798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6" name="obj_19400"/>
            <p:cNvSpPr/>
            <p:nvPr/>
          </p:nvSpPr>
          <p:spPr>
            <a:xfrm>
              <a:off x="37973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bj_19401"/>
            <p:cNvSpPr txBox="1"/>
            <p:nvPr/>
          </p:nvSpPr>
          <p:spPr>
            <a:xfrm>
              <a:off x="38100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08" name="obj_19402"/>
            <p:cNvSpPr/>
            <p:nvPr/>
          </p:nvSpPr>
          <p:spPr>
            <a:xfrm>
              <a:off x="41275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bj_19403"/>
            <p:cNvSpPr txBox="1"/>
            <p:nvPr/>
          </p:nvSpPr>
          <p:spPr>
            <a:xfrm>
              <a:off x="41402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0" name="obj_19404"/>
            <p:cNvSpPr/>
            <p:nvPr/>
          </p:nvSpPr>
          <p:spPr>
            <a:xfrm>
              <a:off x="4457700" y="31623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bj_19405"/>
            <p:cNvSpPr txBox="1"/>
            <p:nvPr/>
          </p:nvSpPr>
          <p:spPr>
            <a:xfrm>
              <a:off x="4470400" y="32250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12" name="obj_19406"/>
            <p:cNvSpPr/>
            <p:nvPr/>
          </p:nvSpPr>
          <p:spPr>
            <a:xfrm>
              <a:off x="47879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bj_19407"/>
            <p:cNvSpPr/>
            <p:nvPr/>
          </p:nvSpPr>
          <p:spPr>
            <a:xfrm>
              <a:off x="4813300" y="31877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bj_19408"/>
            <p:cNvSpPr/>
            <p:nvPr/>
          </p:nvSpPr>
          <p:spPr>
            <a:xfrm>
              <a:off x="51181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bj_19409"/>
            <p:cNvSpPr/>
            <p:nvPr/>
          </p:nvSpPr>
          <p:spPr>
            <a:xfrm>
              <a:off x="5448300" y="3162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bj_19410"/>
            <p:cNvSpPr/>
            <p:nvPr/>
          </p:nvSpPr>
          <p:spPr>
            <a:xfrm>
              <a:off x="8255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bj_19411"/>
            <p:cNvSpPr/>
            <p:nvPr/>
          </p:nvSpPr>
          <p:spPr>
            <a:xfrm>
              <a:off x="904747"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bj_19412"/>
            <p:cNvSpPr/>
            <p:nvPr/>
          </p:nvSpPr>
          <p:spPr>
            <a:xfrm>
              <a:off x="11557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bj_19413"/>
            <p:cNvSpPr/>
            <p:nvPr/>
          </p:nvSpPr>
          <p:spPr>
            <a:xfrm>
              <a:off x="12349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bj_19414"/>
            <p:cNvSpPr/>
            <p:nvPr/>
          </p:nvSpPr>
          <p:spPr>
            <a:xfrm>
              <a:off x="1195324" y="3532124"/>
              <a:ext cx="237744" cy="237744"/>
            </a:xfrm>
            <a:prstGeom prst="rect">
              <a:avLst/>
            </a:prstGeom>
            <a:solidFill>
              <a:srgbClr val="216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bj_19415"/>
            <p:cNvSpPr txBox="1"/>
            <p:nvPr/>
          </p:nvSpPr>
          <p:spPr>
            <a:xfrm>
              <a:off x="11953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S</a:t>
              </a:r>
            </a:p>
          </p:txBody>
        </p:sp>
        <p:sp>
          <p:nvSpPr>
            <p:cNvPr id="122" name="obj_19416"/>
            <p:cNvSpPr/>
            <p:nvPr/>
          </p:nvSpPr>
          <p:spPr>
            <a:xfrm>
              <a:off x="1485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bj_19417"/>
            <p:cNvSpPr/>
            <p:nvPr/>
          </p:nvSpPr>
          <p:spPr>
            <a:xfrm>
              <a:off x="1565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bj_19418"/>
            <p:cNvSpPr/>
            <p:nvPr/>
          </p:nvSpPr>
          <p:spPr>
            <a:xfrm>
              <a:off x="1816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bj_19419"/>
            <p:cNvSpPr/>
            <p:nvPr/>
          </p:nvSpPr>
          <p:spPr>
            <a:xfrm>
              <a:off x="18953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bj_19420"/>
            <p:cNvSpPr/>
            <p:nvPr/>
          </p:nvSpPr>
          <p:spPr>
            <a:xfrm>
              <a:off x="2146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bj_19421"/>
            <p:cNvSpPr/>
            <p:nvPr/>
          </p:nvSpPr>
          <p:spPr>
            <a:xfrm>
              <a:off x="22255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bj_19422"/>
            <p:cNvSpPr txBox="1"/>
            <p:nvPr/>
          </p:nvSpPr>
          <p:spPr>
            <a:xfrm>
              <a:off x="2159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29" name="obj_19423"/>
            <p:cNvSpPr/>
            <p:nvPr/>
          </p:nvSpPr>
          <p:spPr>
            <a:xfrm>
              <a:off x="2476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bj_19424"/>
            <p:cNvSpPr/>
            <p:nvPr/>
          </p:nvSpPr>
          <p:spPr>
            <a:xfrm>
              <a:off x="25557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bj_19425"/>
            <p:cNvSpPr txBox="1"/>
            <p:nvPr/>
          </p:nvSpPr>
          <p:spPr>
            <a:xfrm>
              <a:off x="2489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2" name="obj_19426"/>
            <p:cNvSpPr/>
            <p:nvPr/>
          </p:nvSpPr>
          <p:spPr>
            <a:xfrm>
              <a:off x="2806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bj_19427"/>
            <p:cNvSpPr/>
            <p:nvPr/>
          </p:nvSpPr>
          <p:spPr>
            <a:xfrm>
              <a:off x="2832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bj_19428"/>
            <p:cNvSpPr txBox="1"/>
            <p:nvPr/>
          </p:nvSpPr>
          <p:spPr>
            <a:xfrm>
              <a:off x="2819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5" name="obj_19429"/>
            <p:cNvSpPr/>
            <p:nvPr/>
          </p:nvSpPr>
          <p:spPr>
            <a:xfrm>
              <a:off x="31369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bj_19430"/>
            <p:cNvSpPr txBox="1"/>
            <p:nvPr/>
          </p:nvSpPr>
          <p:spPr>
            <a:xfrm>
              <a:off x="31496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7" name="obj_19431"/>
            <p:cNvSpPr/>
            <p:nvPr/>
          </p:nvSpPr>
          <p:spPr>
            <a:xfrm>
              <a:off x="34671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bj_19432"/>
            <p:cNvSpPr txBox="1"/>
            <p:nvPr/>
          </p:nvSpPr>
          <p:spPr>
            <a:xfrm>
              <a:off x="34798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39" name="obj_19433"/>
            <p:cNvSpPr/>
            <p:nvPr/>
          </p:nvSpPr>
          <p:spPr>
            <a:xfrm>
              <a:off x="37973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bj_19434"/>
            <p:cNvSpPr txBox="1"/>
            <p:nvPr/>
          </p:nvSpPr>
          <p:spPr>
            <a:xfrm>
              <a:off x="38100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1" name="obj_19435"/>
            <p:cNvSpPr/>
            <p:nvPr/>
          </p:nvSpPr>
          <p:spPr>
            <a:xfrm>
              <a:off x="41275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bj_19436"/>
            <p:cNvSpPr txBox="1"/>
            <p:nvPr/>
          </p:nvSpPr>
          <p:spPr>
            <a:xfrm>
              <a:off x="41402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3" name="obj_19437"/>
            <p:cNvSpPr/>
            <p:nvPr/>
          </p:nvSpPr>
          <p:spPr>
            <a:xfrm>
              <a:off x="4457700" y="3492500"/>
              <a:ext cx="317500" cy="317500"/>
            </a:xfrm>
            <a:prstGeom prst="rect">
              <a:avLst/>
            </a:prstGeom>
            <a:solidFill>
              <a:srgbClr val="D8DFBD"/>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bj_19438"/>
            <p:cNvSpPr/>
            <p:nvPr/>
          </p:nvSpPr>
          <p:spPr>
            <a:xfrm>
              <a:off x="4483100" y="35179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bj_19439"/>
            <p:cNvSpPr txBox="1"/>
            <p:nvPr/>
          </p:nvSpPr>
          <p:spPr>
            <a:xfrm>
              <a:off x="4470400" y="35552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58662C"/>
                  </a:solidFill>
                  <a:latin typeface="Montserrat"/>
                </a:rPr>
                <a:t>∴3</a:t>
              </a:r>
            </a:p>
          </p:txBody>
        </p:sp>
        <p:sp>
          <p:nvSpPr>
            <p:cNvPr id="146" name="obj_19440"/>
            <p:cNvSpPr/>
            <p:nvPr/>
          </p:nvSpPr>
          <p:spPr>
            <a:xfrm>
              <a:off x="47879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bj_19441"/>
            <p:cNvSpPr/>
            <p:nvPr/>
          </p:nvSpPr>
          <p:spPr>
            <a:xfrm>
              <a:off x="4867148" y="35717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bj_19442"/>
            <p:cNvSpPr/>
            <p:nvPr/>
          </p:nvSpPr>
          <p:spPr>
            <a:xfrm>
              <a:off x="51181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bj_19443"/>
            <p:cNvSpPr/>
            <p:nvPr/>
          </p:nvSpPr>
          <p:spPr>
            <a:xfrm>
              <a:off x="5157724" y="3532124"/>
              <a:ext cx="237744" cy="237744"/>
            </a:xfrm>
            <a:prstGeom prst="rect">
              <a:avLst/>
            </a:prstGeom>
            <a:solidFill>
              <a:srgbClr val="245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bj_19444"/>
            <p:cNvSpPr txBox="1"/>
            <p:nvPr/>
          </p:nvSpPr>
          <p:spPr>
            <a:xfrm>
              <a:off x="5157724" y="3525520"/>
              <a:ext cx="237744" cy="264160"/>
            </a:xfrm>
            <a:prstGeom prst="rect">
              <a:avLst/>
            </a:prstGeom>
            <a:noFill/>
            <a:effectLst/>
          </p:spPr>
          <p:txBody>
            <a:bodyPr wrap="square" lIns="0" tIns="0" rIns="0" bIns="0">
              <a:spAutoFit/>
            </a:bodyPr>
            <a:lstStyle/>
            <a:p>
              <a:pPr algn="ctr">
                <a:lnSpc>
                  <a:spcPct val="112000"/>
                </a:lnSpc>
                <a:spcBef>
                  <a:spcPts val="0"/>
                </a:spcBef>
                <a:spcAft>
                  <a:spcPts val="0"/>
                </a:spcAft>
              </a:pPr>
              <a:r>
                <a:rPr sz="1378" b="1">
                  <a:solidFill>
                    <a:srgbClr val="FFFFFF"/>
                  </a:solidFill>
                  <a:latin typeface="Montserrat"/>
                </a:rPr>
                <a:t>G</a:t>
              </a:r>
            </a:p>
          </p:txBody>
        </p:sp>
        <p:sp>
          <p:nvSpPr>
            <p:cNvPr id="151" name="obj_19445"/>
            <p:cNvSpPr/>
            <p:nvPr/>
          </p:nvSpPr>
          <p:spPr>
            <a:xfrm>
              <a:off x="5448300" y="3492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bj_19446"/>
            <p:cNvSpPr/>
            <p:nvPr/>
          </p:nvSpPr>
          <p:spPr>
            <a:xfrm>
              <a:off x="8255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bj_19447"/>
            <p:cNvSpPr/>
            <p:nvPr/>
          </p:nvSpPr>
          <p:spPr>
            <a:xfrm>
              <a:off x="904747"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bj_19448"/>
            <p:cNvSpPr/>
            <p:nvPr/>
          </p:nvSpPr>
          <p:spPr>
            <a:xfrm>
              <a:off x="11557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bj_19449"/>
            <p:cNvSpPr/>
            <p:nvPr/>
          </p:nvSpPr>
          <p:spPr>
            <a:xfrm>
              <a:off x="12349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bj_19450"/>
            <p:cNvSpPr/>
            <p:nvPr/>
          </p:nvSpPr>
          <p:spPr>
            <a:xfrm>
              <a:off x="1485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bj_19451"/>
            <p:cNvSpPr/>
            <p:nvPr/>
          </p:nvSpPr>
          <p:spPr>
            <a:xfrm>
              <a:off x="1565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bj_19452"/>
            <p:cNvSpPr/>
            <p:nvPr/>
          </p:nvSpPr>
          <p:spPr>
            <a:xfrm>
              <a:off x="1816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bj_19453"/>
            <p:cNvSpPr/>
            <p:nvPr/>
          </p:nvSpPr>
          <p:spPr>
            <a:xfrm>
              <a:off x="1895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bj_19454"/>
            <p:cNvSpPr/>
            <p:nvPr/>
          </p:nvSpPr>
          <p:spPr>
            <a:xfrm>
              <a:off x="2146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bj_19455"/>
            <p:cNvSpPr/>
            <p:nvPr/>
          </p:nvSpPr>
          <p:spPr>
            <a:xfrm>
              <a:off x="22255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bj_19456"/>
            <p:cNvSpPr txBox="1"/>
            <p:nvPr/>
          </p:nvSpPr>
          <p:spPr>
            <a:xfrm>
              <a:off x="2159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3" name="obj_19457"/>
            <p:cNvSpPr/>
            <p:nvPr/>
          </p:nvSpPr>
          <p:spPr>
            <a:xfrm>
              <a:off x="2476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bj_19458"/>
            <p:cNvSpPr/>
            <p:nvPr/>
          </p:nvSpPr>
          <p:spPr>
            <a:xfrm>
              <a:off x="25557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bj_19459"/>
            <p:cNvSpPr txBox="1"/>
            <p:nvPr/>
          </p:nvSpPr>
          <p:spPr>
            <a:xfrm>
              <a:off x="2489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6" name="obj_19460"/>
            <p:cNvSpPr/>
            <p:nvPr/>
          </p:nvSpPr>
          <p:spPr>
            <a:xfrm>
              <a:off x="2806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bj_19461"/>
            <p:cNvSpPr/>
            <p:nvPr/>
          </p:nvSpPr>
          <p:spPr>
            <a:xfrm>
              <a:off x="2832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bj_19462"/>
            <p:cNvSpPr txBox="1"/>
            <p:nvPr/>
          </p:nvSpPr>
          <p:spPr>
            <a:xfrm>
              <a:off x="2819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69" name="obj_19463"/>
            <p:cNvSpPr/>
            <p:nvPr/>
          </p:nvSpPr>
          <p:spPr>
            <a:xfrm>
              <a:off x="31369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bj_19464"/>
            <p:cNvSpPr/>
            <p:nvPr/>
          </p:nvSpPr>
          <p:spPr>
            <a:xfrm>
              <a:off x="31623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bj_19465"/>
            <p:cNvSpPr txBox="1"/>
            <p:nvPr/>
          </p:nvSpPr>
          <p:spPr>
            <a:xfrm>
              <a:off x="31496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2" name="obj_19466"/>
            <p:cNvSpPr/>
            <p:nvPr/>
          </p:nvSpPr>
          <p:spPr>
            <a:xfrm>
              <a:off x="34671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bj_19467"/>
            <p:cNvSpPr/>
            <p:nvPr/>
          </p:nvSpPr>
          <p:spPr>
            <a:xfrm>
              <a:off x="34925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bj_19468"/>
            <p:cNvSpPr txBox="1"/>
            <p:nvPr/>
          </p:nvSpPr>
          <p:spPr>
            <a:xfrm>
              <a:off x="34798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5" name="obj_19469"/>
            <p:cNvSpPr/>
            <p:nvPr/>
          </p:nvSpPr>
          <p:spPr>
            <a:xfrm>
              <a:off x="37973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bj_19470"/>
            <p:cNvSpPr/>
            <p:nvPr/>
          </p:nvSpPr>
          <p:spPr>
            <a:xfrm>
              <a:off x="3822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bj_19471"/>
            <p:cNvSpPr txBox="1"/>
            <p:nvPr/>
          </p:nvSpPr>
          <p:spPr>
            <a:xfrm>
              <a:off x="38100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78" name="obj_19472"/>
            <p:cNvSpPr/>
            <p:nvPr/>
          </p:nvSpPr>
          <p:spPr>
            <a:xfrm>
              <a:off x="41275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bj_19473"/>
            <p:cNvSpPr/>
            <p:nvPr/>
          </p:nvSpPr>
          <p:spPr>
            <a:xfrm>
              <a:off x="41529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bj_19474"/>
            <p:cNvSpPr txBox="1"/>
            <p:nvPr/>
          </p:nvSpPr>
          <p:spPr>
            <a:xfrm>
              <a:off x="41402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1" name="obj_19475"/>
            <p:cNvSpPr/>
            <p:nvPr/>
          </p:nvSpPr>
          <p:spPr>
            <a:xfrm>
              <a:off x="4457700" y="3822700"/>
              <a:ext cx="317500" cy="317500"/>
            </a:xfrm>
            <a:prstGeom prst="rect">
              <a:avLst/>
            </a:prstGeom>
            <a:solidFill>
              <a:srgbClr val="CFE8F2"/>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bj_19476"/>
            <p:cNvSpPr/>
            <p:nvPr/>
          </p:nvSpPr>
          <p:spPr>
            <a:xfrm>
              <a:off x="44831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bj_19477"/>
            <p:cNvSpPr txBox="1"/>
            <p:nvPr/>
          </p:nvSpPr>
          <p:spPr>
            <a:xfrm>
              <a:off x="4470400" y="3885438"/>
              <a:ext cx="292100" cy="214630"/>
            </a:xfrm>
            <a:prstGeom prst="rect">
              <a:avLst/>
            </a:prstGeom>
            <a:noFill/>
            <a:effectLst/>
          </p:spPr>
          <p:txBody>
            <a:bodyPr wrap="square" lIns="0" tIns="0" rIns="0" bIns="0">
              <a:spAutoFit/>
            </a:bodyPr>
            <a:lstStyle/>
            <a:p>
              <a:pPr algn="ctr">
                <a:lnSpc>
                  <a:spcPct val="112000"/>
                </a:lnSpc>
                <a:spcBef>
                  <a:spcPts val="0"/>
                </a:spcBef>
                <a:spcAft>
                  <a:spcPts val="0"/>
                </a:spcAft>
              </a:pPr>
              <a:r>
                <a:rPr sz="1200" b="0">
                  <a:solidFill>
                    <a:srgbClr val="245B72"/>
                  </a:solidFill>
                  <a:latin typeface="Montserrat"/>
                </a:rPr>
                <a:t>≋2</a:t>
              </a:r>
            </a:p>
          </p:txBody>
        </p:sp>
        <p:sp>
          <p:nvSpPr>
            <p:cNvPr id="184" name="obj_19478"/>
            <p:cNvSpPr/>
            <p:nvPr/>
          </p:nvSpPr>
          <p:spPr>
            <a:xfrm>
              <a:off x="47879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bj_19479"/>
            <p:cNvSpPr/>
            <p:nvPr/>
          </p:nvSpPr>
          <p:spPr>
            <a:xfrm>
              <a:off x="48671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bj_19480"/>
            <p:cNvSpPr/>
            <p:nvPr/>
          </p:nvSpPr>
          <p:spPr>
            <a:xfrm>
              <a:off x="51181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bj_19481"/>
            <p:cNvSpPr/>
            <p:nvPr/>
          </p:nvSpPr>
          <p:spPr>
            <a:xfrm>
              <a:off x="5197348" y="39019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bj_19482"/>
            <p:cNvSpPr/>
            <p:nvPr/>
          </p:nvSpPr>
          <p:spPr>
            <a:xfrm>
              <a:off x="5448300" y="38227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bj_19483"/>
            <p:cNvSpPr/>
            <p:nvPr/>
          </p:nvSpPr>
          <p:spPr>
            <a:xfrm>
              <a:off x="5473700" y="38481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bj_19484"/>
            <p:cNvSpPr/>
            <p:nvPr/>
          </p:nvSpPr>
          <p:spPr>
            <a:xfrm>
              <a:off x="825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bj_19485"/>
            <p:cNvSpPr/>
            <p:nvPr/>
          </p:nvSpPr>
          <p:spPr>
            <a:xfrm>
              <a:off x="8509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bj_19486"/>
            <p:cNvSpPr/>
            <p:nvPr/>
          </p:nvSpPr>
          <p:spPr>
            <a:xfrm>
              <a:off x="1155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bj_19487"/>
            <p:cNvSpPr/>
            <p:nvPr/>
          </p:nvSpPr>
          <p:spPr>
            <a:xfrm>
              <a:off x="1234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bj_19488"/>
            <p:cNvSpPr/>
            <p:nvPr/>
          </p:nvSpPr>
          <p:spPr>
            <a:xfrm>
              <a:off x="1485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bj_19489"/>
            <p:cNvSpPr/>
            <p:nvPr/>
          </p:nvSpPr>
          <p:spPr>
            <a:xfrm>
              <a:off x="1565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bj_19490"/>
            <p:cNvSpPr/>
            <p:nvPr/>
          </p:nvSpPr>
          <p:spPr>
            <a:xfrm>
              <a:off x="1816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bj_19491"/>
            <p:cNvSpPr/>
            <p:nvPr/>
          </p:nvSpPr>
          <p:spPr>
            <a:xfrm>
              <a:off x="1895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bj_19492"/>
            <p:cNvSpPr/>
            <p:nvPr/>
          </p:nvSpPr>
          <p:spPr>
            <a:xfrm>
              <a:off x="2146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bj_19493"/>
            <p:cNvSpPr/>
            <p:nvPr/>
          </p:nvSpPr>
          <p:spPr>
            <a:xfrm>
              <a:off x="2225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bj_19494"/>
            <p:cNvSpPr/>
            <p:nvPr/>
          </p:nvSpPr>
          <p:spPr>
            <a:xfrm>
              <a:off x="2476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bj_19495"/>
            <p:cNvSpPr/>
            <p:nvPr/>
          </p:nvSpPr>
          <p:spPr>
            <a:xfrm>
              <a:off x="2555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bj_19496"/>
            <p:cNvSpPr/>
            <p:nvPr/>
          </p:nvSpPr>
          <p:spPr>
            <a:xfrm>
              <a:off x="2806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bj_19497"/>
            <p:cNvSpPr/>
            <p:nvPr/>
          </p:nvSpPr>
          <p:spPr>
            <a:xfrm>
              <a:off x="2885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bj_19498"/>
            <p:cNvSpPr/>
            <p:nvPr/>
          </p:nvSpPr>
          <p:spPr>
            <a:xfrm>
              <a:off x="3136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bj_19499"/>
            <p:cNvSpPr/>
            <p:nvPr/>
          </p:nvSpPr>
          <p:spPr>
            <a:xfrm>
              <a:off x="3216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bj_19500"/>
            <p:cNvSpPr/>
            <p:nvPr/>
          </p:nvSpPr>
          <p:spPr>
            <a:xfrm>
              <a:off x="3467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bj_19501"/>
            <p:cNvSpPr/>
            <p:nvPr/>
          </p:nvSpPr>
          <p:spPr>
            <a:xfrm>
              <a:off x="3546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bj_19502"/>
            <p:cNvSpPr/>
            <p:nvPr/>
          </p:nvSpPr>
          <p:spPr>
            <a:xfrm>
              <a:off x="3797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bj_19503"/>
            <p:cNvSpPr/>
            <p:nvPr/>
          </p:nvSpPr>
          <p:spPr>
            <a:xfrm>
              <a:off x="38765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bj_19504"/>
            <p:cNvSpPr/>
            <p:nvPr/>
          </p:nvSpPr>
          <p:spPr>
            <a:xfrm>
              <a:off x="41275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bj_19505"/>
            <p:cNvSpPr/>
            <p:nvPr/>
          </p:nvSpPr>
          <p:spPr>
            <a:xfrm>
              <a:off x="42067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bj_19506"/>
            <p:cNvSpPr/>
            <p:nvPr/>
          </p:nvSpPr>
          <p:spPr>
            <a:xfrm>
              <a:off x="44577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bj_19507"/>
            <p:cNvSpPr/>
            <p:nvPr/>
          </p:nvSpPr>
          <p:spPr>
            <a:xfrm>
              <a:off x="45369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bj_19508"/>
            <p:cNvSpPr/>
            <p:nvPr/>
          </p:nvSpPr>
          <p:spPr>
            <a:xfrm>
              <a:off x="47879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bj_19509"/>
            <p:cNvSpPr/>
            <p:nvPr/>
          </p:nvSpPr>
          <p:spPr>
            <a:xfrm>
              <a:off x="48671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bj_19510"/>
            <p:cNvSpPr/>
            <p:nvPr/>
          </p:nvSpPr>
          <p:spPr>
            <a:xfrm>
              <a:off x="51181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bj_19511"/>
            <p:cNvSpPr/>
            <p:nvPr/>
          </p:nvSpPr>
          <p:spPr>
            <a:xfrm>
              <a:off x="5197348" y="4232148"/>
              <a:ext cx="171704" cy="171704"/>
            </a:xfrm>
            <a:prstGeom prst="ellipse">
              <a:avLst/>
            </a:prstGeom>
            <a:solidFill>
              <a:srgbClr val="C8B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bj_19512"/>
            <p:cNvSpPr/>
            <p:nvPr/>
          </p:nvSpPr>
          <p:spPr>
            <a:xfrm>
              <a:off x="5448300" y="41529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bj_19513"/>
            <p:cNvSpPr/>
            <p:nvPr/>
          </p:nvSpPr>
          <p:spPr>
            <a:xfrm>
              <a:off x="5473700" y="41783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bj_19514"/>
            <p:cNvSpPr/>
            <p:nvPr/>
          </p:nvSpPr>
          <p:spPr>
            <a:xfrm>
              <a:off x="825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bj_19515"/>
            <p:cNvSpPr/>
            <p:nvPr/>
          </p:nvSpPr>
          <p:spPr>
            <a:xfrm>
              <a:off x="1155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bj_19516"/>
            <p:cNvSpPr/>
            <p:nvPr/>
          </p:nvSpPr>
          <p:spPr>
            <a:xfrm>
              <a:off x="1181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bj_19517"/>
            <p:cNvSpPr/>
            <p:nvPr/>
          </p:nvSpPr>
          <p:spPr>
            <a:xfrm>
              <a:off x="1485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bj_19518"/>
            <p:cNvSpPr/>
            <p:nvPr/>
          </p:nvSpPr>
          <p:spPr>
            <a:xfrm>
              <a:off x="18161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bj_19519"/>
            <p:cNvSpPr/>
            <p:nvPr/>
          </p:nvSpPr>
          <p:spPr>
            <a:xfrm>
              <a:off x="2146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bj_19520"/>
            <p:cNvSpPr/>
            <p:nvPr/>
          </p:nvSpPr>
          <p:spPr>
            <a:xfrm>
              <a:off x="2171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bj_19521"/>
            <p:cNvSpPr/>
            <p:nvPr/>
          </p:nvSpPr>
          <p:spPr>
            <a:xfrm>
              <a:off x="24765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bj_19522"/>
            <p:cNvSpPr/>
            <p:nvPr/>
          </p:nvSpPr>
          <p:spPr>
            <a:xfrm>
              <a:off x="25019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bj_19523"/>
            <p:cNvSpPr/>
            <p:nvPr/>
          </p:nvSpPr>
          <p:spPr>
            <a:xfrm>
              <a:off x="28067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bj_19524"/>
            <p:cNvSpPr/>
            <p:nvPr/>
          </p:nvSpPr>
          <p:spPr>
            <a:xfrm>
              <a:off x="28321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bj_19525"/>
            <p:cNvSpPr/>
            <p:nvPr/>
          </p:nvSpPr>
          <p:spPr>
            <a:xfrm>
              <a:off x="31369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bj_19526"/>
            <p:cNvSpPr/>
            <p:nvPr/>
          </p:nvSpPr>
          <p:spPr>
            <a:xfrm>
              <a:off x="3467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bj_19527"/>
            <p:cNvSpPr/>
            <p:nvPr/>
          </p:nvSpPr>
          <p:spPr>
            <a:xfrm>
              <a:off x="3492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bj_19528"/>
            <p:cNvSpPr/>
            <p:nvPr/>
          </p:nvSpPr>
          <p:spPr>
            <a:xfrm>
              <a:off x="3797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bj_19529"/>
            <p:cNvSpPr/>
            <p:nvPr/>
          </p:nvSpPr>
          <p:spPr>
            <a:xfrm>
              <a:off x="38227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bj_19530"/>
            <p:cNvSpPr/>
            <p:nvPr/>
          </p:nvSpPr>
          <p:spPr>
            <a:xfrm>
              <a:off x="41275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bj_19531"/>
            <p:cNvSpPr/>
            <p:nvPr/>
          </p:nvSpPr>
          <p:spPr>
            <a:xfrm>
              <a:off x="4457700" y="44831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bj_19532"/>
            <p:cNvSpPr/>
            <p:nvPr/>
          </p:nvSpPr>
          <p:spPr>
            <a:xfrm>
              <a:off x="47879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bj_19533"/>
            <p:cNvSpPr/>
            <p:nvPr/>
          </p:nvSpPr>
          <p:spPr>
            <a:xfrm>
              <a:off x="48133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bj_19534"/>
            <p:cNvSpPr/>
            <p:nvPr/>
          </p:nvSpPr>
          <p:spPr>
            <a:xfrm>
              <a:off x="51181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bj_19535"/>
            <p:cNvSpPr/>
            <p:nvPr/>
          </p:nvSpPr>
          <p:spPr>
            <a:xfrm>
              <a:off x="5143500" y="4508500"/>
              <a:ext cx="266700" cy="266700"/>
            </a:xfrm>
            <a:prstGeom prst="rect">
              <a:avLst/>
            </a:prstGeom>
            <a:noFill/>
            <a:ln w="22860">
              <a:solidFill>
                <a:srgbClr val="087E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bj_19536"/>
            <p:cNvSpPr/>
            <p:nvPr/>
          </p:nvSpPr>
          <p:spPr>
            <a:xfrm>
              <a:off x="5448300" y="44831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bj_19537"/>
            <p:cNvSpPr/>
            <p:nvPr/>
          </p:nvSpPr>
          <p:spPr>
            <a:xfrm>
              <a:off x="825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bj_19538"/>
            <p:cNvSpPr/>
            <p:nvPr/>
          </p:nvSpPr>
          <p:spPr>
            <a:xfrm>
              <a:off x="1155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bj_19539"/>
            <p:cNvSpPr/>
            <p:nvPr/>
          </p:nvSpPr>
          <p:spPr>
            <a:xfrm>
              <a:off x="1485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bj_19540"/>
            <p:cNvSpPr/>
            <p:nvPr/>
          </p:nvSpPr>
          <p:spPr>
            <a:xfrm>
              <a:off x="1816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bj_19541"/>
            <p:cNvSpPr/>
            <p:nvPr/>
          </p:nvSpPr>
          <p:spPr>
            <a:xfrm>
              <a:off x="2146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bj_19542"/>
            <p:cNvSpPr/>
            <p:nvPr/>
          </p:nvSpPr>
          <p:spPr>
            <a:xfrm>
              <a:off x="2476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bj_19543"/>
            <p:cNvSpPr/>
            <p:nvPr/>
          </p:nvSpPr>
          <p:spPr>
            <a:xfrm>
              <a:off x="2806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bj_19544"/>
            <p:cNvSpPr/>
            <p:nvPr/>
          </p:nvSpPr>
          <p:spPr>
            <a:xfrm>
              <a:off x="3136900" y="48133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bj_19545"/>
            <p:cNvSpPr/>
            <p:nvPr/>
          </p:nvSpPr>
          <p:spPr>
            <a:xfrm>
              <a:off x="3467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bj_19546"/>
            <p:cNvSpPr/>
            <p:nvPr/>
          </p:nvSpPr>
          <p:spPr>
            <a:xfrm>
              <a:off x="3797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bj_19547"/>
            <p:cNvSpPr/>
            <p:nvPr/>
          </p:nvSpPr>
          <p:spPr>
            <a:xfrm>
              <a:off x="41275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bj_19548"/>
            <p:cNvSpPr/>
            <p:nvPr/>
          </p:nvSpPr>
          <p:spPr>
            <a:xfrm>
              <a:off x="44577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bj_19549"/>
            <p:cNvSpPr/>
            <p:nvPr/>
          </p:nvSpPr>
          <p:spPr>
            <a:xfrm>
              <a:off x="47879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bj_19550"/>
            <p:cNvSpPr/>
            <p:nvPr/>
          </p:nvSpPr>
          <p:spPr>
            <a:xfrm>
              <a:off x="51181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bj_19551"/>
            <p:cNvSpPr/>
            <p:nvPr/>
          </p:nvSpPr>
          <p:spPr>
            <a:xfrm>
              <a:off x="5448300" y="48133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bj_19552"/>
            <p:cNvSpPr/>
            <p:nvPr/>
          </p:nvSpPr>
          <p:spPr>
            <a:xfrm>
              <a:off x="825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bj_19553"/>
            <p:cNvSpPr/>
            <p:nvPr/>
          </p:nvSpPr>
          <p:spPr>
            <a:xfrm>
              <a:off x="1155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bj_19554"/>
            <p:cNvSpPr/>
            <p:nvPr/>
          </p:nvSpPr>
          <p:spPr>
            <a:xfrm>
              <a:off x="1485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bj_19555"/>
            <p:cNvSpPr/>
            <p:nvPr/>
          </p:nvSpPr>
          <p:spPr>
            <a:xfrm>
              <a:off x="1816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bj_19556"/>
            <p:cNvSpPr/>
            <p:nvPr/>
          </p:nvSpPr>
          <p:spPr>
            <a:xfrm>
              <a:off x="2146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bj_19557"/>
            <p:cNvSpPr/>
            <p:nvPr/>
          </p:nvSpPr>
          <p:spPr>
            <a:xfrm>
              <a:off x="2476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bj_19558"/>
            <p:cNvSpPr/>
            <p:nvPr/>
          </p:nvSpPr>
          <p:spPr>
            <a:xfrm>
              <a:off x="2806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bj_19559"/>
            <p:cNvSpPr/>
            <p:nvPr/>
          </p:nvSpPr>
          <p:spPr>
            <a:xfrm>
              <a:off x="3136900" y="5143500"/>
              <a:ext cx="317500" cy="317500"/>
            </a:xfrm>
            <a:prstGeom prst="rect">
              <a:avLst/>
            </a:prstGeom>
            <a:solidFill>
              <a:srgbClr val="34303F"/>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bj_19560"/>
            <p:cNvSpPr/>
            <p:nvPr/>
          </p:nvSpPr>
          <p:spPr>
            <a:xfrm>
              <a:off x="3467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bj_19561"/>
            <p:cNvSpPr/>
            <p:nvPr/>
          </p:nvSpPr>
          <p:spPr>
            <a:xfrm>
              <a:off x="3797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bj_19562"/>
            <p:cNvSpPr/>
            <p:nvPr/>
          </p:nvSpPr>
          <p:spPr>
            <a:xfrm>
              <a:off x="41275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bj_19563"/>
            <p:cNvSpPr/>
            <p:nvPr/>
          </p:nvSpPr>
          <p:spPr>
            <a:xfrm>
              <a:off x="44577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bj_19564"/>
            <p:cNvSpPr/>
            <p:nvPr/>
          </p:nvSpPr>
          <p:spPr>
            <a:xfrm>
              <a:off x="47879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bj_19565"/>
            <p:cNvSpPr/>
            <p:nvPr/>
          </p:nvSpPr>
          <p:spPr>
            <a:xfrm>
              <a:off x="51181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bj_19566"/>
            <p:cNvSpPr/>
            <p:nvPr/>
          </p:nvSpPr>
          <p:spPr>
            <a:xfrm>
              <a:off x="5448300" y="5143500"/>
              <a:ext cx="317500" cy="317500"/>
            </a:xfrm>
            <a:prstGeom prst="rect">
              <a:avLst/>
            </a:prstGeom>
            <a:solidFill>
              <a:srgbClr val="EDF1E0"/>
            </a:solidFill>
            <a:ln w="6350">
              <a:solidFill>
                <a:srgbClr val="A99D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bj_19567"/>
            <p:cNvSpPr txBox="1"/>
            <p:nvPr/>
          </p:nvSpPr>
          <p:spPr>
            <a:xfrm>
              <a:off x="825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0</a:t>
              </a:r>
            </a:p>
          </p:txBody>
        </p:sp>
        <p:sp>
          <p:nvSpPr>
            <p:cNvPr id="274" name="obj_19568"/>
            <p:cNvSpPr txBox="1"/>
            <p:nvPr/>
          </p:nvSpPr>
          <p:spPr>
            <a:xfrm>
              <a:off x="1155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a:t>
              </a:r>
            </a:p>
          </p:txBody>
        </p:sp>
        <p:sp>
          <p:nvSpPr>
            <p:cNvPr id="275" name="obj_19569"/>
            <p:cNvSpPr txBox="1"/>
            <p:nvPr/>
          </p:nvSpPr>
          <p:spPr>
            <a:xfrm>
              <a:off x="1485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2</a:t>
              </a:r>
            </a:p>
          </p:txBody>
        </p:sp>
        <p:sp>
          <p:nvSpPr>
            <p:cNvPr id="276" name="obj_19570"/>
            <p:cNvSpPr txBox="1"/>
            <p:nvPr/>
          </p:nvSpPr>
          <p:spPr>
            <a:xfrm>
              <a:off x="1816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3</a:t>
              </a:r>
            </a:p>
          </p:txBody>
        </p:sp>
        <p:sp>
          <p:nvSpPr>
            <p:cNvPr id="277" name="obj_19571"/>
            <p:cNvSpPr txBox="1"/>
            <p:nvPr/>
          </p:nvSpPr>
          <p:spPr>
            <a:xfrm>
              <a:off x="2146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4</a:t>
              </a:r>
            </a:p>
          </p:txBody>
        </p:sp>
        <p:sp>
          <p:nvSpPr>
            <p:cNvPr id="278" name="obj_19572"/>
            <p:cNvSpPr txBox="1"/>
            <p:nvPr/>
          </p:nvSpPr>
          <p:spPr>
            <a:xfrm>
              <a:off x="2476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5</a:t>
              </a:r>
            </a:p>
          </p:txBody>
        </p:sp>
        <p:sp>
          <p:nvSpPr>
            <p:cNvPr id="279" name="obj_19573"/>
            <p:cNvSpPr txBox="1"/>
            <p:nvPr/>
          </p:nvSpPr>
          <p:spPr>
            <a:xfrm>
              <a:off x="2806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6</a:t>
              </a:r>
            </a:p>
          </p:txBody>
        </p:sp>
        <p:sp>
          <p:nvSpPr>
            <p:cNvPr id="280" name="obj_19574"/>
            <p:cNvSpPr txBox="1"/>
            <p:nvPr/>
          </p:nvSpPr>
          <p:spPr>
            <a:xfrm>
              <a:off x="3136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7</a:t>
              </a:r>
            </a:p>
          </p:txBody>
        </p:sp>
        <p:sp>
          <p:nvSpPr>
            <p:cNvPr id="281" name="obj_19575"/>
            <p:cNvSpPr txBox="1"/>
            <p:nvPr/>
          </p:nvSpPr>
          <p:spPr>
            <a:xfrm>
              <a:off x="3467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8</a:t>
              </a:r>
            </a:p>
          </p:txBody>
        </p:sp>
        <p:sp>
          <p:nvSpPr>
            <p:cNvPr id="282" name="obj_19576"/>
            <p:cNvSpPr txBox="1"/>
            <p:nvPr/>
          </p:nvSpPr>
          <p:spPr>
            <a:xfrm>
              <a:off x="3797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9</a:t>
              </a:r>
            </a:p>
          </p:txBody>
        </p:sp>
        <p:sp>
          <p:nvSpPr>
            <p:cNvPr id="283" name="obj_19577"/>
            <p:cNvSpPr txBox="1"/>
            <p:nvPr/>
          </p:nvSpPr>
          <p:spPr>
            <a:xfrm>
              <a:off x="41275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10</a:t>
              </a:r>
            </a:p>
          </p:txBody>
        </p:sp>
        <p:sp>
          <p:nvSpPr>
            <p:cNvPr id="284" name="obj_19578"/>
            <p:cNvSpPr txBox="1"/>
            <p:nvPr/>
          </p:nvSpPr>
          <p:spPr>
            <a:xfrm>
              <a:off x="44577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11</a:t>
              </a:r>
            </a:p>
          </p:txBody>
        </p:sp>
        <p:sp>
          <p:nvSpPr>
            <p:cNvPr id="285" name="obj_19579"/>
            <p:cNvSpPr txBox="1"/>
            <p:nvPr/>
          </p:nvSpPr>
          <p:spPr>
            <a:xfrm>
              <a:off x="47879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12</a:t>
              </a:r>
            </a:p>
          </p:txBody>
        </p:sp>
        <p:sp>
          <p:nvSpPr>
            <p:cNvPr id="286" name="obj_19580"/>
            <p:cNvSpPr txBox="1"/>
            <p:nvPr/>
          </p:nvSpPr>
          <p:spPr>
            <a:xfrm>
              <a:off x="51181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13</a:t>
              </a:r>
            </a:p>
          </p:txBody>
        </p:sp>
        <p:sp>
          <p:nvSpPr>
            <p:cNvPr id="287" name="obj_19581"/>
            <p:cNvSpPr txBox="1"/>
            <p:nvPr/>
          </p:nvSpPr>
          <p:spPr>
            <a:xfrm>
              <a:off x="5448300" y="1574800"/>
              <a:ext cx="330200" cy="254000"/>
            </a:xfrm>
            <a:prstGeom prst="rect">
              <a:avLst/>
            </a:prstGeom>
            <a:noFill/>
            <a:effectLst/>
          </p:spPr>
          <p:txBody>
            <a:bodyPr wrap="square" lIns="0" tIns="0" rIns="0" bIns="0">
              <a:spAutoFit/>
            </a:bodyPr>
            <a:lstStyle/>
            <a:p>
              <a:pPr algn="ctr">
                <a:lnSpc>
                  <a:spcPct val="112000"/>
                </a:lnSpc>
                <a:spcBef>
                  <a:spcPts val="0"/>
                </a:spcBef>
                <a:spcAft>
                  <a:spcPts val="0"/>
                </a:spcAft>
              </a:pPr>
              <a:r>
                <a:rPr sz="1400" b="0">
                  <a:solidFill>
                    <a:srgbClr val="6C6385"/>
                  </a:solidFill>
                  <a:latin typeface="Montserrat"/>
                </a:rPr>
                <a:t>14</a:t>
              </a:r>
            </a:p>
          </p:txBody>
        </p:sp>
        <p:sp>
          <p:nvSpPr>
            <p:cNvPr id="288" name="obj_19582"/>
            <p:cNvSpPr txBox="1"/>
            <p:nvPr/>
          </p:nvSpPr>
          <p:spPr>
            <a:xfrm>
              <a:off x="508000" y="1900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0</a:t>
              </a:r>
            </a:p>
          </p:txBody>
        </p:sp>
        <p:sp>
          <p:nvSpPr>
            <p:cNvPr id="289" name="obj_19583"/>
            <p:cNvSpPr txBox="1"/>
            <p:nvPr/>
          </p:nvSpPr>
          <p:spPr>
            <a:xfrm>
              <a:off x="508000" y="2231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a:t>
              </a:r>
            </a:p>
          </p:txBody>
        </p:sp>
        <p:sp>
          <p:nvSpPr>
            <p:cNvPr id="290" name="obj_19584"/>
            <p:cNvSpPr txBox="1"/>
            <p:nvPr/>
          </p:nvSpPr>
          <p:spPr>
            <a:xfrm>
              <a:off x="508000" y="2561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2</a:t>
              </a:r>
            </a:p>
          </p:txBody>
        </p:sp>
        <p:sp>
          <p:nvSpPr>
            <p:cNvPr id="291" name="obj_19585"/>
            <p:cNvSpPr txBox="1"/>
            <p:nvPr/>
          </p:nvSpPr>
          <p:spPr>
            <a:xfrm>
              <a:off x="508000" y="2891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3</a:t>
              </a:r>
            </a:p>
          </p:txBody>
        </p:sp>
        <p:sp>
          <p:nvSpPr>
            <p:cNvPr id="292" name="obj_19586"/>
            <p:cNvSpPr txBox="1"/>
            <p:nvPr/>
          </p:nvSpPr>
          <p:spPr>
            <a:xfrm>
              <a:off x="508000" y="3221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4</a:t>
              </a:r>
            </a:p>
          </p:txBody>
        </p:sp>
        <p:sp>
          <p:nvSpPr>
            <p:cNvPr id="293" name="obj_19587"/>
            <p:cNvSpPr txBox="1"/>
            <p:nvPr/>
          </p:nvSpPr>
          <p:spPr>
            <a:xfrm>
              <a:off x="508000" y="3551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5</a:t>
              </a:r>
            </a:p>
          </p:txBody>
        </p:sp>
        <p:sp>
          <p:nvSpPr>
            <p:cNvPr id="294" name="obj_19588"/>
            <p:cNvSpPr txBox="1"/>
            <p:nvPr/>
          </p:nvSpPr>
          <p:spPr>
            <a:xfrm>
              <a:off x="508000" y="38821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6</a:t>
              </a:r>
            </a:p>
          </p:txBody>
        </p:sp>
        <p:sp>
          <p:nvSpPr>
            <p:cNvPr id="295" name="obj_19589"/>
            <p:cNvSpPr txBox="1"/>
            <p:nvPr/>
          </p:nvSpPr>
          <p:spPr>
            <a:xfrm>
              <a:off x="508000" y="42123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7</a:t>
              </a:r>
            </a:p>
          </p:txBody>
        </p:sp>
        <p:sp>
          <p:nvSpPr>
            <p:cNvPr id="296" name="obj_19590"/>
            <p:cNvSpPr txBox="1"/>
            <p:nvPr/>
          </p:nvSpPr>
          <p:spPr>
            <a:xfrm>
              <a:off x="508000" y="45425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8</a:t>
              </a:r>
            </a:p>
          </p:txBody>
        </p:sp>
        <p:sp>
          <p:nvSpPr>
            <p:cNvPr id="297" name="obj_19591"/>
            <p:cNvSpPr txBox="1"/>
            <p:nvPr/>
          </p:nvSpPr>
          <p:spPr>
            <a:xfrm>
              <a:off x="508000" y="48727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9</a:t>
              </a:r>
            </a:p>
          </p:txBody>
        </p:sp>
        <p:sp>
          <p:nvSpPr>
            <p:cNvPr id="298" name="obj_19592"/>
            <p:cNvSpPr txBox="1"/>
            <p:nvPr/>
          </p:nvSpPr>
          <p:spPr>
            <a:xfrm>
              <a:off x="508000" y="5202936"/>
              <a:ext cx="254000" cy="254000"/>
            </a:xfrm>
            <a:prstGeom prst="rect">
              <a:avLst/>
            </a:prstGeom>
            <a:noFill/>
            <a:effectLst/>
          </p:spPr>
          <p:txBody>
            <a:bodyPr wrap="square" lIns="0" tIns="0" rIns="0" bIns="0">
              <a:spAutoFit/>
            </a:bodyPr>
            <a:lstStyle/>
            <a:p>
              <a:pPr algn="r">
                <a:lnSpc>
                  <a:spcPct val="112000"/>
                </a:lnSpc>
                <a:spcBef>
                  <a:spcPts val="0"/>
                </a:spcBef>
                <a:spcAft>
                  <a:spcPts val="0"/>
                </a:spcAft>
              </a:pPr>
              <a:r>
                <a:rPr sz="1400" b="0">
                  <a:solidFill>
                    <a:srgbClr val="6C6385"/>
                  </a:solidFill>
                  <a:latin typeface="Montserrat"/>
                </a:rPr>
                <a:t>10</a:t>
              </a:r>
            </a:p>
          </p:txBody>
        </p:sp>
        <p:cxnSp>
          <p:nvCxnSpPr>
            <p:cNvPr id="299" name="obj_19593"/>
            <p:cNvCxnSpPr/>
            <p:nvPr/>
          </p:nvCxnSpPr>
          <p:spPr>
            <a:xfrm>
              <a:off x="13208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0" name="obj_19594"/>
            <p:cNvCxnSpPr/>
            <p:nvPr/>
          </p:nvCxnSpPr>
          <p:spPr>
            <a:xfrm>
              <a:off x="1651000" y="36576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1" name="obj_19595"/>
            <p:cNvCxnSpPr/>
            <p:nvPr/>
          </p:nvCxnSpPr>
          <p:spPr>
            <a:xfrm>
              <a:off x="1981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2" name="obj_19596"/>
            <p:cNvCxnSpPr/>
            <p:nvPr/>
          </p:nvCxnSpPr>
          <p:spPr>
            <a:xfrm>
              <a:off x="1981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3" name="obj_19597"/>
            <p:cNvCxnSpPr/>
            <p:nvPr/>
          </p:nvCxnSpPr>
          <p:spPr>
            <a:xfrm>
              <a:off x="1981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4" name="obj_19598"/>
            <p:cNvCxnSpPr/>
            <p:nvPr/>
          </p:nvCxnSpPr>
          <p:spPr>
            <a:xfrm>
              <a:off x="2311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5" name="obj_19599"/>
            <p:cNvCxnSpPr/>
            <p:nvPr/>
          </p:nvCxnSpPr>
          <p:spPr>
            <a:xfrm>
              <a:off x="2641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6" name="obj_19600"/>
            <p:cNvCxnSpPr/>
            <p:nvPr/>
          </p:nvCxnSpPr>
          <p:spPr>
            <a:xfrm>
              <a:off x="2971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7" name="obj_19601"/>
            <p:cNvCxnSpPr/>
            <p:nvPr/>
          </p:nvCxnSpPr>
          <p:spPr>
            <a:xfrm>
              <a:off x="3302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8" name="obj_19602"/>
            <p:cNvCxnSpPr/>
            <p:nvPr/>
          </p:nvCxnSpPr>
          <p:spPr>
            <a:xfrm>
              <a:off x="36322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09" name="obj_19603"/>
            <p:cNvCxnSpPr/>
            <p:nvPr/>
          </p:nvCxnSpPr>
          <p:spPr>
            <a:xfrm>
              <a:off x="39624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0" name="obj_19604"/>
            <p:cNvCxnSpPr/>
            <p:nvPr/>
          </p:nvCxnSpPr>
          <p:spPr>
            <a:xfrm>
              <a:off x="42926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1" name="obj_19605"/>
            <p:cNvCxnSpPr/>
            <p:nvPr/>
          </p:nvCxnSpPr>
          <p:spPr>
            <a:xfrm>
              <a:off x="46228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2" name="obj_19606"/>
            <p:cNvCxnSpPr/>
            <p:nvPr/>
          </p:nvCxnSpPr>
          <p:spPr>
            <a:xfrm>
              <a:off x="4953000" y="4318000"/>
              <a:ext cx="330200" cy="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3" name="obj_19607"/>
            <p:cNvCxnSpPr/>
            <p:nvPr/>
          </p:nvCxnSpPr>
          <p:spPr>
            <a:xfrm flipV="1">
              <a:off x="5283200" y="39878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cxnSp>
          <p:nvCxnSpPr>
            <p:cNvPr id="314" name="obj_19608"/>
            <p:cNvCxnSpPr/>
            <p:nvPr/>
          </p:nvCxnSpPr>
          <p:spPr>
            <a:xfrm flipV="1">
              <a:off x="5283200" y="3657600"/>
              <a:ext cx="0" cy="330200"/>
            </a:xfrm>
            <a:prstGeom prst="line">
              <a:avLst/>
            </a:prstGeom>
            <a:ln w="48260">
              <a:solidFill>
                <a:srgbClr val="BB5708"/>
              </a:solidFill>
            </a:ln>
            <a:effectLst/>
          </p:spPr>
          <p:style>
            <a:lnRef idx="2">
              <a:schemeClr val="accent1"/>
            </a:lnRef>
            <a:fillRef idx="0">
              <a:schemeClr val="accent1"/>
            </a:fillRef>
            <a:effectRef idx="1">
              <a:schemeClr val="accent1"/>
            </a:effectRef>
            <a:fontRef idx="minor">
              <a:schemeClr val="tx1"/>
            </a:fontRef>
          </p:style>
        </p:cxnSp>
      </p:grpSp>
      <p:sp>
        <p:nvSpPr>
          <p:cNvPr id="315" name="obj_19609"/>
          <p:cNvSpPr txBox="1"/>
          <p:nvPr/>
        </p:nvSpPr>
        <p:spPr>
          <a:xfrm>
            <a:off x="6794500" y="2146300"/>
            <a:ext cx="4635500" cy="2286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16 шагов</a:t>
            </a:r>
          </a:p>
          <a:p>
            <a:pPr algn="l">
              <a:lnSpc>
                <a:spcPct val="112000"/>
              </a:lnSpc>
              <a:spcBef>
                <a:spcPts val="0"/>
              </a:spcBef>
              <a:spcAft>
                <a:spcPts val="0"/>
              </a:spcAft>
            </a:pPr>
            <a:r>
              <a:rPr sz="3000" b="1">
                <a:solidFill>
                  <a:srgbClr val="352379"/>
                </a:solidFill>
                <a:latin typeface="Montserrat"/>
              </a:rPr>
              <a:t>Стоимость: 16</a:t>
            </a:r>
          </a:p>
          <a:p>
            <a:pPr algn="l">
              <a:lnSpc>
                <a:spcPct val="112000"/>
              </a:lnSpc>
              <a:spcBef>
                <a:spcPts val="0"/>
              </a:spcBef>
              <a:spcAft>
                <a:spcPts val="0"/>
              </a:spcAft>
            </a:pPr>
            <a:r>
              <a:rPr sz="3000" b="1">
                <a:solidFill>
                  <a:srgbClr val="352379"/>
                </a:solidFill>
                <a:latin typeface="Montserrat"/>
              </a:rPr>
              <a:t>Обработано: 40</a:t>
            </a:r>
          </a:p>
        </p:txBody>
      </p:sp>
      <p:sp>
        <p:nvSpPr>
          <p:cNvPr id="316" name="obj_19610"/>
          <p:cNvSpPr txBox="1"/>
          <p:nvPr/>
        </p:nvSpPr>
        <p:spPr>
          <a:xfrm>
            <a:off x="6794500" y="4660900"/>
            <a:ext cx="4635500" cy="952500"/>
          </a:xfrm>
          <a:prstGeom prst="rect">
            <a:avLst/>
          </a:prstGeom>
          <a:noFill/>
          <a:effectLst/>
        </p:spPr>
        <p:txBody>
          <a:bodyPr wrap="square" lIns="0" tIns="0" rIns="0" bIns="0">
            <a:spAutoFit/>
          </a:bodyPr>
          <a:lstStyle/>
          <a:p>
            <a:pPr algn="l">
              <a:lnSpc>
                <a:spcPct val="112000"/>
              </a:lnSpc>
              <a:spcBef>
                <a:spcPts val="0"/>
              </a:spcBef>
              <a:spcAft>
                <a:spcPts val="0"/>
              </a:spcAft>
            </a:pPr>
            <a:r>
              <a:rPr sz="2200" b="0">
                <a:solidFill>
                  <a:srgbClr val="352379"/>
                </a:solidFill>
                <a:latin typeface="Montserrat"/>
              </a:rPr>
              <a:t>Приоритет g+h помогает выбрать дешёвый обход.</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62</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9611"/>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Сравнение фактических результатов</a:t>
            </a:r>
          </a:p>
        </p:txBody>
      </p:sp>
      <p:sp>
        <p:nvSpPr>
          <p:cNvPr id="12" name="obj_19612"/>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Шаги, стоимость и объём поиска измеряют разные свойства</a:t>
            </a:r>
          </a:p>
        </p:txBody>
      </p:sp>
      <p:graphicFrame>
        <p:nvGraphicFramePr>
          <p:cNvPr id="13" name="obj_19613"/>
          <p:cNvGraphicFramePr>
            <a:graphicFrameLocks noGrp="1"/>
          </p:cNvGraphicFramePr>
          <p:nvPr/>
        </p:nvGraphicFramePr>
        <p:xfrm>
          <a:off x="889000" y="2044700"/>
          <a:ext cx="10414000" cy="30480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1590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tblGrid>
              <a:tr h="609600">
                <a:tc>
                  <a:txBody>
                    <a:bodyPr/>
                    <a:lstStyle/>
                    <a:p>
                      <a:pPr>
                        <a:spcAft>
                          <a:spcPts val="0"/>
                        </a:spcAft>
                      </a:pPr>
                      <a:r>
                        <a:rPr sz="2500" b="1">
                          <a:solidFill>
                            <a:srgbClr val="FFFFFF"/>
                          </a:solidFill>
                          <a:latin typeface="Montserrat"/>
                        </a:rPr>
                        <a:t>Алгоритм</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Шаги пути</a:t>
                      </a:r>
                    </a:p>
                  </a:txBody>
                  <a:tcPr marL="88900" marR="63500" marT="50800" marB="38100" anchor="ctr">
                    <a:solidFill>
                      <a:srgbClr val="352379"/>
                    </a:solidFill>
                  </a:tcPr>
                </a:tc>
                <a:tc>
                  <a:txBody>
                    <a:bodyPr/>
                    <a:lstStyle/>
                    <a:p>
                      <a:pPr>
                        <a:spcAft>
                          <a:spcPts val="0"/>
                        </a:spcAft>
                      </a:pPr>
                      <a:r>
                        <a:rPr sz="2500" b="1">
                          <a:solidFill>
                            <a:srgbClr val="FFFFFF"/>
                          </a:solidFill>
                          <a:latin typeface="Montserrat"/>
                        </a:rPr>
                        <a:t>Стоимость</a:t>
                      </a:r>
                    </a:p>
                  </a:txBody>
                  <a:tcPr marL="88900" marR="63500" marT="50800" marB="38100" anchor="ctr">
                    <a:solidFill>
                      <a:srgbClr val="352379"/>
                    </a:solidFill>
                  </a:tcPr>
                </a:tc>
                <a:tc>
                  <a:txBody>
                    <a:bodyPr/>
                    <a:lstStyle/>
                    <a:p>
                      <a:pPr>
                        <a:spcAft>
                          <a:spcPts val="0"/>
                        </a:spcAft>
                      </a:pPr>
                      <a:r>
                        <a:rPr sz="2000" b="1">
                          <a:solidFill>
                            <a:srgbClr val="FFFFFF"/>
                          </a:solidFill>
                          <a:latin typeface="Montserrat"/>
                        </a:rPr>
                        <a:t>Обработано</a:t>
                      </a:r>
                    </a:p>
                  </a:txBody>
                  <a:tcPr marL="88900" marR="63500" marT="50800" marB="38100" anchor="ctr">
                    <a:solidFill>
                      <a:srgbClr val="352379"/>
                    </a:solidFill>
                  </a:tcPr>
                </a:tc>
                <a:extLst>
                  <a:ext uri="{0D108BD9-81ED-4DB2-BD59-A6C34878D82A}">
                    <a16:rowId xmlns:a16="http://schemas.microsoft.com/office/drawing/2014/main" val="10000"/>
                  </a:ext>
                </a:extLst>
              </a:tr>
              <a:tr h="609600">
                <a:tc>
                  <a:txBody>
                    <a:bodyPr/>
                    <a:lstStyle/>
                    <a:p>
                      <a:pPr>
                        <a:spcAft>
                          <a:spcPts val="0"/>
                        </a:spcAft>
                      </a:pPr>
                      <a:r>
                        <a:rPr sz="2500" b="0">
                          <a:solidFill>
                            <a:srgbClr val="352379"/>
                          </a:solidFill>
                          <a:latin typeface="Montserrat"/>
                        </a:rPr>
                        <a:t>BFS</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12</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28</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102</a:t>
                      </a:r>
                    </a:p>
                  </a:txBody>
                  <a:tcPr marL="88900" marR="63500" marT="50800" marB="38100" anchor="ctr">
                    <a:solidFill>
                      <a:srgbClr val="F6F3FA"/>
                    </a:solidFill>
                  </a:tcPr>
                </a:tc>
                <a:extLst>
                  <a:ext uri="{0D108BD9-81ED-4DB2-BD59-A6C34878D82A}">
                    <a16:rowId xmlns:a16="http://schemas.microsoft.com/office/drawing/2014/main" val="10001"/>
                  </a:ext>
                </a:extLst>
              </a:tr>
              <a:tr h="609600">
                <a:tc>
                  <a:txBody>
                    <a:bodyPr/>
                    <a:lstStyle/>
                    <a:p>
                      <a:pPr>
                        <a:spcAft>
                          <a:spcPts val="0"/>
                        </a:spcAft>
                      </a:pPr>
                      <a:r>
                        <a:rPr sz="2500" b="0">
                          <a:solidFill>
                            <a:srgbClr val="352379"/>
                          </a:solidFill>
                          <a:latin typeface="Montserrat"/>
                        </a:rPr>
                        <a:t>Дейкстра</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118</a:t>
                      </a:r>
                    </a:p>
                  </a:txBody>
                  <a:tcPr marL="88900" marR="63500" marT="50800" marB="38100" anchor="ctr">
                    <a:solidFill>
                      <a:srgbClr val="FFFFFF"/>
                    </a:solidFill>
                  </a:tcPr>
                </a:tc>
                <a:extLst>
                  <a:ext uri="{0D108BD9-81ED-4DB2-BD59-A6C34878D82A}">
                    <a16:rowId xmlns:a16="http://schemas.microsoft.com/office/drawing/2014/main" val="10002"/>
                  </a:ext>
                </a:extLst>
              </a:tr>
              <a:tr h="609600">
                <a:tc>
                  <a:txBody>
                    <a:bodyPr/>
                    <a:lstStyle/>
                    <a:p>
                      <a:pPr>
                        <a:spcAft>
                          <a:spcPts val="0"/>
                        </a:spcAft>
                      </a:pPr>
                      <a:r>
                        <a:rPr sz="2500" b="0">
                          <a:solidFill>
                            <a:srgbClr val="352379"/>
                          </a:solidFill>
                          <a:latin typeface="Montserrat"/>
                        </a:rPr>
                        <a:t>Greedy</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12</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28</a:t>
                      </a:r>
                    </a:p>
                  </a:txBody>
                  <a:tcPr marL="88900" marR="63500" marT="50800" marB="38100" anchor="ctr">
                    <a:solidFill>
                      <a:srgbClr val="F6F3FA"/>
                    </a:solidFill>
                  </a:tcPr>
                </a:tc>
                <a:tc>
                  <a:txBody>
                    <a:bodyPr/>
                    <a:lstStyle/>
                    <a:p>
                      <a:pPr>
                        <a:spcAft>
                          <a:spcPts val="0"/>
                        </a:spcAft>
                      </a:pPr>
                      <a:r>
                        <a:rPr sz="2500" b="0">
                          <a:solidFill>
                            <a:srgbClr val="352379"/>
                          </a:solidFill>
                          <a:latin typeface="Montserrat"/>
                        </a:rPr>
                        <a:t>12</a:t>
                      </a:r>
                    </a:p>
                  </a:txBody>
                  <a:tcPr marL="88900" marR="63500" marT="50800" marB="38100" anchor="ctr">
                    <a:solidFill>
                      <a:srgbClr val="F6F3FA"/>
                    </a:solidFill>
                  </a:tcPr>
                </a:tc>
                <a:extLst>
                  <a:ext uri="{0D108BD9-81ED-4DB2-BD59-A6C34878D82A}">
                    <a16:rowId xmlns:a16="http://schemas.microsoft.com/office/drawing/2014/main" val="10003"/>
                  </a:ext>
                </a:extLst>
              </a:tr>
              <a:tr h="609600">
                <a:tc>
                  <a:txBody>
                    <a:bodyPr/>
                    <a:lstStyle/>
                    <a:p>
                      <a:pPr>
                        <a:spcAft>
                          <a:spcPts val="0"/>
                        </a:spcAft>
                      </a:pPr>
                      <a:r>
                        <a:rPr sz="2500" b="0">
                          <a:solidFill>
                            <a:srgbClr val="352379"/>
                          </a:solidFill>
                          <a:latin typeface="Montserrat"/>
                        </a:rPr>
                        <a:t>A*</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16</a:t>
                      </a:r>
                    </a:p>
                  </a:txBody>
                  <a:tcPr marL="88900" marR="63500" marT="50800" marB="38100" anchor="ctr">
                    <a:solidFill>
                      <a:srgbClr val="FFFFFF"/>
                    </a:solidFill>
                  </a:tcPr>
                </a:tc>
                <a:tc>
                  <a:txBody>
                    <a:bodyPr/>
                    <a:lstStyle/>
                    <a:p>
                      <a:pPr>
                        <a:spcAft>
                          <a:spcPts val="0"/>
                        </a:spcAft>
                      </a:pPr>
                      <a:r>
                        <a:rPr sz="2500" b="0">
                          <a:solidFill>
                            <a:srgbClr val="352379"/>
                          </a:solidFill>
                          <a:latin typeface="Montserrat"/>
                        </a:rPr>
                        <a:t>40</a:t>
                      </a:r>
                    </a:p>
                  </a:txBody>
                  <a:tcPr marL="88900" marR="63500" marT="50800" marB="38100" anchor="ctr">
                    <a:solidFill>
                      <a:srgbClr val="FFFFFF"/>
                    </a:solidFill>
                  </a:tcPr>
                </a:tc>
                <a:extLst>
                  <a:ext uri="{0D108BD9-81ED-4DB2-BD59-A6C34878D82A}">
                    <a16:rowId xmlns:a16="http://schemas.microsoft.com/office/drawing/2014/main" val="10004"/>
                  </a:ext>
                </a:extLst>
              </a:tr>
            </a:tbl>
          </a:graphicData>
        </a:graphic>
      </p:graphicFrame>
      <p:sp>
        <p:nvSpPr>
          <p:cNvPr id="14" name="obj_19614"/>
          <p:cNvSpPr txBox="1"/>
          <p:nvPr/>
        </p:nvSpPr>
        <p:spPr>
          <a:xfrm>
            <a:off x="889000" y="5245100"/>
            <a:ext cx="10414000" cy="3937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352379"/>
                </a:solidFill>
                <a:latin typeface="Montserrat"/>
              </a:rPr>
              <a:t>Время не измерялось. Равные приоритеты: FIFO.</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63</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9615"/>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Какой алгоритм выбрать?</a:t>
            </a:r>
          </a:p>
        </p:txBody>
      </p:sp>
      <p:sp>
        <p:nvSpPr>
          <p:cNvPr id="12" name="obj_19616"/>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A* не всегда быстрее Дейкстры: важны граф, качество h и цена её вычисления</a:t>
            </a:r>
          </a:p>
        </p:txBody>
      </p:sp>
      <p:sp>
        <p:nvSpPr>
          <p:cNvPr id="13" name="obj_19617"/>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9618"/>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9619"/>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BFS / Дейкстра</a:t>
            </a:r>
          </a:p>
        </p:txBody>
      </p:sp>
      <p:sp>
        <p:nvSpPr>
          <p:cNvPr id="16" name="obj_19620"/>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BFS: одинаковая цена переходов, нужен минимум шагов.</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Дейкстра: неотрицательные веса, полезной эвристики нет.</a:t>
            </a:r>
          </a:p>
        </p:txBody>
      </p:sp>
      <p:sp>
        <p:nvSpPr>
          <p:cNvPr id="17" name="obj_19621"/>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9622"/>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9623"/>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Greedy / A*</a:t>
            </a:r>
          </a:p>
        </p:txBody>
      </p:sp>
      <p:sp>
        <p:nvSpPr>
          <p:cNvPr id="20" name="obj_19624"/>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Greedy: маршрут без гарантии оптимума.</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A*: оптимальный маршрут при подходящей эвристике.</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64</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9625"/>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Что нужно запомнить</a:t>
            </a:r>
          </a:p>
        </p:txBody>
      </p:sp>
      <p:sp>
        <p:nvSpPr>
          <p:cNvPr id="12" name="obj_19626"/>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Эвристический поиск использует оценку будущего при выборе кандидатов</a:t>
            </a:r>
          </a:p>
        </p:txBody>
      </p:sp>
      <p:sp>
        <p:nvSpPr>
          <p:cNvPr id="13" name="obj_19627"/>
          <p:cNvSpPr/>
          <p:nvPr/>
        </p:nvSpPr>
        <p:spPr>
          <a:xfrm>
            <a:off x="6985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bj_19628"/>
          <p:cNvSpPr/>
          <p:nvPr/>
        </p:nvSpPr>
        <p:spPr>
          <a:xfrm>
            <a:off x="6985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bj_19629"/>
          <p:cNvSpPr txBox="1"/>
          <p:nvPr/>
        </p:nvSpPr>
        <p:spPr>
          <a:xfrm>
            <a:off x="8763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Модель и выбор</a:t>
            </a:r>
          </a:p>
        </p:txBody>
      </p:sp>
      <p:sp>
        <p:nvSpPr>
          <p:cNvPr id="16" name="obj_19630"/>
          <p:cNvSpPr txBox="1"/>
          <p:nvPr/>
        </p:nvSpPr>
        <p:spPr>
          <a:xfrm>
            <a:off x="9017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500" b="0">
                <a:solidFill>
                  <a:srgbClr val="352379"/>
                </a:solidFill>
                <a:latin typeface="Montserrat"/>
              </a:rPr>
              <a:t>Состояния и действия образуют граф.</a:t>
            </a:r>
          </a:p>
          <a:p>
            <a:pPr algn="l">
              <a:lnSpc>
                <a:spcPct val="112000"/>
              </a:lnSpc>
              <a:spcBef>
                <a:spcPts val="0"/>
              </a:spcBef>
              <a:spcAft>
                <a:spcPts val="0"/>
              </a:spcAft>
            </a:pPr>
            <a:endParaRPr sz="2500" b="0">
              <a:solidFill>
                <a:srgbClr val="352379"/>
              </a:solidFill>
              <a:latin typeface="Montserrat"/>
            </a:endParaRPr>
          </a:p>
          <a:p>
            <a:pPr algn="l">
              <a:lnSpc>
                <a:spcPct val="112000"/>
              </a:lnSpc>
              <a:spcBef>
                <a:spcPts val="0"/>
              </a:spcBef>
              <a:spcAft>
                <a:spcPts val="0"/>
              </a:spcAft>
            </a:pPr>
            <a:r>
              <a:rPr sz="2500" b="0">
                <a:solidFill>
                  <a:srgbClr val="352379"/>
                </a:solidFill>
                <a:latin typeface="Montserrat"/>
              </a:rPr>
              <a:t>g — найденная цена от S.</a:t>
            </a:r>
          </a:p>
          <a:p>
            <a:pPr algn="l">
              <a:lnSpc>
                <a:spcPct val="112000"/>
              </a:lnSpc>
              <a:spcBef>
                <a:spcPts val="0"/>
              </a:spcBef>
              <a:spcAft>
                <a:spcPts val="0"/>
              </a:spcAft>
            </a:pPr>
            <a:r>
              <a:rPr sz="2500" b="0">
                <a:solidFill>
                  <a:srgbClr val="352379"/>
                </a:solidFill>
                <a:latin typeface="Montserrat"/>
              </a:rPr>
              <a:t>h — оценка остатка до G.</a:t>
            </a:r>
          </a:p>
          <a:p>
            <a:pPr algn="l">
              <a:lnSpc>
                <a:spcPct val="112000"/>
              </a:lnSpc>
              <a:spcBef>
                <a:spcPts val="0"/>
              </a:spcBef>
              <a:spcAft>
                <a:spcPts val="0"/>
              </a:spcAft>
            </a:pPr>
            <a:r>
              <a:rPr sz="2500" b="0">
                <a:solidFill>
                  <a:srgbClr val="352379"/>
                </a:solidFill>
                <a:latin typeface="Montserrat"/>
              </a:rPr>
              <a:t>f = g + h.</a:t>
            </a:r>
          </a:p>
        </p:txBody>
      </p:sp>
      <p:sp>
        <p:nvSpPr>
          <p:cNvPr id="17" name="obj_19631"/>
          <p:cNvSpPr/>
          <p:nvPr/>
        </p:nvSpPr>
        <p:spPr>
          <a:xfrm>
            <a:off x="6477000" y="1816100"/>
            <a:ext cx="5207000" cy="3683000"/>
          </a:xfrm>
          <a:prstGeom prst="roundRect">
            <a:avLst>
              <a:gd name="adj" fmla="val 10000"/>
            </a:avLst>
          </a:prstGeom>
          <a:solidFill>
            <a:srgbClr val="FFFFFF"/>
          </a:solidFill>
          <a:ln w="8890">
            <a:solidFill>
              <a:srgbClr val="8E81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bj_19632"/>
          <p:cNvSpPr/>
          <p:nvPr/>
        </p:nvSpPr>
        <p:spPr>
          <a:xfrm>
            <a:off x="6477000" y="1816100"/>
            <a:ext cx="5207000" cy="482600"/>
          </a:xfrm>
          <a:prstGeom prst="roundRect">
            <a:avLst>
              <a:gd name="adj" fmla="val 10000"/>
            </a:avLst>
          </a:prstGeom>
          <a:solidFill>
            <a:srgbClr val="352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bj_19633"/>
          <p:cNvSpPr txBox="1"/>
          <p:nvPr/>
        </p:nvSpPr>
        <p:spPr>
          <a:xfrm>
            <a:off x="6654800" y="1892300"/>
            <a:ext cx="4851400" cy="381000"/>
          </a:xfrm>
          <a:prstGeom prst="rect">
            <a:avLst/>
          </a:prstGeom>
          <a:noFill/>
          <a:effectLst/>
        </p:spPr>
        <p:txBody>
          <a:bodyPr wrap="square" lIns="0" tIns="0" rIns="0" bIns="0">
            <a:spAutoFit/>
          </a:bodyPr>
          <a:lstStyle/>
          <a:p>
            <a:pPr algn="l">
              <a:lnSpc>
                <a:spcPct val="112000"/>
              </a:lnSpc>
              <a:spcBef>
                <a:spcPts val="0"/>
              </a:spcBef>
              <a:spcAft>
                <a:spcPts val="0"/>
              </a:spcAft>
            </a:pPr>
            <a:r>
              <a:rPr sz="2000" b="0">
                <a:solidFill>
                  <a:srgbClr val="FFFFFF"/>
                </a:solidFill>
                <a:latin typeface="Montserrat"/>
              </a:rPr>
              <a:t>Корректность и результат</a:t>
            </a:r>
          </a:p>
        </p:txBody>
      </p:sp>
      <p:sp>
        <p:nvSpPr>
          <p:cNvPr id="20" name="obj_19634"/>
          <p:cNvSpPr txBox="1"/>
          <p:nvPr/>
        </p:nvSpPr>
        <p:spPr>
          <a:xfrm>
            <a:off x="6680200" y="2476500"/>
            <a:ext cx="4800600" cy="2895600"/>
          </a:xfrm>
          <a:prstGeom prst="rect">
            <a:avLst/>
          </a:prstGeom>
          <a:noFill/>
          <a:effectLst/>
        </p:spPr>
        <p:txBody>
          <a:bodyPr wrap="square" lIns="0" tIns="0" rIns="0" bIns="0">
            <a:spAutoFit/>
          </a:bodyPr>
          <a:lstStyle/>
          <a:p>
            <a:pPr algn="l">
              <a:lnSpc>
                <a:spcPct val="112000"/>
              </a:lnSpc>
              <a:spcBef>
                <a:spcPts val="0"/>
              </a:spcBef>
              <a:spcAft>
                <a:spcPts val="0"/>
              </a:spcAft>
            </a:pPr>
            <a:r>
              <a:rPr sz="2400" b="0">
                <a:solidFill>
                  <a:srgbClr val="352379"/>
                </a:solidFill>
                <a:latin typeface="Montserrat"/>
              </a:rPr>
              <a:t>Допустимость: h≤h*.</a:t>
            </a:r>
          </a:p>
          <a:p>
            <a:pPr algn="l">
              <a:lnSpc>
                <a:spcPct val="112000"/>
              </a:lnSpc>
              <a:spcBef>
                <a:spcPts val="0"/>
              </a:spcBef>
              <a:spcAft>
                <a:spcPts val="0"/>
              </a:spcAft>
            </a:pPr>
            <a:r>
              <a:rPr sz="2400" b="0">
                <a:solidFill>
                  <a:srgbClr val="352379"/>
                </a:solidFill>
                <a:latin typeface="Montserrat"/>
              </a:rPr>
              <a:t>Согласованность: h(u)≤w+h(v).</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OPEN / CLOSED / parent.</a:t>
            </a:r>
          </a:p>
          <a:p>
            <a:pPr algn="l">
              <a:lnSpc>
                <a:spcPct val="112000"/>
              </a:lnSpc>
              <a:spcBef>
                <a:spcPts val="0"/>
              </a:spcBef>
              <a:spcAft>
                <a:spcPts val="0"/>
              </a:spcAft>
            </a:pPr>
            <a:endParaRPr sz="2400" b="0">
              <a:solidFill>
                <a:srgbClr val="352379"/>
              </a:solidFill>
              <a:latin typeface="Montserrat"/>
            </a:endParaRPr>
          </a:p>
          <a:p>
            <a:pPr algn="l">
              <a:lnSpc>
                <a:spcPct val="112000"/>
              </a:lnSpc>
              <a:spcBef>
                <a:spcPts val="0"/>
              </a:spcBef>
              <a:spcAft>
                <a:spcPts val="0"/>
              </a:spcAft>
            </a:pPr>
            <a:r>
              <a:rPr sz="2400" b="0">
                <a:solidFill>
                  <a:srgbClr val="352379"/>
                </a:solidFill>
                <a:latin typeface="Montserrat"/>
              </a:rPr>
              <a:t>Сравнивать стоимость и объём поиска отдельно.</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Текст 6">
            <a:extLst>
              <a:ext uri="{FF2B5EF4-FFF2-40B4-BE49-F238E27FC236}">
                <a16:creationId xmlns:a16="http://schemas.microsoft.com/office/drawing/2014/main" id="{9D3A759B-918C-4CCE-AB6A-7C7773B3D233}"/>
              </a:ext>
            </a:extLst>
          </p:cNvPr>
          <p:cNvSpPr>
            <a:spLocks noGrp="1"/>
          </p:cNvSpPr>
          <p:nvPr>
            <p:ph type="body" sz="quarter" idx="19"/>
          </p:nvPr>
        </p:nvSpPr>
        <p:spPr>
          <a:xfrm>
            <a:off x="479424" y="149225"/>
            <a:ext cx="9940926" cy="276546"/>
          </a:xfrm>
          <a:effectLst/>
        </p:spPr>
        <p:txBody>
          <a:bodyPr wrap="square" lIns="38100" tIns="25400" rIns="38100" bIns="25400" anchor="ctr"/>
          <a:lstStyle/>
          <a:p>
            <a:r>
              <a:rPr sz="1200">
                <a:solidFill>
                  <a:srgbClr val="FFFFFF"/>
                </a:solidFill>
                <a:latin typeface="Montserrat"/>
              </a:rPr>
              <a:t>Лекция 7. Эвристический поиск пути</a:t>
            </a:r>
          </a:p>
        </p:txBody>
      </p:sp>
      <p:sp>
        <p:nvSpPr>
          <p:cNvPr id="8" name="lecture-footer">
            <a:extLst>
              <a:ext uri="{FF2B5EF4-FFF2-40B4-BE49-F238E27FC236}">
                <a16:creationId xmlns:a16="http://schemas.microsoft.com/office/drawing/2014/main" id="{65BD4078-25F9-4A2A-BBA0-ACE638641A1F}"/>
              </a:ext>
            </a:extLst>
          </p:cNvPr>
          <p:cNvSpPr txBox="1"/>
          <p:nvPr/>
        </p:nvSpPr>
        <p:spPr bwMode="auto">
          <a:xfrm>
            <a:off x="482600" y="6598920"/>
            <a:ext cx="9525000" cy="236220"/>
          </a:xfrm>
          <a:prstGeom prst="rect">
            <a:avLst/>
          </a:prstGeom>
          <a:effectLst/>
        </p:spPr>
        <p:txBody>
          <a:bodyPr vert="horz" wrap="square" lIns="0" tIns="0" rIns="0" bIns="0" rtlCol="0">
            <a:noAutofit/>
          </a:bodyPr>
          <a:lstStyle/>
          <a:p>
            <a:r>
              <a:rPr sz="1200">
                <a:solidFill>
                  <a:srgbClr val="352379"/>
                </a:solidFill>
                <a:latin typeface="Montserrat"/>
              </a:rPr>
              <a:t>Структуры и алгоритмы обработки данных · Лекция 7</a:t>
            </a:r>
          </a:p>
        </p:txBody>
      </p:sp>
      <p:sp>
        <p:nvSpPr>
          <p:cNvPr id="9" name="slide-number">
            <a:extLst>
              <a:ext uri="{FF2B5EF4-FFF2-40B4-BE49-F238E27FC236}">
                <a16:creationId xmlns:a16="http://schemas.microsoft.com/office/drawing/2014/main" id="{F11C0F5F-8AEB-4116-9769-9767A7D9BDAD}"/>
              </a:ext>
            </a:extLst>
          </p:cNvPr>
          <p:cNvSpPr txBox="1"/>
          <p:nvPr/>
        </p:nvSpPr>
        <p:spPr bwMode="auto">
          <a:xfrm>
            <a:off x="11023600" y="6573520"/>
            <a:ext cx="685800" cy="236220"/>
          </a:xfrm>
          <a:prstGeom prst="rect">
            <a:avLst/>
          </a:prstGeom>
          <a:effectLst/>
        </p:spPr>
        <p:txBody>
          <a:bodyPr vert="horz" wrap="square" lIns="0" tIns="0" rIns="0" bIns="0" rtlCol="0">
            <a:noAutofit/>
          </a:bodyPr>
          <a:lstStyle/>
          <a:p>
            <a:r>
              <a:rPr lang="ru-RU" sz="1200">
                <a:solidFill>
                  <a:srgbClr val="352379"/>
                </a:solidFill>
                <a:latin typeface="Montserrat"/>
              </a:rPr>
              <a:t>65</a:t>
            </a:r>
            <a:endParaRPr sz="1200">
              <a:solidFill>
                <a:srgbClr val="352379"/>
              </a:solidFill>
              <a:latin typeface="Montserrat"/>
            </a:endParaRPr>
          </a:p>
        </p:txBody>
      </p:sp>
      <p:sp>
        <p:nvSpPr>
          <p:cNvPr id="10" name="bottom-band">
            <a:extLst>
              <a:ext uri="{FF2B5EF4-FFF2-40B4-BE49-F238E27FC236}">
                <a16:creationId xmlns:a16="http://schemas.microsoft.com/office/drawing/2014/main" id="{859EE6B2-62A6-420B-ACC8-6BBF911EE779}"/>
              </a:ext>
            </a:extLst>
          </p:cNvPr>
          <p:cNvSpPr/>
          <p:nvPr/>
        </p:nvSpPr>
        <p:spPr>
          <a:xfrm>
            <a:off x="482600" y="5905500"/>
            <a:ext cx="11226800" cy="584200"/>
          </a:xfrm>
          <a:prstGeom prst="roundRect">
            <a:avLst/>
          </a:prstGeom>
          <a:solidFill>
            <a:srgbClr val="352379"/>
          </a:solidFill>
          <a:ln w="10160">
            <a:solidFill>
              <a:srgbClr val="35237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obj_19635"/>
          <p:cNvSpPr txBox="1"/>
          <p:nvPr/>
        </p:nvSpPr>
        <p:spPr>
          <a:xfrm>
            <a:off x="482600" y="673100"/>
            <a:ext cx="11226800" cy="889000"/>
          </a:xfrm>
          <a:prstGeom prst="rect">
            <a:avLst/>
          </a:prstGeom>
          <a:noFill/>
          <a:effectLst/>
        </p:spPr>
        <p:txBody>
          <a:bodyPr wrap="square" lIns="0" tIns="0" rIns="0" bIns="0">
            <a:spAutoFit/>
          </a:bodyPr>
          <a:lstStyle/>
          <a:p>
            <a:pPr algn="l">
              <a:lnSpc>
                <a:spcPct val="112000"/>
              </a:lnSpc>
              <a:spcBef>
                <a:spcPts val="0"/>
              </a:spcBef>
              <a:spcAft>
                <a:spcPts val="0"/>
              </a:spcAft>
            </a:pPr>
            <a:r>
              <a:rPr sz="3000" b="1">
                <a:solidFill>
                  <a:srgbClr val="352379"/>
                </a:solidFill>
                <a:latin typeface="Montserrat"/>
              </a:rPr>
              <a:t>Вопросы для самопроверки</a:t>
            </a:r>
          </a:p>
        </p:txBody>
      </p:sp>
      <p:sp>
        <p:nvSpPr>
          <p:cNvPr id="12" name="obj_19636"/>
          <p:cNvSpPr txBox="1"/>
          <p:nvPr/>
        </p:nvSpPr>
        <p:spPr>
          <a:xfrm>
            <a:off x="660400" y="6019800"/>
            <a:ext cx="10871200" cy="393700"/>
          </a:xfrm>
          <a:prstGeom prst="rect">
            <a:avLst/>
          </a:prstGeom>
          <a:noFill/>
          <a:effectLst/>
        </p:spPr>
        <p:txBody>
          <a:bodyPr wrap="square" lIns="0" tIns="0" rIns="0" bIns="0">
            <a:spAutoFit/>
          </a:bodyPr>
          <a:lstStyle/>
          <a:p>
            <a:pPr algn="l">
              <a:lnSpc>
                <a:spcPct val="112000"/>
              </a:lnSpc>
              <a:spcBef>
                <a:spcPts val="0"/>
              </a:spcBef>
              <a:spcAft>
                <a:spcPts val="0"/>
              </a:spcAft>
            </a:pPr>
            <a:r>
              <a:rPr sz="1800" b="0">
                <a:solidFill>
                  <a:srgbClr val="FFFFFF"/>
                </a:solidFill>
                <a:latin typeface="Montserrat"/>
              </a:rPr>
              <a:t>Сначала ответ аудитории, затем раскрытие ответа по щелчку</a:t>
            </a:r>
          </a:p>
        </p:txBody>
      </p:sp>
      <p:sp>
        <p:nvSpPr>
          <p:cNvPr id="13" name="obj_19637"/>
          <p:cNvSpPr txBox="1"/>
          <p:nvPr/>
        </p:nvSpPr>
        <p:spPr>
          <a:xfrm>
            <a:off x="698500" y="1689100"/>
            <a:ext cx="10795000" cy="3937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Когда A* совпадает с Дейкстрой?</a:t>
            </a:r>
          </a:p>
        </p:txBody>
      </p:sp>
      <p:sp>
        <p:nvSpPr>
          <p:cNvPr id="14" name="obj_19638"/>
          <p:cNvSpPr txBox="1"/>
          <p:nvPr/>
        </p:nvSpPr>
        <p:spPr>
          <a:xfrm>
            <a:off x="698500" y="2120900"/>
            <a:ext cx="10795000" cy="482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216B4B"/>
                </a:solidFill>
                <a:latin typeface="Montserrat"/>
              </a:rPr>
              <a:t>При h=0 и одинаковом разрешении равных приоритетов.</a:t>
            </a:r>
          </a:p>
        </p:txBody>
      </p:sp>
      <p:sp>
        <p:nvSpPr>
          <p:cNvPr id="15" name="obj_19639"/>
          <p:cNvSpPr txBox="1"/>
          <p:nvPr/>
        </p:nvSpPr>
        <p:spPr>
          <a:xfrm>
            <a:off x="698500" y="2679700"/>
            <a:ext cx="10795000" cy="3937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Почему Manhattan допустима здесь?</a:t>
            </a:r>
          </a:p>
        </p:txBody>
      </p:sp>
      <p:sp>
        <p:nvSpPr>
          <p:cNvPr id="16" name="obj_19640"/>
          <p:cNvSpPr txBox="1"/>
          <p:nvPr/>
        </p:nvSpPr>
        <p:spPr>
          <a:xfrm>
            <a:off x="698500" y="3111500"/>
            <a:ext cx="10795000" cy="482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216B4B"/>
                </a:solidFill>
                <a:latin typeface="Montserrat"/>
              </a:rPr>
              <a:t>Нужно не меньше |Δx|+|Δy| шагов; каждый стоит не меньше 1.</a:t>
            </a:r>
          </a:p>
        </p:txBody>
      </p:sp>
      <p:sp>
        <p:nvSpPr>
          <p:cNvPr id="17" name="obj_19641"/>
          <p:cNvSpPr txBox="1"/>
          <p:nvPr/>
        </p:nvSpPr>
        <p:spPr>
          <a:xfrm>
            <a:off x="698500" y="3670300"/>
            <a:ext cx="10795000" cy="3937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Когда можно завершить поиск?</a:t>
            </a:r>
          </a:p>
        </p:txBody>
      </p:sp>
      <p:sp>
        <p:nvSpPr>
          <p:cNvPr id="18" name="obj_19642"/>
          <p:cNvSpPr txBox="1"/>
          <p:nvPr/>
        </p:nvSpPr>
        <p:spPr>
          <a:xfrm>
            <a:off x="698500" y="4102100"/>
            <a:ext cx="10795000" cy="482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216B4B"/>
                </a:solidFill>
                <a:latin typeface="Montserrat"/>
              </a:rPr>
              <a:t>При извлечении G. Первое обнаружение G недостаточно.</a:t>
            </a:r>
          </a:p>
        </p:txBody>
      </p:sp>
      <p:sp>
        <p:nvSpPr>
          <p:cNvPr id="19" name="obj_19643"/>
          <p:cNvSpPr txBox="1"/>
          <p:nvPr/>
        </p:nvSpPr>
        <p:spPr>
          <a:xfrm>
            <a:off x="698500" y="4660900"/>
            <a:ext cx="10795000" cy="393700"/>
          </a:xfrm>
          <a:prstGeom prst="rect">
            <a:avLst/>
          </a:prstGeom>
          <a:noFill/>
          <a:effectLst/>
        </p:spPr>
        <p:txBody>
          <a:bodyPr wrap="square" lIns="0" tIns="0" rIns="0" bIns="0">
            <a:spAutoFit/>
          </a:bodyPr>
          <a:lstStyle/>
          <a:p>
            <a:pPr algn="l">
              <a:lnSpc>
                <a:spcPct val="112000"/>
              </a:lnSpc>
              <a:spcBef>
                <a:spcPts val="0"/>
              </a:spcBef>
              <a:spcAft>
                <a:spcPts val="0"/>
              </a:spcAft>
            </a:pPr>
            <a:r>
              <a:rPr sz="2300" b="1">
                <a:solidFill>
                  <a:srgbClr val="352379"/>
                </a:solidFill>
                <a:latin typeface="Montserrat"/>
              </a:rPr>
              <a:t>Зачем повторно открывать CLOSED?</a:t>
            </a:r>
          </a:p>
        </p:txBody>
      </p:sp>
      <p:sp>
        <p:nvSpPr>
          <p:cNvPr id="20" name="obj_19644"/>
          <p:cNvSpPr txBox="1"/>
          <p:nvPr/>
        </p:nvSpPr>
        <p:spPr>
          <a:xfrm>
            <a:off x="698500" y="5092700"/>
            <a:ext cx="10795000" cy="482600"/>
          </a:xfrm>
          <a:prstGeom prst="rect">
            <a:avLst/>
          </a:prstGeom>
          <a:noFill/>
          <a:effectLst/>
        </p:spPr>
        <p:txBody>
          <a:bodyPr wrap="square" lIns="0" tIns="0" rIns="0" bIns="0">
            <a:spAutoFit/>
          </a:bodyPr>
          <a:lstStyle/>
          <a:p>
            <a:pPr algn="l">
              <a:lnSpc>
                <a:spcPct val="112000"/>
              </a:lnSpc>
              <a:spcBef>
                <a:spcPts val="0"/>
              </a:spcBef>
              <a:spcAft>
                <a:spcPts val="0"/>
              </a:spcAft>
            </a:pPr>
            <a:r>
              <a:rPr sz="1950" b="0">
                <a:solidFill>
                  <a:srgbClr val="216B4B"/>
                </a:solidFill>
                <a:latin typeface="Montserrat"/>
              </a:rPr>
              <a:t>Чтобы учесть улучшение g при несогласованной эвристике.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119"/>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119"/>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119"/>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11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20" grpId="0"/>
    </p:bldLst>
  </p:timing>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2960</TotalTime>
  <Words>21329</Words>
  <Application>Microsoft Office PowerPoint</Application>
  <DocSecurity>0</DocSecurity>
  <PresentationFormat>Широкоэкранный</PresentationFormat>
  <Paragraphs>6020</Paragraphs>
  <Slides>65</Slides>
  <Notes>65</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65</vt:i4>
      </vt:variant>
    </vt:vector>
  </HeadingPairs>
  <TitlesOfParts>
    <vt:vector size="70" baseType="lpstr">
      <vt:lpstr>Montserrat</vt:lpstr>
      <vt:lpstr>Arial</vt:lpstr>
      <vt:lpstr>Montserrat SemiBold</vt:lpstr>
      <vt:lpstr>Calibri</vt:lpstr>
      <vt:lpstr>Тема Office</vt:lpstr>
      <vt:lpstr>Лекция 7. Эвристический поиск пути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вадим борзов</cp:lastModifiedBy>
  <cp:revision>103</cp:revision>
  <dcterms:created xsi:type="dcterms:W3CDTF">2023-04-19T21:39:12Z</dcterms:created>
  <dcterms:modified xsi:type="dcterms:W3CDTF">2026-10-22T04:50:45Z</dcterms:modified>
  <cp:category/>
  <dc:identifier/>
  <cp:contentStatus/>
  <dc:language/>
  <cp:version/>
</cp:coreProperties>
</file>